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slides/charts/chart5.xml" ContentType="application/vnd.openxmlformats-officedocument.drawingml.chart+xml"/>
  <Override PartName="/ppt/slides/charts/chart6.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7.xml" ContentType="application/vnd.openxmlformats-officedocument.drawingml.chart+xml"/>
  <Override PartName="/ppt/slides/charts/chart8.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9.xml" ContentType="application/vnd.openxmlformats-officedocument.drawingml.chart+xml"/>
  <Override PartName="/ppt/slides/charts/chart10.xml" ContentType="application/vnd.openxmlformats-officedocument.drawingml.chart+xml"/>
  <Override PartName="/ppt/notesSlides/notesSlide5.xml" ContentType="application/vnd.openxmlformats-officedocument.presentationml.notesSlide+xml"/>
  <Override PartName="/ppt/slides/charts/chart1.xlsx" ContentType="application/vnd.openxmlformats-officedocument.spreadsheetml.sheet"/>
  <Override PartName="/ppt/slides/charts/chart2.xlsx" ContentType="application/vnd.openxmlformats-officedocument.spreadsheetml.sheet"/>
  <Override PartName="/ppt/slides/charts/chart3.xlsx" ContentType="application/vnd.openxmlformats-officedocument.spreadsheetml.sheet"/>
  <Override PartName="/ppt/slides/charts/chart4.xlsx" ContentType="application/vnd.openxmlformats-officedocument.spreadsheetml.sheet"/>
  <Override PartName="/ppt/slides/charts/chart5.xlsx" ContentType="application/vnd.openxmlformats-officedocument.spreadsheetml.sheet"/>
  <Override PartName="/ppt/slides/charts/chart6.xlsx" ContentType="application/vnd.openxmlformats-officedocument.spreadsheetml.sheet"/>
  <Override PartName="/ppt/slides/charts/chart7.xlsx" ContentType="application/vnd.openxmlformats-officedocument.spreadsheetml.sheet"/>
  <Override PartName="/ppt/slides/charts/chart8.xlsx" ContentType="application/vnd.openxmlformats-officedocument.spreadsheetml.sheet"/>
  <Override PartName="/ppt/slides/charts/chart9.xlsx" ContentType="application/vnd.openxmlformats-officedocument.spreadsheetml.sheet"/>
  <Override PartName="/ppt/slides/charts/chart10.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4465eea97db4170" /><Relationship Type="http://schemas.openxmlformats.org/officeDocument/2006/relationships/extended-properties" Target="/docProps/app.xml" Id="Rabce939989f64cc1" /><Relationship Type="http://schemas.openxmlformats.org/officeDocument/2006/relationships/officeDocument" Target="/ppt/presentation.xml" Id="R97967cb3523b4b25" /></Relationships>
</file>

<file path=ppt/presentation.xml><?xml version="1.0" encoding="utf-8"?>
<p:presentation xmlns:p="http://schemas.openxmlformats.org/presentationml/2006/main">
  <p:sldMasterIdLst>
    <p:sldMasterId xmlns:r="http://schemas.openxmlformats.org/officeDocument/2006/relationships" id="2147483648" r:id="R115aea92142b44c3"/>
  </p:sldMasterIdLst>
  <p:notesMasterIdLst>
    <p:notesMasterId xmlns:r="http://schemas.openxmlformats.org/officeDocument/2006/relationships" r:id="R7e045d062d9f4aea"/>
  </p:notesMasterIdLst>
  <p:sldIdLst>
    <p:sldId xmlns:r="http://schemas.openxmlformats.org/officeDocument/2006/relationships" id="256" r:id="Refb7a7bd25eb45de"/>
    <p:sldId xmlns:r="http://schemas.openxmlformats.org/officeDocument/2006/relationships" id="257" r:id="R597d8360aaeb4d48"/>
    <p:sldId xmlns:r="http://schemas.openxmlformats.org/officeDocument/2006/relationships" id="258" r:id="Rf72c54d92b724ca1"/>
    <p:sldId xmlns:r="http://schemas.openxmlformats.org/officeDocument/2006/relationships" id="259" r:id="R9a4e04d82e1c4971"/>
    <p:sldId xmlns:r="http://schemas.openxmlformats.org/officeDocument/2006/relationships" id="260" r:id="Rae74db32d7b3424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01b445b86c34089" /><Relationship Type="http://schemas.openxmlformats.org/officeDocument/2006/relationships/slideMaster" Target="/ppt/slideMasters/slideMaster1.xml" Id="R115aea92142b44c3" /><Relationship Type="http://schemas.openxmlformats.org/officeDocument/2006/relationships/notesMaster" Target="/ppt/notesMasters/notesMaster1.xml" Id="R7e045d062d9f4aea" /><Relationship Type="http://schemas.openxmlformats.org/officeDocument/2006/relationships/presProps" Target="/ppt/presProps.xml" Id="R3de51d5bbdea4f02" /><Relationship Type="http://schemas.openxmlformats.org/officeDocument/2006/relationships/tableStyles" Target="/ppt/tableStyles.xml" Id="R9423a153e4da470f" /><Relationship Type="http://schemas.openxmlformats.org/officeDocument/2006/relationships/slide" Target="/ppt/slides/slide1.xml" Id="Refb7a7bd25eb45de" /><Relationship Type="http://schemas.openxmlformats.org/officeDocument/2006/relationships/slide" Target="/ppt/slides/slide2.xml" Id="R597d8360aaeb4d48" /><Relationship Type="http://schemas.openxmlformats.org/officeDocument/2006/relationships/slide" Target="/ppt/slides/slide3.xml" Id="Rf72c54d92b724ca1" /><Relationship Type="http://schemas.openxmlformats.org/officeDocument/2006/relationships/slide" Target="/ppt/slides/slide4.xml" Id="R9a4e04d82e1c4971" /><Relationship Type="http://schemas.openxmlformats.org/officeDocument/2006/relationships/slide" Target="/ppt/slides/slide5.xml" Id="Rae74db32d7b3424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54b4d048698406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8de69ba96d84673" /><Relationship Type="http://schemas.openxmlformats.org/officeDocument/2006/relationships/notesMaster" Target="/ppt/notesMasters/notesMaster1.xml" Id="Rb51a958f510f4f79" /></Relationships>
</file>

<file path=ppt/notesSlides/_rels/notesSlide2.xml.rels>&#65279;<?xml version="1.0" encoding="utf-8"?><Relationships xmlns="http://schemas.openxmlformats.org/package/2006/relationships"><Relationship Type="http://schemas.openxmlformats.org/officeDocument/2006/relationships/slide" Target="/ppt/slides/slide2.xml" Id="Rc8a2f3449a844fad" /><Relationship Type="http://schemas.openxmlformats.org/officeDocument/2006/relationships/notesMaster" Target="/ppt/notesMasters/notesMaster1.xml" Id="R24b7872408cd4337" /></Relationships>
</file>

<file path=ppt/notesSlides/_rels/notesSlide3.xml.rels>&#65279;<?xml version="1.0" encoding="utf-8"?><Relationships xmlns="http://schemas.openxmlformats.org/package/2006/relationships"><Relationship Type="http://schemas.openxmlformats.org/officeDocument/2006/relationships/slide" Target="/ppt/slides/slide3.xml" Id="Rfb133e9ad0cd435a" /><Relationship Type="http://schemas.openxmlformats.org/officeDocument/2006/relationships/notesMaster" Target="/ppt/notesMasters/notesMaster1.xml" Id="Rb873322112ae436f" /></Relationships>
</file>

<file path=ppt/notesSlides/_rels/notesSlide4.xml.rels>&#65279;<?xml version="1.0" encoding="utf-8"?><Relationships xmlns="http://schemas.openxmlformats.org/package/2006/relationships"><Relationship Type="http://schemas.openxmlformats.org/officeDocument/2006/relationships/slide" Target="/ppt/slides/slide4.xml" Id="R503bde61700547f2" /><Relationship Type="http://schemas.openxmlformats.org/officeDocument/2006/relationships/notesMaster" Target="/ppt/notesMasters/notesMaster1.xml" Id="R256eb865701146f9" /></Relationships>
</file>

<file path=ppt/notesSlides/_rels/notesSlide5.xml.rels>&#65279;<?xml version="1.0" encoding="utf-8"?><Relationships xmlns="http://schemas.openxmlformats.org/package/2006/relationships"><Relationship Type="http://schemas.openxmlformats.org/officeDocument/2006/relationships/slide" Target="/ppt/slides/slide5.xml" Id="R93391d49aba1418e" /><Relationship Type="http://schemas.openxmlformats.org/officeDocument/2006/relationships/notesMaster" Target="/ppt/notesMasters/notesMaster1.xml" Id="R5cb909b8ef63451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0:00–1:00. Вступление, 1 минута.</a:t>
            </a:r>
          </a:p>
          <a:p xmlns:a="http://schemas.openxmlformats.org/drawingml/2006/main">
            <a:r>
              <a:t/>
            </a:r>
          </a:p>
          <a:p xmlns:a="http://schemas.openxmlformats.org/drawingml/2006/main">
            <a:r>
              <a:t>Мы прогнозируем, как часто фамилии Ленина и Сталина появятся в архивных текстах четырёх российских телеканалов. Ссылки на советских лидеров дают измеримую характеристику телевизионной риторики. Но сами счётчики не позволяют установить политический курс или причинный эффект событий.</a:t>
            </a:r>
          </a:p>
          <a:p xmlns:a="http://schemas.openxmlformats.org/drawingml/2006/main">
            <a:r>
              <a:t/>
            </a:r>
          </a:p>
          <a:p xmlns:a="http://schemas.openxmlformats.org/drawingml/2006/main">
            <a:r>
              <a:t>Для каждого человека и канала у нас две цели: общее число упоминаний и число архивных записей хотя бы с одним упоминанием. Если фамилия прозвучала пять раз в одной записи, первая цель увеличится на пять, вторая на один. Итого получаются шестнадцать рядов.</a:t>
            </a:r>
          </a:p>
          <a:p xmlns:a="http://schemas.openxmlformats.org/drawingml/2006/main">
            <a:r>
              <a:t/>
            </a:r>
          </a:p>
          <a:p xmlns:a="http://schemas.openxmlformats.org/drawingml/2006/main">
            <a:r>
              <a:t>Горизонт по заявке: 31 день, с 3 октября по 2 ноября 2026 года. Мы фиксируем информацию на 2 октября. Это ретроспективное воспроизведение прогноза из этой точки, без использования последующих исходов.</a:t>
            </a:r>
          </a:p>
          <a:p xmlns:a="http://schemas.openxmlformats.org/drawingml/2006/main">
            <a:r>
              <a:t/>
            </a:r>
          </a:p>
          <a:p xmlns:a="http://schemas.openxmlformats.org/drawingml/2006/main">
            <a:r>
              <a:t>Источники: output/proposal/forecasting_proposal.tex; output/joint_forecast/manifest.json. Требования к выступлению: coursework/Instructions on group projects presentations.pdf, 8 минут плюс 2 минуты вопросов.</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1:00–2:40. Несглаженные дневные ряды. Каждый график суммирует четыре канала только в даты, когда полны все четыре дня канала. Если хотя бы один канал неполон, совокупный итог отсутствует. Неполные даты исключены. Линии соединяют доступные наблюдения без сглаживания и без заполнения пропусков нулями. Серым показаны raw_candidates_observed_part, то есть все фамильные кандидаты до контекстного исключения и удаления доказанных дублей. Цветом показана основная модельная цель *_mentions. Различие отражает названные объекты, неясные контексты, однофамильцев и дубли. Ни одна линия не сглажена и не является прогнозом.</a:t>
            </a:r>
          </a:p>
          <a:p xmlns:a="http://schemas.openxmlformats.org/drawingml/2006/main">
            <a:r>
              <a:t/>
            </a:r>
          </a:p>
          <a:p xmlns:a="http://schemas.openxmlformats.org/drawingml/2006/main">
            <a:r>
              <a:t>Ленин и площадь Ленина получают разные метки. Контекстные правила предварительны и не проверены независимой человеческой разметкой. Неясные случаи рассматриваем отдельным сценарием. Единица источника — архивная запись, а не уникальная телепередача. Источники: data/cleaned/tv_daily_targets.csv.gz; output/data_cleaning/README.md. GDELT: https://gdeltproject.org/.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2:40–4:20. Слева в каждом графике наблюдения с 15 августа, справа прогноз на 31 день из фиксированной точки 2 октября 2026. Светлые линии показывают границы ежедневного центрального 80-процентного предиктивного интервала для будущего счётчика, цветная линия — среднее. Верхний ряд — число упоминаний, нижний — число архивных записей хотя бы с одним упоминанием. Это несглаженные ежедневные данные. Пример России 24 выбран для демонстрации обеих целей, не как канал с лучшей точностью. Отдельные шкалы необходимы для различающихся счётчиков. Месячные интервалы считаются по суммам целых траекторий, а не сложением дневных границ.</a:t>
            </a:r>
          </a:p>
          <a:p xmlns:a="http://schemas.openxmlformats.org/drawingml/2006/main">
            <a:r>
              <a:t/>
            </a:r>
          </a:p>
          <a:p xmlns:a="http://schemas.openxmlformats.org/drawingml/2006/main">
            <a:r>
              <a:t>По всем четырём каналам прогнозы находятся в отчёте. Месячные средние и 80% интервалы:</a:t>
            </a:r>
          </a:p>
          <a:p xmlns:a="http://schemas.openxmlformats.org/drawingml/2006/main">
            <a:r>
              <a:t>1TV, lenin_broadcasts: 12.8 [7, 19]</a:t>
            </a:r>
          </a:p>
          <a:p xmlns:a="http://schemas.openxmlformats.org/drawingml/2006/main">
            <a:r>
              <a:t>NTV, lenin_broadcasts: 9.5 [5, 14]</a:t>
            </a:r>
          </a:p>
          <a:p xmlns:a="http://schemas.openxmlformats.org/drawingml/2006/main">
            <a:r>
              <a:t>RUSSIA1, lenin_broadcasts: 13.9 [8, 20]</a:t>
            </a:r>
          </a:p>
          <a:p xmlns:a="http://schemas.openxmlformats.org/drawingml/2006/main">
            <a:r>
              <a:t>RUSSIA24, lenin_broadcasts: 24.1 [15, 34]</a:t>
            </a:r>
          </a:p>
          <a:p xmlns:a="http://schemas.openxmlformats.org/drawingml/2006/main">
            <a:r>
              <a:t>1TV, lenin_mentions: 25.5 [11, 43]</a:t>
            </a:r>
          </a:p>
          <a:p xmlns:a="http://schemas.openxmlformats.org/drawingml/2006/main">
            <a:r>
              <a:t>NTV, lenin_mentions: 24.0 [8, 45]</a:t>
            </a:r>
          </a:p>
          <a:p xmlns:a="http://schemas.openxmlformats.org/drawingml/2006/main">
            <a:r>
              <a:t>RUSSIA1, lenin_mentions: 26.0 [12, 43]</a:t>
            </a:r>
          </a:p>
          <a:p xmlns:a="http://schemas.openxmlformats.org/drawingml/2006/main">
            <a:r>
              <a:t>RUSSIA24, lenin_mentions: 38.0 [21, 58]</a:t>
            </a:r>
          </a:p>
          <a:p xmlns:a="http://schemas.openxmlformats.org/drawingml/2006/main">
            <a:r>
              <a:t>1TV, stalin_broadcasts: 16.8 [10, 24]</a:t>
            </a:r>
          </a:p>
          <a:p xmlns:a="http://schemas.openxmlformats.org/drawingml/2006/main">
            <a:r>
              <a:t>NTV, stalin_broadcasts: 8.2 [4, 13]</a:t>
            </a:r>
          </a:p>
          <a:p xmlns:a="http://schemas.openxmlformats.org/drawingml/2006/main">
            <a:r>
              <a:t>RUSSIA1, stalin_broadcasts: 18.2 [12, 25]</a:t>
            </a:r>
          </a:p>
          <a:p xmlns:a="http://schemas.openxmlformats.org/drawingml/2006/main">
            <a:r>
              <a:t>RUSSIA24, stalin_broadcasts: 36.0 [24, 49]</a:t>
            </a:r>
          </a:p>
          <a:p xmlns:a="http://schemas.openxmlformats.org/drawingml/2006/main">
            <a:r>
              <a:t>1TV, stalin_mentions: 46.6 [21, 77]</a:t>
            </a:r>
          </a:p>
          <a:p xmlns:a="http://schemas.openxmlformats.org/drawingml/2006/main">
            <a:r>
              <a:t>NTV, stalin_mentions: 31.3 [8, 61]</a:t>
            </a:r>
          </a:p>
          <a:p xmlns:a="http://schemas.openxmlformats.org/drawingml/2006/main">
            <a:r>
              <a:t>RUSSIA1, stalin_mentions: 37.6 [20, 58]</a:t>
            </a:r>
          </a:p>
          <a:p xmlns:a="http://schemas.openxmlformats.org/drawingml/2006/main">
            <a:r>
              <a:t>RUSSIA24, stalin_mentions: 67.1 [40, 97]</a:t>
            </a:r>
          </a:p>
          <a:p xmlns:a="http://schemas.openxmlformats.org/drawingml/2006/main">
            <a:r>
              <a:t/>
            </a:r>
          </a:p>
          <a:p xmlns:a="http://schemas.openxmlformats.org/drawingml/2006/main">
            <a:r>
              <a:t>Источник: output/joint_forecast/forecast_daily.csv, scenario=main, model=M3; data/cleaned/tv_daily_targets.csv.gz; forecast_month.csv. Последующие исходы не использованы. Интервалы модельные, их фактическое покрытие проверяем на слайде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4:20–6:10. Модели сохраняют зависимость, предложенную преподавателем. N — число всех архивных записей, B — записи с упоминанием, C — все упоминания. Сначала моделируем N, затем B условно на N, затем C=B+E условно на B. Всегда 0≤B≤N, C≥B, а при B=0 C=0.</a:t>
            </a:r>
          </a:p>
          <a:p xmlns:a="http://schemas.openxmlformats.org/drawingml/2006/main">
            <a:r>
              <a:t/>
            </a:r>
          </a:p>
          <a:p xmlns:a="http://schemas.openxmlformats.org/drawingml/2006/main">
            <a:r>
              <a:t>M1 использует постоянные Poisson/Binomial уровни и Gamma/Beta приоры. M2 добавляет NB/Beta-binomial сверхдисперсию. M3 добавляет тренд, месяцы, дни недели и даты, включая 7 ноября, 8 и 9 мая, со сжатием эффектов. M4 добавляет динамический латентный уровень с условным фильтром частиц. Это модульное приближение, не полный совместный Bayes. Смесь выбирает одну из четырёх целых траекторий с одинаковыми весами. Статические posterior для M2/M3 получены MH, четыре цепи, R-hat и ESS.</a:t>
            </a:r>
          </a:p>
          <a:p xmlns:a="http://schemas.openxmlformats.org/drawingml/2006/main">
            <a:r>
              <a:t/>
            </a:r>
          </a:p>
          <a:p xmlns:a="http://schemas.openxmlformats.org/drawingml/2006/main">
            <a:r>
              <a:t>Графики показывают внешнюю оценку на одинаковых 10052 дневных наблюдениях шестнадцати рядов. Перед каждым тестовым месяцем обучение использует только прошлое. CRPS оценивает всё предиктивное распределение. Для сравнения масштабов делим его на max(1, среднее обучающего ряда). RMSE оценивает точечный прогноз в исходных единицах. Обе оси начинаются с нуля, поэтому заметно, что RMSE меняется мало. M3 снижает нормированный CRPS на 10,2%, RMSE на 1,7%, а M4 почти не меняет дневную точность. M3 и q=0.015 выбраны заранее на validation июля–декабря 2024.</a:t>
            </a:r>
          </a:p>
          <a:p xmlns:a="http://schemas.openxmlformats.org/drawingml/2006/main">
            <a:r>
              <a:t/>
            </a:r>
          </a:p>
          <a:p xmlns:a="http://schemas.openxmlformats.org/drawingml/2006/main">
            <a:r>
              <a:t>Источники: output/joint_forecast/evaluation.csv; selection.json; analysis/joint_count_models.py. N не входит в эти 16 оцениваемых целевых рядов.</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6:10–8:00. Мы отдельно проверяем неопределённость месячных сумм. Дневное покрытие не заменяет эту проверку. Каждая точка — доля полностью наблюдаемых месячных итогов, попавших в соответствующий предиктивный интервал. Серые линии — номинальные 80 и 95 процентов. Зелёные линии соединяют модели только для удобства сравнения, порядок моделей категориальный, не временной.</a:t>
            </a:r>
          </a:p>
          <a:p xmlns:a="http://schemas.openxmlformats.org/drawingml/2006/main">
            <a:r>
              <a:t/>
            </a:r>
          </a:p>
          <a:p xmlns:a="http://schemas.openxmlformats.org/drawingml/2006/main">
            <a:r>
              <a:t>Для M3 фактическое покрытие равно 72,1% вместо 80% и 90,0% вместо 95%. M4 ближе: 77,9% и 91,8%. Динамика помогает учитывать зависимость внутри месяца. Месячный CRPS тоже чуть лучше для M4: 8,160 против 8,236 у M3. Это не повод выбирать модель задним числом на внешнем тесте, поэтому основная модель остаётся M3, выбранная на раннем validation.</a:t>
            </a:r>
          </a:p>
          <a:p xmlns:a="http://schemas.openxmlformats.org/drawingml/2006/main">
            <a:r>
              <a:t/>
            </a:r>
          </a:p>
          <a:p xmlns:a="http://schemas.openxmlformats.org/drawingml/2006/main">
            <a:r>
              <a:t>280 итогов относятся к 21 месяцу и шестнадцати рядам, это не 280 независимых экспериментов. Внутри временных блоков есть зависимость. Backtest использует одну исправленную версию архива, историческая доступность каждой версии не подтверждена. Семантическая точность контекстных правил не измерена на независимой человеческой разметке. Вывод: календарь улучшает дневной вероятностный прогноз, но месячная калибровка остаётся ограничением.</a:t>
            </a:r>
          </a:p>
          <a:p xmlns:a="http://schemas.openxmlformats.org/drawingml/2006/main">
            <a:r>
              <a:t/>
            </a:r>
          </a:p>
          <a:p xmlns:a="http://schemas.openxmlformats.org/drawingml/2006/main">
            <a:r>
              <a:t>Источник: output/joint_forecast/evaluation_monthly.csv; backtest_monthly.csv; selection.json. Показатели рассчитаны на одном и том же наборе 280 полных month-target cases для каждой модели.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62c0f16b594417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f8d053cb06f467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d8978d2efd7421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59b91e41adb467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ccc8ae7aef0499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ec6d3c6473c4d5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27A707F-6C1F-49EC-BEE7-40D3DC1530B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DCC2403-735F-43D3-A721-A1220117970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1D2E752-ECE9-4A7A-88F7-F629F80158D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0F751E4-888B-4F47-964C-5A26BCB0A55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20589FE-EBDB-4D43-8554-3F19C947D59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917A190-3ADB-472E-BB28-7640C8F68AA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FE0DC87-1997-4F1D-ACBC-2ADBC501667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254C07E-BD98-40B0-8D01-9F04189C6CD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56AF74A-F8B4-4375-94A6-BF71E8E4BF7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B7C4BF6-7615-4133-B63E-172C76BA6DF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e54099a18d74122" /><Relationship Type="http://schemas.openxmlformats.org/officeDocument/2006/relationships/slideLayout" Target="/ppt/slideLayouts/slideLayout1.xml" Id="R53c7eff3dd9d4ebd" /><Relationship Type="http://schemas.openxmlformats.org/officeDocument/2006/relationships/slideLayout" Target="/ppt/slideLayouts/slideLayout2.xml" Id="R114548a9dc574469" /><Relationship Type="http://schemas.openxmlformats.org/officeDocument/2006/relationships/slideLayout" Target="/ppt/slideLayouts/slideLayout3.xml" Id="Raa64286aa31f4f8a" /><Relationship Type="http://schemas.openxmlformats.org/officeDocument/2006/relationships/slideLayout" Target="/ppt/slideLayouts/slideLayout4.xml" Id="R2c51883227b6470e" /><Relationship Type="http://schemas.openxmlformats.org/officeDocument/2006/relationships/slideLayout" Target="/ppt/slideLayouts/slideLayout5.xml" Id="R83f2b7b5a8cd419a" /><Relationship Type="http://schemas.openxmlformats.org/officeDocument/2006/relationships/slideLayout" Target="/ppt/slideLayouts/slideLayout6.xml" Id="R7bffbd7b8824491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3c7eff3dd9d4ebd"/>
    <p:sldLayoutId xmlns:r="http://schemas.openxmlformats.org/officeDocument/2006/relationships" id="2147483650" r:id="R114548a9dc574469"/>
    <p:sldLayoutId xmlns:r="http://schemas.openxmlformats.org/officeDocument/2006/relationships" id="2147483651" r:id="Raa64286aa31f4f8a"/>
    <p:sldLayoutId xmlns:r="http://schemas.openxmlformats.org/officeDocument/2006/relationships" id="2147483652" r:id="R2c51883227b6470e"/>
    <p:sldLayoutId xmlns:r="http://schemas.openxmlformats.org/officeDocument/2006/relationships" id="2147483653" r:id="R83f2b7b5a8cd419a"/>
    <p:sldLayoutId xmlns:r="http://schemas.openxmlformats.org/officeDocument/2006/relationships" id="2147483654" r:id="R7bffbd7b8824491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737b0b43afe4e48" /><Relationship Type="http://schemas.openxmlformats.org/officeDocument/2006/relationships/notesSlide" Target="/ppt/notesSlides/notesSlide1.xml" Id="R5e0fd80546a6452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19ecd335a8e43df" /><Relationship Type="http://schemas.openxmlformats.org/officeDocument/2006/relationships/chart" Target="/ppt/slides/charts/chart1.xml" Id="R8eacbbb30d5e4088" /><Relationship Type="http://schemas.openxmlformats.org/officeDocument/2006/relationships/chart" Target="/ppt/slides/charts/chart2.xml" Id="R062c0e7689d84bb6" /><Relationship Type="http://schemas.openxmlformats.org/officeDocument/2006/relationships/notesSlide" Target="/ppt/notesSlides/notesSlide2.xml" Id="R4e2e4ad7c478475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45c3626cc7e4b04" /><Relationship Type="http://schemas.openxmlformats.org/officeDocument/2006/relationships/chart" Target="/ppt/slides/charts/chart3.xml" Id="R88c0188c4a7e4f8d" /><Relationship Type="http://schemas.openxmlformats.org/officeDocument/2006/relationships/chart" Target="/ppt/slides/charts/chart4.xml" Id="R5985254104954c2f" /><Relationship Type="http://schemas.openxmlformats.org/officeDocument/2006/relationships/chart" Target="/ppt/slides/charts/chart5.xml" Id="R8cd5b22d320844bb" /><Relationship Type="http://schemas.openxmlformats.org/officeDocument/2006/relationships/chart" Target="/ppt/slides/charts/chart6.xml" Id="Ra9961f974092450c" /><Relationship Type="http://schemas.openxmlformats.org/officeDocument/2006/relationships/notesSlide" Target="/ppt/notesSlides/notesSlide3.xml" Id="R35deccddc8774c2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d4f1c796a4b4a27" /><Relationship Type="http://schemas.openxmlformats.org/officeDocument/2006/relationships/chart" Target="/ppt/slides/charts/chart7.xml" Id="Rc820617abf324741" /><Relationship Type="http://schemas.openxmlformats.org/officeDocument/2006/relationships/chart" Target="/ppt/slides/charts/chart8.xml" Id="Re529da9e36c04089" /><Relationship Type="http://schemas.openxmlformats.org/officeDocument/2006/relationships/notesSlide" Target="/ppt/notesSlides/notesSlide4.xml" Id="R1911a936fe954d7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f49107aafea4b42" /><Relationship Type="http://schemas.openxmlformats.org/officeDocument/2006/relationships/chart" Target="/ppt/slides/charts/chart9.xml" Id="R33f59205c9df4ec1" /><Relationship Type="http://schemas.openxmlformats.org/officeDocument/2006/relationships/chart" Target="/ppt/slides/charts/chart10.xml" Id="R48112cd65dc6479c" /><Relationship Type="http://schemas.openxmlformats.org/officeDocument/2006/relationships/notesSlide" Target="/ppt/notesSlides/notesSlide5.xml" Id="R7168f0f5c52445c0" /></Relationships>
</file>

<file path=ppt/slides/charts/_rels/chart1.xml.rels><?xml version='1.0' encoding='utf-8'?>
<ns0:Relationships xmlns:ns0="http://schemas.openxmlformats.org/package/2006/relationships"><ns0:Relationship Id="rIdWorkbook" Type="http://schemas.openxmlformats.org/officeDocument/2006/relationships/package" Target="chart1.xlsx" /></ns0:Relationships>
</file>

<file path=ppt/slides/charts/_rels/chart2.xml.rels><?xml version='1.0' encoding='utf-8'?>
<ns0:Relationships xmlns:ns0="http://schemas.openxmlformats.org/package/2006/relationships"><ns0:Relationship Id="rIdWorkbook" Type="http://schemas.openxmlformats.org/officeDocument/2006/relationships/package" Target="chart2.xlsx" /></ns0:Relationships>
</file>

<file path=ppt/slides/charts/_rels/chart3.xml.rels><?xml version='1.0' encoding='utf-8'?>
<ns0:Relationships xmlns:ns0="http://schemas.openxmlformats.org/package/2006/relationships"><ns0:Relationship Id="rIdWorkbook" Type="http://schemas.openxmlformats.org/officeDocument/2006/relationships/package" Target="chart3.xlsx" /></ns0:Relationships>
</file>

<file path=ppt/slides/charts/_rels/chart4.xml.rels><?xml version='1.0' encoding='utf-8'?>
<ns0:Relationships xmlns:ns0="http://schemas.openxmlformats.org/package/2006/relationships"><ns0:Relationship Id="rIdWorkbook" Type="http://schemas.openxmlformats.org/officeDocument/2006/relationships/package" Target="chart4.xlsx" /></ns0:Relationships>
</file>

<file path=ppt/slides/charts/_rels/chart5.xml.rels><?xml version='1.0' encoding='utf-8'?>
<ns0:Relationships xmlns:ns0="http://schemas.openxmlformats.org/package/2006/relationships"><ns0:Relationship Id="rIdWorkbook" Type="http://schemas.openxmlformats.org/officeDocument/2006/relationships/package" Target="chart5.xlsx" /></ns0:Relationships>
</file>

<file path=ppt/slides/charts/_rels/chart6.xml.rels><?xml version='1.0' encoding='utf-8'?>
<ns0:Relationships xmlns:ns0="http://schemas.openxmlformats.org/package/2006/relationships"><ns0:Relationship Id="rIdWorkbook" Type="http://schemas.openxmlformats.org/officeDocument/2006/relationships/package" Target="chart6.xlsx" /></ns0:Relationships>
</file>

<file path=ppt/slides/charts/_rels/chart7.xml.rels><?xml version='1.0' encoding='utf-8'?>
<ns0:Relationships xmlns:ns0="http://schemas.openxmlformats.org/package/2006/relationships"><ns0:Relationship Id="rIdWorkbook" Type="http://schemas.openxmlformats.org/officeDocument/2006/relationships/package" Target="chart7.xlsx" /></ns0:Relationships>
</file>

<file path=ppt/slides/charts/_rels/chart8.xml.rels><?xml version='1.0' encoding='utf-8'?>
<ns0:Relationships xmlns:ns0="http://schemas.openxmlformats.org/package/2006/relationships"><ns0:Relationship Id="rIdWorkbook" Type="http://schemas.openxmlformats.org/officeDocument/2006/relationships/package" Target="chart8.xlsx" /></ns0:Relationships>
</file>

<file path=ppt/slides/charts/_rels/chart9.xml.rels><?xml version='1.0' encoding='utf-8'?>
<ns0:Relationships xmlns:ns0="http://schemas.openxmlformats.org/package/2006/relationships"><ns0:Relationship Id="rIdWorkbook" Type="http://schemas.openxmlformats.org/officeDocument/2006/relationships/package" Target="chart9.xlsx" /></ns0:Relationships>
</file>

<file path=ppt/slides/charts/_rels/chart10.xml.rels><?xml version='1.0' encoding='utf-8'?>
<ns0:Relationships xmlns:ns0="http://schemas.openxmlformats.org/package/2006/relationships"><ns0:Relationship Id="rIdWorkbook" Type="http://schemas.openxmlformats.org/officeDocument/2006/relationships/package" Target="chart10.xlsx" /></ns0:Relationships>
</file>

<file path=ppt/slides/charts/chart1.xml><?xml version="1.0" encoding="utf-8"?>
<c:chartSpace xmlns:c="http://schemas.openxmlformats.org/drawingml/2006/chart" xmlns:ns1="http://schemas.openxmlformats.org/drawingml/2006/main" xmlns:r="http://schemas.openxmlformats.org/officeDocument/2006/relationships">
  <c:lang val="en-US"/>
  <c:chart>
    <c:title>
      <c:tx>
        <c:rich>
          <ns1:bodyPr/>
          <ns1:lstStyle/>
          <ns1:p>
            <ns1:r>
              <ns1:rPr sz="1875">
                <ns1:solidFill>
                  <ns1:srgbClr val="243C45"/>
                </ns1:solidFill>
                <ns1:latin typeface="Arial"/>
                <ns1:ea typeface="Arial"/>
                <ns1:cs typeface="Arial"/>
              </ns1:rPr>
              <ns1:t>Ленин</ns1:t>
            </ns1:r>
          </ns1:p>
        </c:rich>
      </c:tx>
      <c:overlay val="0"/>
      <c:txPr>
        <ns1:bodyPr anchorCtr="1"/>
        <ns1:lstStyle/>
        <ns1:p>
          <ns1:pPr>
            <ns1:defRPr sz="1875">
              <ns1:solidFill>
                <ns1:srgbClr val="243C45"/>
              </ns1:solidFill>
              <ns1:latin typeface="Arial"/>
              <ns1:ea typeface="Arial"/>
              <ns1:cs typeface="Arial"/>
            </ns1:defRPr>
          </ns1:pPr>
        </ns1:p>
      </c:txPr>
    </c:title>
    <c:plotArea>
      <c:scatterChart>
        <c:scatterStyle val="line"/>
        <c:varyColors val="0"/>
        <c:ser>
          <c:idx val="0"/>
          <c:order val="0"/>
          <c:tx>
            <c:v>До очистки</c:v>
          </c:tx>
          <c:spPr>
            <ns1:solidFill>
              <ns1:srgbClr val="AFB9BA"/>
            </ns1:solidFill>
            <ns1:ln w="11430">
              <ns1:solidFill>
                <ns1:srgbClr val="AFB9BA"/>
              </ns1:solidFill>
            </ns1:ln>
          </c:spPr>
          <c:marker>
            <c:symbol val="none"/>
          </c:marker>
          <c:xVal>
            <c:numRef>
              <c:f>'Chart Data'!$A$2:$A$1283</c:f>
              <c:numCache>
                <c:formatCode>General</c:formatCode>
                <c:ptCount val="1282"/>
                <c:pt idx="0">
                  <c:v>2023</c:v>
                </c:pt>
                <c:pt idx="1">
                  <c:v>2023.0027</c:v>
                </c:pt>
                <c:pt idx="2">
                  <c:v>2023.0055</c:v>
                </c:pt>
                <c:pt idx="3">
                  <c:v>2023.0082</c:v>
                </c:pt>
                <c:pt idx="4">
                  <c:v>2023.011</c:v>
                </c:pt>
                <c:pt idx="5">
                  <c:v>2023.0137</c:v>
                </c:pt>
                <c:pt idx="6">
                  <c:v>2023.0164</c:v>
                </c:pt>
                <c:pt idx="7">
                  <c:v>2023.0192</c:v>
                </c:pt>
                <c:pt idx="8">
                  <c:v>2023.0219</c:v>
                </c:pt>
                <c:pt idx="9">
                  <c:v>2023.0247</c:v>
                </c:pt>
                <c:pt idx="10">
                  <c:v>2023.0274</c:v>
                </c:pt>
                <c:pt idx="11">
                  <c:v>2023.0301</c:v>
                </c:pt>
                <c:pt idx="12">
                  <c:v>2023.0329</c:v>
                </c:pt>
                <c:pt idx="13">
                  <c:v>2023.0356</c:v>
                </c:pt>
                <c:pt idx="14">
                  <c:v>2023.0384</c:v>
                </c:pt>
                <c:pt idx="15">
                  <c:v>2023.0411</c:v>
                </c:pt>
                <c:pt idx="16">
                  <c:v>2023.0438</c:v>
                </c:pt>
                <c:pt idx="17">
                  <c:v>2023.0466</c:v>
                </c:pt>
                <c:pt idx="18">
                  <c:v>2023.0493</c:v>
                </c:pt>
                <c:pt idx="19">
                  <c:v>2023.0521</c:v>
                </c:pt>
                <c:pt idx="20">
                  <c:v>2023.0548</c:v>
                </c:pt>
                <c:pt idx="21">
                  <c:v>2023.0575</c:v>
                </c:pt>
                <c:pt idx="22">
                  <c:v>2023.0603</c:v>
                </c:pt>
                <c:pt idx="23">
                  <c:v>2023.063</c:v>
                </c:pt>
                <c:pt idx="24">
                  <c:v>2023.0658</c:v>
                </c:pt>
                <c:pt idx="25">
                  <c:v>2023.0685</c:v>
                </c:pt>
                <c:pt idx="26">
                  <c:v>2023.0712</c:v>
                </c:pt>
                <c:pt idx="27">
                  <c:v>2023.074</c:v>
                </c:pt>
                <c:pt idx="28">
                  <c:v>2023.0767</c:v>
                </c:pt>
                <c:pt idx="29">
                  <c:v>2023.0795</c:v>
                </c:pt>
                <c:pt idx="30">
                  <c:v>2023.0822</c:v>
                </c:pt>
                <c:pt idx="31">
                  <c:v>2023.0849</c:v>
                </c:pt>
                <c:pt idx="32">
                  <c:v>2023.0877</c:v>
                </c:pt>
                <c:pt idx="33">
                  <c:v>2023.0904</c:v>
                </c:pt>
                <c:pt idx="34">
                  <c:v>2023.0932</c:v>
                </c:pt>
                <c:pt idx="35">
                  <c:v>2023.0959</c:v>
                </c:pt>
                <c:pt idx="36">
                  <c:v>2023.0986</c:v>
                </c:pt>
                <c:pt idx="37">
                  <c:v>2023.1014</c:v>
                </c:pt>
                <c:pt idx="38">
                  <c:v>2023.1041</c:v>
                </c:pt>
                <c:pt idx="39">
                  <c:v>2023.1068</c:v>
                </c:pt>
                <c:pt idx="40">
                  <c:v>2023.1096</c:v>
                </c:pt>
                <c:pt idx="41">
                  <c:v>2023.1123</c:v>
                </c:pt>
                <c:pt idx="42">
                  <c:v>2023.1151</c:v>
                </c:pt>
                <c:pt idx="43">
                  <c:v>2023.1178</c:v>
                </c:pt>
                <c:pt idx="44">
                  <c:v>2023.1205</c:v>
                </c:pt>
                <c:pt idx="45">
                  <c:v>2023.1233</c:v>
                </c:pt>
                <c:pt idx="46">
                  <c:v>2023.126</c:v>
                </c:pt>
                <c:pt idx="47">
                  <c:v>2023.1288</c:v>
                </c:pt>
                <c:pt idx="48">
                  <c:v>2023.1671</c:v>
                </c:pt>
                <c:pt idx="49">
                  <c:v>2023.1699</c:v>
                </c:pt>
                <c:pt idx="50">
                  <c:v>2023.1726</c:v>
                </c:pt>
                <c:pt idx="51">
                  <c:v>2023.1753</c:v>
                </c:pt>
                <c:pt idx="52">
                  <c:v>2023.1781</c:v>
                </c:pt>
                <c:pt idx="53">
                  <c:v>2023.1808</c:v>
                </c:pt>
                <c:pt idx="54">
                  <c:v>2023.1836</c:v>
                </c:pt>
                <c:pt idx="55">
                  <c:v>2023.1863</c:v>
                </c:pt>
                <c:pt idx="56">
                  <c:v>2023.189</c:v>
                </c:pt>
                <c:pt idx="57">
                  <c:v>2023.1918</c:v>
                </c:pt>
                <c:pt idx="58">
                  <c:v>2023.1945</c:v>
                </c:pt>
                <c:pt idx="59">
                  <c:v>2023.1973</c:v>
                </c:pt>
                <c:pt idx="60">
                  <c:v>2023.2</c:v>
                </c:pt>
                <c:pt idx="61">
                  <c:v>2023.2027</c:v>
                </c:pt>
                <c:pt idx="62">
                  <c:v>2023.2055</c:v>
                </c:pt>
                <c:pt idx="63">
                  <c:v>2023.2082</c:v>
                </c:pt>
                <c:pt idx="64">
                  <c:v>2023.211</c:v>
                </c:pt>
                <c:pt idx="65">
                  <c:v>2023.2137</c:v>
                </c:pt>
                <c:pt idx="66">
                  <c:v>2023.2164</c:v>
                </c:pt>
                <c:pt idx="67">
                  <c:v>2023.2192</c:v>
                </c:pt>
                <c:pt idx="68">
                  <c:v>2023.2219</c:v>
                </c:pt>
                <c:pt idx="69">
                  <c:v>2023.2247</c:v>
                </c:pt>
                <c:pt idx="70">
                  <c:v>2023.2274</c:v>
                </c:pt>
                <c:pt idx="71">
                  <c:v>2023.2301</c:v>
                </c:pt>
                <c:pt idx="72">
                  <c:v>2023.2329</c:v>
                </c:pt>
                <c:pt idx="73">
                  <c:v>2023.2356</c:v>
                </c:pt>
                <c:pt idx="74">
                  <c:v>2023.2384</c:v>
                </c:pt>
                <c:pt idx="75">
                  <c:v>2023.2411</c:v>
                </c:pt>
                <c:pt idx="76">
                  <c:v>2023.2438</c:v>
                </c:pt>
                <c:pt idx="77">
                  <c:v>2023.2466</c:v>
                </c:pt>
                <c:pt idx="78">
                  <c:v>2023.2493</c:v>
                </c:pt>
                <c:pt idx="79">
                  <c:v>2023.2521</c:v>
                </c:pt>
                <c:pt idx="80">
                  <c:v>2023.2548</c:v>
                </c:pt>
                <c:pt idx="81">
                  <c:v>2023.2575</c:v>
                </c:pt>
                <c:pt idx="82">
                  <c:v>2023.2603</c:v>
                </c:pt>
                <c:pt idx="83">
                  <c:v>2023.263</c:v>
                </c:pt>
                <c:pt idx="84">
                  <c:v>2023.2658</c:v>
                </c:pt>
                <c:pt idx="85">
                  <c:v>2023.2685</c:v>
                </c:pt>
                <c:pt idx="86">
                  <c:v>2023.2712</c:v>
                </c:pt>
                <c:pt idx="87">
                  <c:v>2023.274</c:v>
                </c:pt>
                <c:pt idx="88">
                  <c:v>2023.2767</c:v>
                </c:pt>
                <c:pt idx="89">
                  <c:v>2023.2795</c:v>
                </c:pt>
                <c:pt idx="90">
                  <c:v>2023.2822</c:v>
                </c:pt>
                <c:pt idx="91">
                  <c:v>2023.2877</c:v>
                </c:pt>
                <c:pt idx="92">
                  <c:v>2023.2904</c:v>
                </c:pt>
                <c:pt idx="93">
                  <c:v>2023.2932</c:v>
                </c:pt>
                <c:pt idx="94">
                  <c:v>2023.2959</c:v>
                </c:pt>
                <c:pt idx="95">
                  <c:v>2023.2986</c:v>
                </c:pt>
                <c:pt idx="96">
                  <c:v>2023.3014</c:v>
                </c:pt>
                <c:pt idx="97">
                  <c:v>2023.3041</c:v>
                </c:pt>
                <c:pt idx="98">
                  <c:v>2023.3068</c:v>
                </c:pt>
                <c:pt idx="99">
                  <c:v>2023.3096</c:v>
                </c:pt>
                <c:pt idx="100">
                  <c:v>2023.3123</c:v>
                </c:pt>
                <c:pt idx="101">
                  <c:v>2023.3151</c:v>
                </c:pt>
                <c:pt idx="102">
                  <c:v>2023.3178</c:v>
                </c:pt>
                <c:pt idx="103">
                  <c:v>2023.3205</c:v>
                </c:pt>
                <c:pt idx="104">
                  <c:v>2023.3233</c:v>
                </c:pt>
                <c:pt idx="105">
                  <c:v>2023.326</c:v>
                </c:pt>
                <c:pt idx="106">
                  <c:v>2023.3288</c:v>
                </c:pt>
                <c:pt idx="107">
                  <c:v>2023.3315</c:v>
                </c:pt>
                <c:pt idx="108">
                  <c:v>2023.3342</c:v>
                </c:pt>
                <c:pt idx="109">
                  <c:v>2023.337</c:v>
                </c:pt>
                <c:pt idx="110">
                  <c:v>2023.3397</c:v>
                </c:pt>
                <c:pt idx="111">
                  <c:v>2023.3425</c:v>
                </c:pt>
                <c:pt idx="112">
                  <c:v>2023.3452</c:v>
                </c:pt>
                <c:pt idx="113">
                  <c:v>2023.3479</c:v>
                </c:pt>
                <c:pt idx="114">
                  <c:v>2023.3507</c:v>
                </c:pt>
                <c:pt idx="115">
                  <c:v>2023.3534</c:v>
                </c:pt>
                <c:pt idx="116">
                  <c:v>2023.3562</c:v>
                </c:pt>
                <c:pt idx="117">
                  <c:v>2023.3589</c:v>
                </c:pt>
                <c:pt idx="118">
                  <c:v>2023.3616</c:v>
                </c:pt>
                <c:pt idx="119">
                  <c:v>2023.3644</c:v>
                </c:pt>
                <c:pt idx="120">
                  <c:v>2023.3671</c:v>
                </c:pt>
                <c:pt idx="121">
                  <c:v>2023.3699</c:v>
                </c:pt>
                <c:pt idx="122">
                  <c:v>2023.3726</c:v>
                </c:pt>
                <c:pt idx="123">
                  <c:v>2023.3753</c:v>
                </c:pt>
                <c:pt idx="124">
                  <c:v>2023.3781</c:v>
                </c:pt>
                <c:pt idx="125">
                  <c:v>2023.3808</c:v>
                </c:pt>
                <c:pt idx="126">
                  <c:v>2023.3836</c:v>
                </c:pt>
                <c:pt idx="127">
                  <c:v>2023.3863</c:v>
                </c:pt>
                <c:pt idx="128">
                  <c:v>2023.389</c:v>
                </c:pt>
                <c:pt idx="129">
                  <c:v>2023.3918</c:v>
                </c:pt>
                <c:pt idx="130">
                  <c:v>2023.3945</c:v>
                </c:pt>
                <c:pt idx="131">
                  <c:v>2023.3973</c:v>
                </c:pt>
                <c:pt idx="132">
                  <c:v>2023.4</c:v>
                </c:pt>
                <c:pt idx="133">
                  <c:v>2023.4027</c:v>
                </c:pt>
                <c:pt idx="134">
                  <c:v>2023.4055</c:v>
                </c:pt>
                <c:pt idx="135">
                  <c:v>2023.4082</c:v>
                </c:pt>
                <c:pt idx="136">
                  <c:v>2023.411</c:v>
                </c:pt>
                <c:pt idx="137">
                  <c:v>2023.4137</c:v>
                </c:pt>
                <c:pt idx="138">
                  <c:v>2023.4164</c:v>
                </c:pt>
                <c:pt idx="139">
                  <c:v>2023.4192</c:v>
                </c:pt>
                <c:pt idx="140">
                  <c:v>2023.4219</c:v>
                </c:pt>
                <c:pt idx="141">
                  <c:v>2023.4247</c:v>
                </c:pt>
                <c:pt idx="142">
                  <c:v>2023.4274</c:v>
                </c:pt>
                <c:pt idx="143">
                  <c:v>2023.4301</c:v>
                </c:pt>
                <c:pt idx="144">
                  <c:v>2023.4329</c:v>
                </c:pt>
                <c:pt idx="145">
                  <c:v>2023.4356</c:v>
                </c:pt>
                <c:pt idx="146">
                  <c:v>2023.4384</c:v>
                </c:pt>
                <c:pt idx="147">
                  <c:v>2023.4411</c:v>
                </c:pt>
                <c:pt idx="148">
                  <c:v>2023.4438</c:v>
                </c:pt>
                <c:pt idx="149">
                  <c:v>2023.4466</c:v>
                </c:pt>
                <c:pt idx="150">
                  <c:v>2023.4493</c:v>
                </c:pt>
                <c:pt idx="151">
                  <c:v>2023.4521</c:v>
                </c:pt>
                <c:pt idx="152">
                  <c:v>2023.4548</c:v>
                </c:pt>
                <c:pt idx="153">
                  <c:v>2023.4575</c:v>
                </c:pt>
                <c:pt idx="154">
                  <c:v>2023.4603</c:v>
                </c:pt>
                <c:pt idx="155">
                  <c:v>2023.463</c:v>
                </c:pt>
                <c:pt idx="156">
                  <c:v>2023.4658</c:v>
                </c:pt>
                <c:pt idx="157">
                  <c:v>2023.4685</c:v>
                </c:pt>
                <c:pt idx="158">
                  <c:v>2023.4712</c:v>
                </c:pt>
                <c:pt idx="159">
                  <c:v>2023.474</c:v>
                </c:pt>
                <c:pt idx="160">
                  <c:v>2023.4767</c:v>
                </c:pt>
                <c:pt idx="161">
                  <c:v>2023.4795</c:v>
                </c:pt>
                <c:pt idx="162">
                  <c:v>2023.4822</c:v>
                </c:pt>
                <c:pt idx="163">
                  <c:v>2023.4849</c:v>
                </c:pt>
                <c:pt idx="164">
                  <c:v>2023.4877</c:v>
                </c:pt>
                <c:pt idx="165">
                  <c:v>2023.4904</c:v>
                </c:pt>
                <c:pt idx="166">
                  <c:v>2023.4932</c:v>
                </c:pt>
                <c:pt idx="167">
                  <c:v>2023.4959</c:v>
                </c:pt>
                <c:pt idx="168">
                  <c:v>2023.4986</c:v>
                </c:pt>
                <c:pt idx="169">
                  <c:v>2023.5014</c:v>
                </c:pt>
                <c:pt idx="170">
                  <c:v>2023.5041</c:v>
                </c:pt>
                <c:pt idx="171">
                  <c:v>2023.5068</c:v>
                </c:pt>
                <c:pt idx="172">
                  <c:v>2023.5096</c:v>
                </c:pt>
                <c:pt idx="173">
                  <c:v>2023.5123</c:v>
                </c:pt>
                <c:pt idx="174">
                  <c:v>2023.5151</c:v>
                </c:pt>
                <c:pt idx="175">
                  <c:v>2023.5178</c:v>
                </c:pt>
                <c:pt idx="176">
                  <c:v>2023.5205</c:v>
                </c:pt>
                <c:pt idx="177">
                  <c:v>2023.5233</c:v>
                </c:pt>
                <c:pt idx="178">
                  <c:v>2023.526</c:v>
                </c:pt>
                <c:pt idx="179">
                  <c:v>2023.5288</c:v>
                </c:pt>
                <c:pt idx="180">
                  <c:v>2023.5315</c:v>
                </c:pt>
                <c:pt idx="181">
                  <c:v>2023.5342</c:v>
                </c:pt>
                <c:pt idx="182">
                  <c:v>2023.537</c:v>
                </c:pt>
                <c:pt idx="183">
                  <c:v>2023.5397</c:v>
                </c:pt>
                <c:pt idx="184">
                  <c:v>2023.5425</c:v>
                </c:pt>
                <c:pt idx="185">
                  <c:v>2023.5452</c:v>
                </c:pt>
                <c:pt idx="186">
                  <c:v>2023.5479</c:v>
                </c:pt>
                <c:pt idx="187">
                  <c:v>2023.5507</c:v>
                </c:pt>
                <c:pt idx="188">
                  <c:v>2023.5534</c:v>
                </c:pt>
                <c:pt idx="189">
                  <c:v>2023.5562</c:v>
                </c:pt>
                <c:pt idx="190">
                  <c:v>2023.5589</c:v>
                </c:pt>
                <c:pt idx="191">
                  <c:v>2023.5616</c:v>
                </c:pt>
                <c:pt idx="192">
                  <c:v>2023.5644</c:v>
                </c:pt>
                <c:pt idx="193">
                  <c:v>2023.5671</c:v>
                </c:pt>
                <c:pt idx="194">
                  <c:v>2023.5699</c:v>
                </c:pt>
                <c:pt idx="195">
                  <c:v>2023.6301</c:v>
                </c:pt>
                <c:pt idx="196">
                  <c:v>2023.6329</c:v>
                </c:pt>
                <c:pt idx="197">
                  <c:v>2023.6356</c:v>
                </c:pt>
                <c:pt idx="198">
                  <c:v>2023.6384</c:v>
                </c:pt>
                <c:pt idx="199">
                  <c:v>2023.6411</c:v>
                </c:pt>
                <c:pt idx="200">
                  <c:v>2023.6438</c:v>
                </c:pt>
                <c:pt idx="201">
                  <c:v>2023.6466</c:v>
                </c:pt>
                <c:pt idx="202">
                  <c:v>2023.6493</c:v>
                </c:pt>
                <c:pt idx="203">
                  <c:v>2023.6521</c:v>
                </c:pt>
                <c:pt idx="204">
                  <c:v>2023.6548</c:v>
                </c:pt>
                <c:pt idx="205">
                  <c:v>2023.6575</c:v>
                </c:pt>
                <c:pt idx="206">
                  <c:v>2023.6603</c:v>
                </c:pt>
                <c:pt idx="207">
                  <c:v>2023.663</c:v>
                </c:pt>
                <c:pt idx="208">
                  <c:v>2023.6712</c:v>
                </c:pt>
                <c:pt idx="209">
                  <c:v>2023.674</c:v>
                </c:pt>
                <c:pt idx="210">
                  <c:v>2023.6767</c:v>
                </c:pt>
                <c:pt idx="211">
                  <c:v>2023.6795</c:v>
                </c:pt>
                <c:pt idx="212">
                  <c:v>2023.6822</c:v>
                </c:pt>
                <c:pt idx="213">
                  <c:v>2023.6849</c:v>
                </c:pt>
                <c:pt idx="214">
                  <c:v>2023.6877</c:v>
                </c:pt>
                <c:pt idx="215">
                  <c:v>2023.6904</c:v>
                </c:pt>
                <c:pt idx="216">
                  <c:v>2023.6932</c:v>
                </c:pt>
                <c:pt idx="217">
                  <c:v>2023.6959</c:v>
                </c:pt>
                <c:pt idx="218">
                  <c:v>2023.6986</c:v>
                </c:pt>
                <c:pt idx="219">
                  <c:v>2023.7014</c:v>
                </c:pt>
                <c:pt idx="220">
                  <c:v>2023.7041</c:v>
                </c:pt>
                <c:pt idx="221">
                  <c:v>2023.7068</c:v>
                </c:pt>
                <c:pt idx="222">
                  <c:v>2023.7096</c:v>
                </c:pt>
                <c:pt idx="223">
                  <c:v>2023.7123</c:v>
                </c:pt>
                <c:pt idx="224">
                  <c:v>2023.7151</c:v>
                </c:pt>
                <c:pt idx="225">
                  <c:v>2023.7178</c:v>
                </c:pt>
                <c:pt idx="226">
                  <c:v>2023.7205</c:v>
                </c:pt>
                <c:pt idx="227">
                  <c:v>2023.7233</c:v>
                </c:pt>
                <c:pt idx="228">
                  <c:v>2023.726</c:v>
                </c:pt>
                <c:pt idx="229">
                  <c:v>2023.7288</c:v>
                </c:pt>
                <c:pt idx="230">
                  <c:v>2023.7315</c:v>
                </c:pt>
                <c:pt idx="231">
                  <c:v>2023.7342</c:v>
                </c:pt>
                <c:pt idx="232">
                  <c:v>2023.737</c:v>
                </c:pt>
                <c:pt idx="233">
                  <c:v>2023.7397</c:v>
                </c:pt>
                <c:pt idx="234">
                  <c:v>2023.7425</c:v>
                </c:pt>
                <c:pt idx="235">
                  <c:v>2023.7452</c:v>
                </c:pt>
                <c:pt idx="236">
                  <c:v>2023.7479</c:v>
                </c:pt>
                <c:pt idx="237">
                  <c:v>2023.7507</c:v>
                </c:pt>
                <c:pt idx="238">
                  <c:v>2023.7534</c:v>
                </c:pt>
                <c:pt idx="239">
                  <c:v>2023.7562</c:v>
                </c:pt>
                <c:pt idx="240">
                  <c:v>2023.7589</c:v>
                </c:pt>
                <c:pt idx="241">
                  <c:v>2023.7616</c:v>
                </c:pt>
                <c:pt idx="242">
                  <c:v>2023.7644</c:v>
                </c:pt>
                <c:pt idx="243">
                  <c:v>2023.7671</c:v>
                </c:pt>
                <c:pt idx="244">
                  <c:v>2023.7699</c:v>
                </c:pt>
                <c:pt idx="245">
                  <c:v>2023.7726</c:v>
                </c:pt>
                <c:pt idx="246">
                  <c:v>2023.7753</c:v>
                </c:pt>
                <c:pt idx="247">
                  <c:v>2023.7781</c:v>
                </c:pt>
                <c:pt idx="248">
                  <c:v>2023.7808</c:v>
                </c:pt>
                <c:pt idx="249">
                  <c:v>2023.7836</c:v>
                </c:pt>
                <c:pt idx="250">
                  <c:v>2023.7863</c:v>
                </c:pt>
                <c:pt idx="251">
                  <c:v>2023.789</c:v>
                </c:pt>
                <c:pt idx="252">
                  <c:v>2023.7918</c:v>
                </c:pt>
                <c:pt idx="253">
                  <c:v>2023.7945</c:v>
                </c:pt>
                <c:pt idx="254">
                  <c:v>2023.7973</c:v>
                </c:pt>
                <c:pt idx="255">
                  <c:v>2023.8</c:v>
                </c:pt>
                <c:pt idx="256">
                  <c:v>2023.8027</c:v>
                </c:pt>
                <c:pt idx="257">
                  <c:v>2023.8055</c:v>
                </c:pt>
                <c:pt idx="258">
                  <c:v>2023.8082</c:v>
                </c:pt>
                <c:pt idx="259">
                  <c:v>2023.811</c:v>
                </c:pt>
                <c:pt idx="260">
                  <c:v>2023.8137</c:v>
                </c:pt>
                <c:pt idx="261">
                  <c:v>2023.8164</c:v>
                </c:pt>
                <c:pt idx="262">
                  <c:v>2023.8192</c:v>
                </c:pt>
                <c:pt idx="263">
                  <c:v>2023.8219</c:v>
                </c:pt>
                <c:pt idx="264">
                  <c:v>2023.8247</c:v>
                </c:pt>
                <c:pt idx="265">
                  <c:v>2023.8274</c:v>
                </c:pt>
                <c:pt idx="266">
                  <c:v>2023.8301</c:v>
                </c:pt>
                <c:pt idx="267">
                  <c:v>2023.8329</c:v>
                </c:pt>
                <c:pt idx="268">
                  <c:v>2023.8356</c:v>
                </c:pt>
                <c:pt idx="269">
                  <c:v>2023.8384</c:v>
                </c:pt>
                <c:pt idx="270">
                  <c:v>2023.8411</c:v>
                </c:pt>
                <c:pt idx="271">
                  <c:v>2023.8438</c:v>
                </c:pt>
                <c:pt idx="272">
                  <c:v>2023.8466</c:v>
                </c:pt>
                <c:pt idx="273">
                  <c:v>2023.8493</c:v>
                </c:pt>
                <c:pt idx="274">
                  <c:v>2023.8521</c:v>
                </c:pt>
                <c:pt idx="275">
                  <c:v>2023.8548</c:v>
                </c:pt>
                <c:pt idx="276">
                  <c:v>2023.8575</c:v>
                </c:pt>
                <c:pt idx="277">
                  <c:v>2023.8603</c:v>
                </c:pt>
                <c:pt idx="278">
                  <c:v>2023.863</c:v>
                </c:pt>
                <c:pt idx="279">
                  <c:v>2023.8658</c:v>
                </c:pt>
                <c:pt idx="280">
                  <c:v>2023.8685</c:v>
                </c:pt>
                <c:pt idx="281">
                  <c:v>2023.8712</c:v>
                </c:pt>
                <c:pt idx="282">
                  <c:v>2023.874</c:v>
                </c:pt>
                <c:pt idx="283">
                  <c:v>2023.8767</c:v>
                </c:pt>
                <c:pt idx="284">
                  <c:v>2023.8795</c:v>
                </c:pt>
                <c:pt idx="285">
                  <c:v>2023.8877</c:v>
                </c:pt>
                <c:pt idx="286">
                  <c:v>2023.8904</c:v>
                </c:pt>
                <c:pt idx="287">
                  <c:v>2023.8932</c:v>
                </c:pt>
                <c:pt idx="288">
                  <c:v>2023.8959</c:v>
                </c:pt>
                <c:pt idx="289">
                  <c:v>2023.8986</c:v>
                </c:pt>
                <c:pt idx="290">
                  <c:v>2023.9014</c:v>
                </c:pt>
                <c:pt idx="291">
                  <c:v>2023.9041</c:v>
                </c:pt>
                <c:pt idx="292">
                  <c:v>2023.9068</c:v>
                </c:pt>
                <c:pt idx="293">
                  <c:v>2023.9096</c:v>
                </c:pt>
                <c:pt idx="294">
                  <c:v>2023.9123</c:v>
                </c:pt>
                <c:pt idx="295">
                  <c:v>2023.9151</c:v>
                </c:pt>
                <c:pt idx="296">
                  <c:v>2023.9178</c:v>
                </c:pt>
                <c:pt idx="297">
                  <c:v>2023.9205</c:v>
                </c:pt>
                <c:pt idx="298">
                  <c:v>2023.9233</c:v>
                </c:pt>
                <c:pt idx="299">
                  <c:v>2023.926</c:v>
                </c:pt>
                <c:pt idx="300">
                  <c:v>2023.9342</c:v>
                </c:pt>
                <c:pt idx="301">
                  <c:v>2023.937</c:v>
                </c:pt>
                <c:pt idx="302">
                  <c:v>2023.9397</c:v>
                </c:pt>
                <c:pt idx="303">
                  <c:v>2023.9425</c:v>
                </c:pt>
                <c:pt idx="304">
                  <c:v>2023.9452</c:v>
                </c:pt>
                <c:pt idx="305">
                  <c:v>2023.9479</c:v>
                </c:pt>
                <c:pt idx="306">
                  <c:v>2023.9507</c:v>
                </c:pt>
                <c:pt idx="307">
                  <c:v>2023.9534</c:v>
                </c:pt>
                <c:pt idx="308">
                  <c:v>2023.9562</c:v>
                </c:pt>
                <c:pt idx="309">
                  <c:v>2023.9589</c:v>
                </c:pt>
                <c:pt idx="310">
                  <c:v>2023.9616</c:v>
                </c:pt>
                <c:pt idx="311">
                  <c:v>2023.9644</c:v>
                </c:pt>
                <c:pt idx="312">
                  <c:v>2023.9671</c:v>
                </c:pt>
                <c:pt idx="313">
                  <c:v>2023.9699</c:v>
                </c:pt>
                <c:pt idx="314">
                  <c:v>2023.9726</c:v>
                </c:pt>
                <c:pt idx="315">
                  <c:v>2023.9753</c:v>
                </c:pt>
                <c:pt idx="316">
                  <c:v>2023.9781</c:v>
                </c:pt>
                <c:pt idx="317">
                  <c:v>2023.9808</c:v>
                </c:pt>
                <c:pt idx="318">
                  <c:v>2023.9836</c:v>
                </c:pt>
                <c:pt idx="319">
                  <c:v>2023.9863</c:v>
                </c:pt>
                <c:pt idx="320">
                  <c:v>2023.989</c:v>
                </c:pt>
                <c:pt idx="321">
                  <c:v>2023.9918</c:v>
                </c:pt>
                <c:pt idx="322">
                  <c:v>2023.9945</c:v>
                </c:pt>
                <c:pt idx="323">
                  <c:v>2023.9973</c:v>
                </c:pt>
                <c:pt idx="324">
                  <c:v>2024</c:v>
                </c:pt>
                <c:pt idx="325">
                  <c:v>2024.0027</c:v>
                </c:pt>
                <c:pt idx="326">
                  <c:v>2024.0055</c:v>
                </c:pt>
                <c:pt idx="327">
                  <c:v>2024.0082</c:v>
                </c:pt>
                <c:pt idx="328">
                  <c:v>2024.0109</c:v>
                </c:pt>
                <c:pt idx="329">
                  <c:v>2024.0137</c:v>
                </c:pt>
                <c:pt idx="330">
                  <c:v>2024.0164</c:v>
                </c:pt>
                <c:pt idx="331">
                  <c:v>2024.0191</c:v>
                </c:pt>
                <c:pt idx="332">
                  <c:v>2024.0219</c:v>
                </c:pt>
                <c:pt idx="333">
                  <c:v>2024.0246</c:v>
                </c:pt>
                <c:pt idx="334">
                  <c:v>2024.0273</c:v>
                </c:pt>
                <c:pt idx="335">
                  <c:v>2024.0301</c:v>
                </c:pt>
                <c:pt idx="336">
                  <c:v>2024.0328</c:v>
                </c:pt>
                <c:pt idx="337">
                  <c:v>2024.0355</c:v>
                </c:pt>
                <c:pt idx="338">
                  <c:v>2024.0383</c:v>
                </c:pt>
                <c:pt idx="339">
                  <c:v>2024.041</c:v>
                </c:pt>
                <c:pt idx="340">
                  <c:v>2024.0437</c:v>
                </c:pt>
                <c:pt idx="341">
                  <c:v>2024.0464</c:v>
                </c:pt>
                <c:pt idx="342">
                  <c:v>2024.0492</c:v>
                </c:pt>
                <c:pt idx="343">
                  <c:v>2024.0519</c:v>
                </c:pt>
                <c:pt idx="344">
                  <c:v>2024.0546</c:v>
                </c:pt>
                <c:pt idx="345">
                  <c:v>2024.0574</c:v>
                </c:pt>
                <c:pt idx="346">
                  <c:v>2024.0601</c:v>
                </c:pt>
                <c:pt idx="347">
                  <c:v>2024.0628</c:v>
                </c:pt>
                <c:pt idx="348">
                  <c:v>2024.0656</c:v>
                </c:pt>
                <c:pt idx="349">
                  <c:v>2024.0683</c:v>
                </c:pt>
                <c:pt idx="350">
                  <c:v>2024.071</c:v>
                </c:pt>
                <c:pt idx="351">
                  <c:v>2024.0738</c:v>
                </c:pt>
                <c:pt idx="352">
                  <c:v>2024.0765</c:v>
                </c:pt>
                <c:pt idx="353">
                  <c:v>2024.0792</c:v>
                </c:pt>
                <c:pt idx="354">
                  <c:v>2024.082</c:v>
                </c:pt>
                <c:pt idx="355">
                  <c:v>2024.0847</c:v>
                </c:pt>
                <c:pt idx="356">
                  <c:v>2024.0874</c:v>
                </c:pt>
                <c:pt idx="357">
                  <c:v>2024.0902</c:v>
                </c:pt>
                <c:pt idx="358">
                  <c:v>2024.0929</c:v>
                </c:pt>
                <c:pt idx="359">
                  <c:v>2024.0956</c:v>
                </c:pt>
                <c:pt idx="360">
                  <c:v>2024.0984</c:v>
                </c:pt>
                <c:pt idx="361">
                  <c:v>2024.1011</c:v>
                </c:pt>
                <c:pt idx="362">
                  <c:v>2024.1038</c:v>
                </c:pt>
                <c:pt idx="363">
                  <c:v>2024.1066</c:v>
                </c:pt>
                <c:pt idx="364">
                  <c:v>2024.1093</c:v>
                </c:pt>
                <c:pt idx="365">
                  <c:v>2024.112</c:v>
                </c:pt>
                <c:pt idx="366">
                  <c:v>2024.1148</c:v>
                </c:pt>
                <c:pt idx="367">
                  <c:v>2024.1175</c:v>
                </c:pt>
                <c:pt idx="368">
                  <c:v>2024.1202</c:v>
                </c:pt>
                <c:pt idx="369">
                  <c:v>2024.123</c:v>
                </c:pt>
                <c:pt idx="370">
                  <c:v>2024.1257</c:v>
                </c:pt>
                <c:pt idx="371">
                  <c:v>2024.1284</c:v>
                </c:pt>
                <c:pt idx="372">
                  <c:v>2024.1311</c:v>
                </c:pt>
                <c:pt idx="373">
                  <c:v>2024.1339</c:v>
                </c:pt>
                <c:pt idx="374">
                  <c:v>2024.1366</c:v>
                </c:pt>
                <c:pt idx="375">
                  <c:v>2024.1393</c:v>
                </c:pt>
                <c:pt idx="376">
                  <c:v>2024.1421</c:v>
                </c:pt>
                <c:pt idx="377">
                  <c:v>2024.1448</c:v>
                </c:pt>
                <c:pt idx="378">
                  <c:v>2024.1475</c:v>
                </c:pt>
                <c:pt idx="379">
                  <c:v>2024.1503</c:v>
                </c:pt>
                <c:pt idx="380">
                  <c:v>2024.153</c:v>
                </c:pt>
                <c:pt idx="381">
                  <c:v>2024.1557</c:v>
                </c:pt>
                <c:pt idx="382">
                  <c:v>2024.1585</c:v>
                </c:pt>
                <c:pt idx="383">
                  <c:v>2024.1612</c:v>
                </c:pt>
                <c:pt idx="384">
                  <c:v>2024.1639</c:v>
                </c:pt>
                <c:pt idx="385">
                  <c:v>2024.1667</c:v>
                </c:pt>
                <c:pt idx="386">
                  <c:v>2024.1694</c:v>
                </c:pt>
                <c:pt idx="387">
                  <c:v>2024.1721</c:v>
                </c:pt>
                <c:pt idx="388">
                  <c:v>2024.1749</c:v>
                </c:pt>
                <c:pt idx="389">
                  <c:v>2024.1776</c:v>
                </c:pt>
                <c:pt idx="390">
                  <c:v>2024.1803</c:v>
                </c:pt>
                <c:pt idx="391">
                  <c:v>2024.1831</c:v>
                </c:pt>
                <c:pt idx="392">
                  <c:v>2024.1858</c:v>
                </c:pt>
                <c:pt idx="393">
                  <c:v>2024.1885</c:v>
                </c:pt>
                <c:pt idx="394">
                  <c:v>2024.1913</c:v>
                </c:pt>
                <c:pt idx="395">
                  <c:v>2024.194</c:v>
                </c:pt>
                <c:pt idx="396">
                  <c:v>2024.1967</c:v>
                </c:pt>
                <c:pt idx="397">
                  <c:v>2024.1995</c:v>
                </c:pt>
                <c:pt idx="398">
                  <c:v>2024.2022</c:v>
                </c:pt>
                <c:pt idx="399">
                  <c:v>2024.2049</c:v>
                </c:pt>
                <c:pt idx="400">
                  <c:v>2024.2077</c:v>
                </c:pt>
                <c:pt idx="401">
                  <c:v>2024.2104</c:v>
                </c:pt>
                <c:pt idx="402">
                  <c:v>2024.2131</c:v>
                </c:pt>
                <c:pt idx="403">
                  <c:v>2024.2158</c:v>
                </c:pt>
                <c:pt idx="404">
                  <c:v>2024.2186</c:v>
                </c:pt>
                <c:pt idx="405">
                  <c:v>2024.2213</c:v>
                </c:pt>
                <c:pt idx="406">
                  <c:v>2024.224</c:v>
                </c:pt>
                <c:pt idx="407">
                  <c:v>2024.2268</c:v>
                </c:pt>
                <c:pt idx="408">
                  <c:v>2024.2295</c:v>
                </c:pt>
                <c:pt idx="409">
                  <c:v>2024.2322</c:v>
                </c:pt>
                <c:pt idx="410">
                  <c:v>2024.235</c:v>
                </c:pt>
                <c:pt idx="411">
                  <c:v>2024.2377</c:v>
                </c:pt>
                <c:pt idx="412">
                  <c:v>2024.2404</c:v>
                </c:pt>
                <c:pt idx="413">
                  <c:v>2024.2432</c:v>
                </c:pt>
                <c:pt idx="414">
                  <c:v>2024.2459</c:v>
                </c:pt>
                <c:pt idx="415">
                  <c:v>2024.2486</c:v>
                </c:pt>
                <c:pt idx="416">
                  <c:v>2024.2514</c:v>
                </c:pt>
                <c:pt idx="417">
                  <c:v>2024.2541</c:v>
                </c:pt>
                <c:pt idx="418">
                  <c:v>2024.2568</c:v>
                </c:pt>
                <c:pt idx="419">
                  <c:v>2024.2596</c:v>
                </c:pt>
                <c:pt idx="420">
                  <c:v>2024.2623</c:v>
                </c:pt>
                <c:pt idx="421">
                  <c:v>2024.265</c:v>
                </c:pt>
                <c:pt idx="422">
                  <c:v>2024.2678</c:v>
                </c:pt>
                <c:pt idx="423">
                  <c:v>2024.2705</c:v>
                </c:pt>
                <c:pt idx="424">
                  <c:v>2024.2732</c:v>
                </c:pt>
                <c:pt idx="425">
                  <c:v>2024.276</c:v>
                </c:pt>
                <c:pt idx="426">
                  <c:v>2024.2787</c:v>
                </c:pt>
                <c:pt idx="427">
                  <c:v>2024.2814</c:v>
                </c:pt>
                <c:pt idx="428">
                  <c:v>2024.2842</c:v>
                </c:pt>
                <c:pt idx="429">
                  <c:v>2024.2869</c:v>
                </c:pt>
                <c:pt idx="430">
                  <c:v>2024.2896</c:v>
                </c:pt>
                <c:pt idx="431">
                  <c:v>2024.2923</c:v>
                </c:pt>
                <c:pt idx="432">
                  <c:v>2024.2951</c:v>
                </c:pt>
                <c:pt idx="433">
                  <c:v>2024.2978</c:v>
                </c:pt>
                <c:pt idx="434">
                  <c:v>2024.3005</c:v>
                </c:pt>
                <c:pt idx="435">
                  <c:v>2024.3033</c:v>
                </c:pt>
                <c:pt idx="436">
                  <c:v>2024.306</c:v>
                </c:pt>
                <c:pt idx="437">
                  <c:v>2024.3087</c:v>
                </c:pt>
                <c:pt idx="438">
                  <c:v>2024.3115</c:v>
                </c:pt>
                <c:pt idx="439">
                  <c:v>2024.3142</c:v>
                </c:pt>
                <c:pt idx="440">
                  <c:v>2024.3169</c:v>
                </c:pt>
                <c:pt idx="441">
                  <c:v>2024.3197</c:v>
                </c:pt>
                <c:pt idx="442">
                  <c:v>2024.3224</c:v>
                </c:pt>
                <c:pt idx="443">
                  <c:v>2024.3251</c:v>
                </c:pt>
                <c:pt idx="444">
                  <c:v>2024.3279</c:v>
                </c:pt>
                <c:pt idx="445">
                  <c:v>2024.3306</c:v>
                </c:pt>
                <c:pt idx="446">
                  <c:v>2024.3333</c:v>
                </c:pt>
                <c:pt idx="447">
                  <c:v>2024.3361</c:v>
                </c:pt>
                <c:pt idx="448">
                  <c:v>2024.3388</c:v>
                </c:pt>
                <c:pt idx="449">
                  <c:v>2024.3415</c:v>
                </c:pt>
                <c:pt idx="450">
                  <c:v>2024.3443</c:v>
                </c:pt>
                <c:pt idx="451">
                  <c:v>2024.347</c:v>
                </c:pt>
                <c:pt idx="452">
                  <c:v>2024.3497</c:v>
                </c:pt>
                <c:pt idx="453">
                  <c:v>2024.3525</c:v>
                </c:pt>
                <c:pt idx="454">
                  <c:v>2024.3552</c:v>
                </c:pt>
                <c:pt idx="455">
                  <c:v>2024.3579</c:v>
                </c:pt>
                <c:pt idx="456">
                  <c:v>2024.3607</c:v>
                </c:pt>
                <c:pt idx="457">
                  <c:v>2024.3634</c:v>
                </c:pt>
                <c:pt idx="458">
                  <c:v>2024.3661</c:v>
                </c:pt>
                <c:pt idx="459">
                  <c:v>2024.3689</c:v>
                </c:pt>
                <c:pt idx="460">
                  <c:v>2024.3716</c:v>
                </c:pt>
                <c:pt idx="461">
                  <c:v>2024.3743</c:v>
                </c:pt>
                <c:pt idx="462">
                  <c:v>2024.377</c:v>
                </c:pt>
                <c:pt idx="463">
                  <c:v>2024.3798</c:v>
                </c:pt>
                <c:pt idx="464">
                  <c:v>2024.3825</c:v>
                </c:pt>
                <c:pt idx="465">
                  <c:v>2024.3852</c:v>
                </c:pt>
                <c:pt idx="466">
                  <c:v>2024.388</c:v>
                </c:pt>
                <c:pt idx="467">
                  <c:v>2024.3907</c:v>
                </c:pt>
                <c:pt idx="468">
                  <c:v>2024.3934</c:v>
                </c:pt>
                <c:pt idx="469">
                  <c:v>2024.3962</c:v>
                </c:pt>
                <c:pt idx="470">
                  <c:v>2024.3989</c:v>
                </c:pt>
                <c:pt idx="471">
                  <c:v>2024.4016</c:v>
                </c:pt>
                <c:pt idx="472">
                  <c:v>2024.4044</c:v>
                </c:pt>
                <c:pt idx="473">
                  <c:v>2024.4071</c:v>
                </c:pt>
                <c:pt idx="474">
                  <c:v>2024.4098</c:v>
                </c:pt>
                <c:pt idx="475">
                  <c:v>2024.4126</c:v>
                </c:pt>
                <c:pt idx="476">
                  <c:v>2024.4153</c:v>
                </c:pt>
                <c:pt idx="477">
                  <c:v>2024.418</c:v>
                </c:pt>
                <c:pt idx="478">
                  <c:v>2024.4208</c:v>
                </c:pt>
                <c:pt idx="479">
                  <c:v>2024.4235</c:v>
                </c:pt>
                <c:pt idx="480">
                  <c:v>2024.4262</c:v>
                </c:pt>
                <c:pt idx="481">
                  <c:v>2024.429</c:v>
                </c:pt>
                <c:pt idx="482">
                  <c:v>2024.4317</c:v>
                </c:pt>
                <c:pt idx="483">
                  <c:v>2024.4344</c:v>
                </c:pt>
                <c:pt idx="484">
                  <c:v>2024.4372</c:v>
                </c:pt>
                <c:pt idx="485">
                  <c:v>2024.4399</c:v>
                </c:pt>
                <c:pt idx="486">
                  <c:v>2024.4426</c:v>
                </c:pt>
                <c:pt idx="487">
                  <c:v>2024.4454</c:v>
                </c:pt>
                <c:pt idx="488">
                  <c:v>2024.4481</c:v>
                </c:pt>
                <c:pt idx="489">
                  <c:v>2024.4508</c:v>
                </c:pt>
                <c:pt idx="490">
                  <c:v>2024.4536</c:v>
                </c:pt>
                <c:pt idx="491">
                  <c:v>2024.4563</c:v>
                </c:pt>
                <c:pt idx="492">
                  <c:v>2024.459</c:v>
                </c:pt>
                <c:pt idx="493">
                  <c:v>2024.4617</c:v>
                </c:pt>
                <c:pt idx="494">
                  <c:v>2024.4645</c:v>
                </c:pt>
                <c:pt idx="495">
                  <c:v>2024.4672</c:v>
                </c:pt>
                <c:pt idx="496">
                  <c:v>2024.4699</c:v>
                </c:pt>
                <c:pt idx="497">
                  <c:v>2024.4727</c:v>
                </c:pt>
                <c:pt idx="498">
                  <c:v>2024.4754</c:v>
                </c:pt>
                <c:pt idx="499">
                  <c:v>2024.4781</c:v>
                </c:pt>
                <c:pt idx="500">
                  <c:v>2024.4809</c:v>
                </c:pt>
                <c:pt idx="501">
                  <c:v>2024.4891</c:v>
                </c:pt>
                <c:pt idx="502">
                  <c:v>2024.4918</c:v>
                </c:pt>
                <c:pt idx="503">
                  <c:v>2024.4945</c:v>
                </c:pt>
                <c:pt idx="504">
                  <c:v>2024.4973</c:v>
                </c:pt>
                <c:pt idx="505">
                  <c:v>2024.5</c:v>
                </c:pt>
                <c:pt idx="506">
                  <c:v>2024.5027</c:v>
                </c:pt>
                <c:pt idx="507">
                  <c:v>2024.5055</c:v>
                </c:pt>
                <c:pt idx="508">
                  <c:v>2024.5082</c:v>
                </c:pt>
                <c:pt idx="509">
                  <c:v>2024.5109</c:v>
                </c:pt>
                <c:pt idx="510">
                  <c:v>2024.5137</c:v>
                </c:pt>
                <c:pt idx="511">
                  <c:v>2024.5164</c:v>
                </c:pt>
                <c:pt idx="512">
                  <c:v>2024.5191</c:v>
                </c:pt>
                <c:pt idx="513">
                  <c:v>2024.5219</c:v>
                </c:pt>
                <c:pt idx="514">
                  <c:v>2024.5246</c:v>
                </c:pt>
                <c:pt idx="515">
                  <c:v>2024.5273</c:v>
                </c:pt>
                <c:pt idx="516">
                  <c:v>2024.5301</c:v>
                </c:pt>
                <c:pt idx="517">
                  <c:v>2024.5328</c:v>
                </c:pt>
                <c:pt idx="518">
                  <c:v>2024.5355</c:v>
                </c:pt>
                <c:pt idx="519">
                  <c:v>2024.5383</c:v>
                </c:pt>
                <c:pt idx="520">
                  <c:v>2024.541</c:v>
                </c:pt>
                <c:pt idx="521">
                  <c:v>2024.5437</c:v>
                </c:pt>
                <c:pt idx="522">
                  <c:v>2024.5464</c:v>
                </c:pt>
                <c:pt idx="523">
                  <c:v>2024.5492</c:v>
                </c:pt>
                <c:pt idx="524">
                  <c:v>2024.5519</c:v>
                </c:pt>
                <c:pt idx="525">
                  <c:v>2024.5546</c:v>
                </c:pt>
                <c:pt idx="526">
                  <c:v>2024.5574</c:v>
                </c:pt>
                <c:pt idx="527">
                  <c:v>2024.5601</c:v>
                </c:pt>
                <c:pt idx="528">
                  <c:v>2024.5628</c:v>
                </c:pt>
                <c:pt idx="529">
                  <c:v>2024.5656</c:v>
                </c:pt>
                <c:pt idx="530">
                  <c:v>2024.5683</c:v>
                </c:pt>
                <c:pt idx="531">
                  <c:v>2024.571</c:v>
                </c:pt>
                <c:pt idx="532">
                  <c:v>2024.5738</c:v>
                </c:pt>
                <c:pt idx="533">
                  <c:v>2024.5765</c:v>
                </c:pt>
                <c:pt idx="534">
                  <c:v>2024.5792</c:v>
                </c:pt>
                <c:pt idx="535">
                  <c:v>2024.582</c:v>
                </c:pt>
                <c:pt idx="536">
                  <c:v>2024.5847</c:v>
                </c:pt>
                <c:pt idx="537">
                  <c:v>2024.5874</c:v>
                </c:pt>
                <c:pt idx="538">
                  <c:v>2024.5902</c:v>
                </c:pt>
                <c:pt idx="539">
                  <c:v>2024.5929</c:v>
                </c:pt>
                <c:pt idx="540">
                  <c:v>2024.5956</c:v>
                </c:pt>
                <c:pt idx="541">
                  <c:v>2024.5984</c:v>
                </c:pt>
                <c:pt idx="542">
                  <c:v>2024.6011</c:v>
                </c:pt>
                <c:pt idx="543">
                  <c:v>2024.6038</c:v>
                </c:pt>
                <c:pt idx="544">
                  <c:v>2024.6066</c:v>
                </c:pt>
                <c:pt idx="545">
                  <c:v>2024.6093</c:v>
                </c:pt>
                <c:pt idx="546">
                  <c:v>2024.612</c:v>
                </c:pt>
                <c:pt idx="547">
                  <c:v>2024.6148</c:v>
                </c:pt>
                <c:pt idx="548">
                  <c:v>2024.6175</c:v>
                </c:pt>
                <c:pt idx="549">
                  <c:v>2024.6202</c:v>
                </c:pt>
                <c:pt idx="550">
                  <c:v>2024.623</c:v>
                </c:pt>
                <c:pt idx="551">
                  <c:v>2024.6257</c:v>
                </c:pt>
                <c:pt idx="552">
                  <c:v>2024.6284</c:v>
                </c:pt>
                <c:pt idx="553">
                  <c:v>2024.6311</c:v>
                </c:pt>
                <c:pt idx="554">
                  <c:v>2024.6339</c:v>
                </c:pt>
                <c:pt idx="555">
                  <c:v>2024.6366</c:v>
                </c:pt>
                <c:pt idx="556">
                  <c:v>2024.6393</c:v>
                </c:pt>
                <c:pt idx="557">
                  <c:v>2024.6421</c:v>
                </c:pt>
                <c:pt idx="558">
                  <c:v>2024.6448</c:v>
                </c:pt>
                <c:pt idx="559">
                  <c:v>2024.6475</c:v>
                </c:pt>
                <c:pt idx="560">
                  <c:v>2024.6503</c:v>
                </c:pt>
                <c:pt idx="561">
                  <c:v>2024.653</c:v>
                </c:pt>
                <c:pt idx="562">
                  <c:v>2024.6557</c:v>
                </c:pt>
                <c:pt idx="563">
                  <c:v>2024.6585</c:v>
                </c:pt>
                <c:pt idx="564">
                  <c:v>2024.6612</c:v>
                </c:pt>
                <c:pt idx="565">
                  <c:v>2024.6639</c:v>
                </c:pt>
                <c:pt idx="566">
                  <c:v>2024.6667</c:v>
                </c:pt>
                <c:pt idx="567">
                  <c:v>2024.6694</c:v>
                </c:pt>
                <c:pt idx="568">
                  <c:v>2024.6721</c:v>
                </c:pt>
                <c:pt idx="569">
                  <c:v>2024.6749</c:v>
                </c:pt>
                <c:pt idx="570">
                  <c:v>2024.6776</c:v>
                </c:pt>
                <c:pt idx="571">
                  <c:v>2024.6803</c:v>
                </c:pt>
                <c:pt idx="572">
                  <c:v>2024.6831</c:v>
                </c:pt>
                <c:pt idx="573">
                  <c:v>2024.6858</c:v>
                </c:pt>
                <c:pt idx="574">
                  <c:v>2024.6885</c:v>
                </c:pt>
                <c:pt idx="575">
                  <c:v>2024.6913</c:v>
                </c:pt>
                <c:pt idx="576">
                  <c:v>2024.694</c:v>
                </c:pt>
                <c:pt idx="577">
                  <c:v>2024.6967</c:v>
                </c:pt>
                <c:pt idx="578">
                  <c:v>2024.6995</c:v>
                </c:pt>
                <c:pt idx="579">
                  <c:v>2024.7022</c:v>
                </c:pt>
                <c:pt idx="580">
                  <c:v>2024.7049</c:v>
                </c:pt>
                <c:pt idx="581">
                  <c:v>2024.7077</c:v>
                </c:pt>
                <c:pt idx="582">
                  <c:v>2024.7104</c:v>
                </c:pt>
                <c:pt idx="583">
                  <c:v>2024.7131</c:v>
                </c:pt>
                <c:pt idx="584">
                  <c:v>2024.7158</c:v>
                </c:pt>
                <c:pt idx="585">
                  <c:v>2024.7186</c:v>
                </c:pt>
                <c:pt idx="586">
                  <c:v>2024.7213</c:v>
                </c:pt>
                <c:pt idx="587">
                  <c:v>2024.724</c:v>
                </c:pt>
                <c:pt idx="588">
                  <c:v>2024.7268</c:v>
                </c:pt>
                <c:pt idx="589">
                  <c:v>2024.7295</c:v>
                </c:pt>
                <c:pt idx="590">
                  <c:v>2024.7322</c:v>
                </c:pt>
                <c:pt idx="591">
                  <c:v>2024.735</c:v>
                </c:pt>
                <c:pt idx="592">
                  <c:v>2024.7377</c:v>
                </c:pt>
                <c:pt idx="593">
                  <c:v>2024.7404</c:v>
                </c:pt>
                <c:pt idx="594">
                  <c:v>2024.7432</c:v>
                </c:pt>
                <c:pt idx="595">
                  <c:v>2024.7459</c:v>
                </c:pt>
                <c:pt idx="596">
                  <c:v>2024.7486</c:v>
                </c:pt>
                <c:pt idx="597">
                  <c:v>2024.7514</c:v>
                </c:pt>
                <c:pt idx="598">
                  <c:v>2024.7541</c:v>
                </c:pt>
                <c:pt idx="599">
                  <c:v>2024.7568</c:v>
                </c:pt>
                <c:pt idx="600">
                  <c:v>2024.7596</c:v>
                </c:pt>
                <c:pt idx="601">
                  <c:v>2024.7623</c:v>
                </c:pt>
                <c:pt idx="602">
                  <c:v>2024.765</c:v>
                </c:pt>
                <c:pt idx="603">
                  <c:v>2024.7678</c:v>
                </c:pt>
                <c:pt idx="604">
                  <c:v>2024.7705</c:v>
                </c:pt>
                <c:pt idx="605">
                  <c:v>2024.7732</c:v>
                </c:pt>
                <c:pt idx="606">
                  <c:v>2024.8142</c:v>
                </c:pt>
                <c:pt idx="607">
                  <c:v>2024.8169</c:v>
                </c:pt>
                <c:pt idx="608">
                  <c:v>2024.8197</c:v>
                </c:pt>
                <c:pt idx="609">
                  <c:v>2024.8224</c:v>
                </c:pt>
                <c:pt idx="610">
                  <c:v>2024.8251</c:v>
                </c:pt>
                <c:pt idx="611">
                  <c:v>2024.8279</c:v>
                </c:pt>
                <c:pt idx="612">
                  <c:v>2024.8306</c:v>
                </c:pt>
                <c:pt idx="613">
                  <c:v>2024.8333</c:v>
                </c:pt>
                <c:pt idx="614">
                  <c:v>2024.8361</c:v>
                </c:pt>
                <c:pt idx="615">
                  <c:v>2024.8388</c:v>
                </c:pt>
                <c:pt idx="616">
                  <c:v>2024.8415</c:v>
                </c:pt>
                <c:pt idx="617">
                  <c:v>2024.8443</c:v>
                </c:pt>
                <c:pt idx="618">
                  <c:v>2024.847</c:v>
                </c:pt>
                <c:pt idx="619">
                  <c:v>2024.8497</c:v>
                </c:pt>
                <c:pt idx="620">
                  <c:v>2024.8525</c:v>
                </c:pt>
                <c:pt idx="621">
                  <c:v>2024.8552</c:v>
                </c:pt>
                <c:pt idx="622">
                  <c:v>2024.8579</c:v>
                </c:pt>
                <c:pt idx="623">
                  <c:v>2024.8607</c:v>
                </c:pt>
                <c:pt idx="624">
                  <c:v>2024.8634</c:v>
                </c:pt>
                <c:pt idx="625">
                  <c:v>2024.8661</c:v>
                </c:pt>
                <c:pt idx="626">
                  <c:v>2024.8689</c:v>
                </c:pt>
                <c:pt idx="627">
                  <c:v>2024.8716</c:v>
                </c:pt>
                <c:pt idx="628">
                  <c:v>2024.8743</c:v>
                </c:pt>
                <c:pt idx="629">
                  <c:v>2024.877</c:v>
                </c:pt>
                <c:pt idx="630">
                  <c:v>2024.8798</c:v>
                </c:pt>
                <c:pt idx="631">
                  <c:v>2024.8825</c:v>
                </c:pt>
                <c:pt idx="632">
                  <c:v>2024.8852</c:v>
                </c:pt>
                <c:pt idx="633">
                  <c:v>2024.888</c:v>
                </c:pt>
                <c:pt idx="634">
                  <c:v>2024.8907</c:v>
                </c:pt>
                <c:pt idx="635">
                  <c:v>2024.8934</c:v>
                </c:pt>
                <c:pt idx="636">
                  <c:v>2024.8962</c:v>
                </c:pt>
                <c:pt idx="637">
                  <c:v>2024.8989</c:v>
                </c:pt>
                <c:pt idx="638">
                  <c:v>2024.9016</c:v>
                </c:pt>
                <c:pt idx="639">
                  <c:v>2024.9044</c:v>
                </c:pt>
                <c:pt idx="640">
                  <c:v>2024.9071</c:v>
                </c:pt>
                <c:pt idx="641">
                  <c:v>2024.9098</c:v>
                </c:pt>
                <c:pt idx="642">
                  <c:v>2024.9126</c:v>
                </c:pt>
                <c:pt idx="643">
                  <c:v>2024.9153</c:v>
                </c:pt>
                <c:pt idx="644">
                  <c:v>2024.918</c:v>
                </c:pt>
                <c:pt idx="645">
                  <c:v>2024.9208</c:v>
                </c:pt>
                <c:pt idx="646">
                  <c:v>2024.9235</c:v>
                </c:pt>
                <c:pt idx="647">
                  <c:v>2024.9262</c:v>
                </c:pt>
                <c:pt idx="648">
                  <c:v>2024.929</c:v>
                </c:pt>
                <c:pt idx="649">
                  <c:v>2024.9317</c:v>
                </c:pt>
                <c:pt idx="650">
                  <c:v>2024.9344</c:v>
                </c:pt>
                <c:pt idx="651">
                  <c:v>2024.9372</c:v>
                </c:pt>
                <c:pt idx="652">
                  <c:v>2024.9399</c:v>
                </c:pt>
                <c:pt idx="653">
                  <c:v>2024.9426</c:v>
                </c:pt>
                <c:pt idx="654">
                  <c:v>2024.9454</c:v>
                </c:pt>
                <c:pt idx="655">
                  <c:v>2024.9481</c:v>
                </c:pt>
                <c:pt idx="656">
                  <c:v>2024.9508</c:v>
                </c:pt>
                <c:pt idx="657">
                  <c:v>2024.9536</c:v>
                </c:pt>
                <c:pt idx="658">
                  <c:v>2024.9563</c:v>
                </c:pt>
                <c:pt idx="659">
                  <c:v>2024.959</c:v>
                </c:pt>
                <c:pt idx="660">
                  <c:v>2024.9617</c:v>
                </c:pt>
                <c:pt idx="661">
                  <c:v>2024.9645</c:v>
                </c:pt>
                <c:pt idx="662">
                  <c:v>2024.9672</c:v>
                </c:pt>
                <c:pt idx="663">
                  <c:v>2024.9699</c:v>
                </c:pt>
                <c:pt idx="664">
                  <c:v>2024.9727</c:v>
                </c:pt>
                <c:pt idx="665">
                  <c:v>2024.9754</c:v>
                </c:pt>
                <c:pt idx="666">
                  <c:v>2024.9781</c:v>
                </c:pt>
                <c:pt idx="667">
                  <c:v>2024.9809</c:v>
                </c:pt>
                <c:pt idx="668">
                  <c:v>2024.9836</c:v>
                </c:pt>
                <c:pt idx="669">
                  <c:v>2024.9863</c:v>
                </c:pt>
                <c:pt idx="670">
                  <c:v>2024.9891</c:v>
                </c:pt>
                <c:pt idx="671">
                  <c:v>2024.9918</c:v>
                </c:pt>
                <c:pt idx="672">
                  <c:v>2024.9945</c:v>
                </c:pt>
                <c:pt idx="673">
                  <c:v>2024.9973</c:v>
                </c:pt>
                <c:pt idx="674">
                  <c:v>2025</c:v>
                </c:pt>
                <c:pt idx="675">
                  <c:v>2025.0027</c:v>
                </c:pt>
                <c:pt idx="676">
                  <c:v>2025.0055</c:v>
                </c:pt>
                <c:pt idx="677">
                  <c:v>2025.0082</c:v>
                </c:pt>
                <c:pt idx="678">
                  <c:v>2025.011</c:v>
                </c:pt>
                <c:pt idx="679">
                  <c:v>2025.0192</c:v>
                </c:pt>
                <c:pt idx="680">
                  <c:v>2025.0219</c:v>
                </c:pt>
                <c:pt idx="681">
                  <c:v>2025.0247</c:v>
                </c:pt>
                <c:pt idx="682">
                  <c:v>2025.0274</c:v>
                </c:pt>
                <c:pt idx="683">
                  <c:v>2025.0301</c:v>
                </c:pt>
                <c:pt idx="684">
                  <c:v>2025.0329</c:v>
                </c:pt>
                <c:pt idx="685">
                  <c:v>2025.0356</c:v>
                </c:pt>
                <c:pt idx="686">
                  <c:v>2025.0384</c:v>
                </c:pt>
                <c:pt idx="687">
                  <c:v>2025.0411</c:v>
                </c:pt>
                <c:pt idx="688">
                  <c:v>2025.0438</c:v>
                </c:pt>
                <c:pt idx="689">
                  <c:v>2025.0466</c:v>
                </c:pt>
                <c:pt idx="690">
                  <c:v>2025.0493</c:v>
                </c:pt>
                <c:pt idx="691">
                  <c:v>2025.0521</c:v>
                </c:pt>
                <c:pt idx="692">
                  <c:v>2025.0548</c:v>
                </c:pt>
                <c:pt idx="693">
                  <c:v>2025.0575</c:v>
                </c:pt>
                <c:pt idx="694">
                  <c:v>2025.0603</c:v>
                </c:pt>
                <c:pt idx="695">
                  <c:v>2025.063</c:v>
                </c:pt>
                <c:pt idx="696">
                  <c:v>2025.0658</c:v>
                </c:pt>
                <c:pt idx="697">
                  <c:v>2025.0685</c:v>
                </c:pt>
                <c:pt idx="698">
                  <c:v>2025.0712</c:v>
                </c:pt>
                <c:pt idx="699">
                  <c:v>2025.074</c:v>
                </c:pt>
                <c:pt idx="700">
                  <c:v>2025.0767</c:v>
                </c:pt>
                <c:pt idx="701">
                  <c:v>2025.0795</c:v>
                </c:pt>
                <c:pt idx="702">
                  <c:v>2025.0822</c:v>
                </c:pt>
                <c:pt idx="703">
                  <c:v>2025.0849</c:v>
                </c:pt>
                <c:pt idx="704">
                  <c:v>2025.0877</c:v>
                </c:pt>
                <c:pt idx="705">
                  <c:v>2025.0904</c:v>
                </c:pt>
                <c:pt idx="706">
                  <c:v>2025.0932</c:v>
                </c:pt>
                <c:pt idx="707">
                  <c:v>2025.0959</c:v>
                </c:pt>
                <c:pt idx="708">
                  <c:v>2025.0986</c:v>
                </c:pt>
                <c:pt idx="709">
                  <c:v>2025.1014</c:v>
                </c:pt>
                <c:pt idx="710">
                  <c:v>2025.1041</c:v>
                </c:pt>
                <c:pt idx="711">
                  <c:v>2025.1068</c:v>
                </c:pt>
                <c:pt idx="712">
                  <c:v>2025.1096</c:v>
                </c:pt>
                <c:pt idx="713">
                  <c:v>2025.1123</c:v>
                </c:pt>
                <c:pt idx="714">
                  <c:v>2025.1151</c:v>
                </c:pt>
                <c:pt idx="715">
                  <c:v>2025.1178</c:v>
                </c:pt>
                <c:pt idx="716">
                  <c:v>2025.1205</c:v>
                </c:pt>
                <c:pt idx="717">
                  <c:v>2025.1233</c:v>
                </c:pt>
                <c:pt idx="718">
                  <c:v>2025.126</c:v>
                </c:pt>
                <c:pt idx="719">
                  <c:v>2025.1288</c:v>
                </c:pt>
                <c:pt idx="720">
                  <c:v>2025.1315</c:v>
                </c:pt>
                <c:pt idx="721">
                  <c:v>2025.1342</c:v>
                </c:pt>
                <c:pt idx="722">
                  <c:v>2025.137</c:v>
                </c:pt>
                <c:pt idx="723">
                  <c:v>2025.1397</c:v>
                </c:pt>
                <c:pt idx="724">
                  <c:v>2025.1425</c:v>
                </c:pt>
                <c:pt idx="725">
                  <c:v>2025.1452</c:v>
                </c:pt>
                <c:pt idx="726">
                  <c:v>2025.1479</c:v>
                </c:pt>
                <c:pt idx="727">
                  <c:v>2025.1507</c:v>
                </c:pt>
                <c:pt idx="728">
                  <c:v>2025.1534</c:v>
                </c:pt>
                <c:pt idx="729">
                  <c:v>2025.1562</c:v>
                </c:pt>
                <c:pt idx="730">
                  <c:v>2025.1589</c:v>
                </c:pt>
                <c:pt idx="731">
                  <c:v>2025.1616</c:v>
                </c:pt>
                <c:pt idx="732">
                  <c:v>2025.1644</c:v>
                </c:pt>
                <c:pt idx="733">
                  <c:v>2025.1671</c:v>
                </c:pt>
                <c:pt idx="734">
                  <c:v>2025.1699</c:v>
                </c:pt>
                <c:pt idx="735">
                  <c:v>2025.1726</c:v>
                </c:pt>
                <c:pt idx="736">
                  <c:v>2025.1753</c:v>
                </c:pt>
                <c:pt idx="737">
                  <c:v>2025.1781</c:v>
                </c:pt>
                <c:pt idx="738">
                  <c:v>2025.1808</c:v>
                </c:pt>
                <c:pt idx="739">
                  <c:v>2025.1836</c:v>
                </c:pt>
                <c:pt idx="740">
                  <c:v>2025.1863</c:v>
                </c:pt>
                <c:pt idx="741">
                  <c:v>2025.189</c:v>
                </c:pt>
                <c:pt idx="742">
                  <c:v>2025.1918</c:v>
                </c:pt>
                <c:pt idx="743">
                  <c:v>2025.1945</c:v>
                </c:pt>
                <c:pt idx="744">
                  <c:v>2025.1973</c:v>
                </c:pt>
                <c:pt idx="745">
                  <c:v>2025.2</c:v>
                </c:pt>
                <c:pt idx="746">
                  <c:v>2025.2027</c:v>
                </c:pt>
                <c:pt idx="747">
                  <c:v>2025.2055</c:v>
                </c:pt>
                <c:pt idx="748">
                  <c:v>2025.2082</c:v>
                </c:pt>
                <c:pt idx="749">
                  <c:v>2025.211</c:v>
                </c:pt>
                <c:pt idx="750">
                  <c:v>2025.2137</c:v>
                </c:pt>
                <c:pt idx="751">
                  <c:v>2025.2164</c:v>
                </c:pt>
                <c:pt idx="752">
                  <c:v>2025.2192</c:v>
                </c:pt>
                <c:pt idx="753">
                  <c:v>2025.2219</c:v>
                </c:pt>
                <c:pt idx="754">
                  <c:v>2025.2247</c:v>
                </c:pt>
                <c:pt idx="755">
                  <c:v>2025.2274</c:v>
                </c:pt>
                <c:pt idx="756">
                  <c:v>2025.2301</c:v>
                </c:pt>
                <c:pt idx="757">
                  <c:v>2025.2329</c:v>
                </c:pt>
                <c:pt idx="758">
                  <c:v>2025.2356</c:v>
                </c:pt>
                <c:pt idx="759">
                  <c:v>2025.2384</c:v>
                </c:pt>
                <c:pt idx="760">
                  <c:v>2025.2411</c:v>
                </c:pt>
                <c:pt idx="761">
                  <c:v>2025.2438</c:v>
                </c:pt>
                <c:pt idx="762">
                  <c:v>2025.2466</c:v>
                </c:pt>
                <c:pt idx="763">
                  <c:v>2025.2493</c:v>
                </c:pt>
                <c:pt idx="764">
                  <c:v>2025.2521</c:v>
                </c:pt>
                <c:pt idx="765">
                  <c:v>2025.2548</c:v>
                </c:pt>
                <c:pt idx="766">
                  <c:v>2025.2575</c:v>
                </c:pt>
                <c:pt idx="767">
                  <c:v>2025.2603</c:v>
                </c:pt>
                <c:pt idx="768">
                  <c:v>2025.263</c:v>
                </c:pt>
                <c:pt idx="769">
                  <c:v>2025.2658</c:v>
                </c:pt>
                <c:pt idx="770">
                  <c:v>2025.2685</c:v>
                </c:pt>
                <c:pt idx="771">
                  <c:v>2025.2712</c:v>
                </c:pt>
                <c:pt idx="772">
                  <c:v>2025.274</c:v>
                </c:pt>
                <c:pt idx="773">
                  <c:v>2025.2767</c:v>
                </c:pt>
                <c:pt idx="774">
                  <c:v>2025.2795</c:v>
                </c:pt>
                <c:pt idx="775">
                  <c:v>2025.2822</c:v>
                </c:pt>
                <c:pt idx="776">
                  <c:v>2025.2849</c:v>
                </c:pt>
                <c:pt idx="777">
                  <c:v>2025.2877</c:v>
                </c:pt>
                <c:pt idx="778">
                  <c:v>2025.2904</c:v>
                </c:pt>
                <c:pt idx="779">
                  <c:v>2025.2932</c:v>
                </c:pt>
                <c:pt idx="780">
                  <c:v>2025.2959</c:v>
                </c:pt>
                <c:pt idx="781">
                  <c:v>2025.2986</c:v>
                </c:pt>
                <c:pt idx="782">
                  <c:v>2025.3014</c:v>
                </c:pt>
                <c:pt idx="783">
                  <c:v>2025.3041</c:v>
                </c:pt>
                <c:pt idx="784">
                  <c:v>2025.3068</c:v>
                </c:pt>
                <c:pt idx="785">
                  <c:v>2025.3096</c:v>
                </c:pt>
                <c:pt idx="786">
                  <c:v>2025.3123</c:v>
                </c:pt>
                <c:pt idx="787">
                  <c:v>2025.3151</c:v>
                </c:pt>
                <c:pt idx="788">
                  <c:v>2025.3178</c:v>
                </c:pt>
                <c:pt idx="789">
                  <c:v>2025.3205</c:v>
                </c:pt>
                <c:pt idx="790">
                  <c:v>2025.3233</c:v>
                </c:pt>
                <c:pt idx="791">
                  <c:v>2025.326</c:v>
                </c:pt>
                <c:pt idx="792">
                  <c:v>2025.3288</c:v>
                </c:pt>
                <c:pt idx="793">
                  <c:v>2025.3315</c:v>
                </c:pt>
                <c:pt idx="794">
                  <c:v>2025.3342</c:v>
                </c:pt>
                <c:pt idx="795">
                  <c:v>2025.337</c:v>
                </c:pt>
                <c:pt idx="796">
                  <c:v>2025.3397</c:v>
                </c:pt>
                <c:pt idx="797">
                  <c:v>2025.3425</c:v>
                </c:pt>
                <c:pt idx="798">
                  <c:v>2025.3452</c:v>
                </c:pt>
                <c:pt idx="799">
                  <c:v>2025.3479</c:v>
                </c:pt>
                <c:pt idx="800">
                  <c:v>2025.3507</c:v>
                </c:pt>
                <c:pt idx="801">
                  <c:v>2025.3534</c:v>
                </c:pt>
                <c:pt idx="802">
                  <c:v>2025.3562</c:v>
                </c:pt>
                <c:pt idx="803">
                  <c:v>2025.3589</c:v>
                </c:pt>
                <c:pt idx="804">
                  <c:v>2025.3616</c:v>
                </c:pt>
                <c:pt idx="805">
                  <c:v>2025.3644</c:v>
                </c:pt>
                <c:pt idx="806">
                  <c:v>2025.3671</c:v>
                </c:pt>
                <c:pt idx="807">
                  <c:v>2025.3699</c:v>
                </c:pt>
                <c:pt idx="808">
                  <c:v>2025.3726</c:v>
                </c:pt>
                <c:pt idx="809">
                  <c:v>2025.3753</c:v>
                </c:pt>
                <c:pt idx="810">
                  <c:v>2025.3781</c:v>
                </c:pt>
                <c:pt idx="811">
                  <c:v>2025.3808</c:v>
                </c:pt>
                <c:pt idx="812">
                  <c:v>2025.3836</c:v>
                </c:pt>
                <c:pt idx="813">
                  <c:v>2025.3863</c:v>
                </c:pt>
                <c:pt idx="814">
                  <c:v>2025.389</c:v>
                </c:pt>
                <c:pt idx="815">
                  <c:v>2025.3918</c:v>
                </c:pt>
                <c:pt idx="816">
                  <c:v>2025.3945</c:v>
                </c:pt>
                <c:pt idx="817">
                  <c:v>2025.3973</c:v>
                </c:pt>
                <c:pt idx="818">
                  <c:v>2025.4</c:v>
                </c:pt>
                <c:pt idx="819">
                  <c:v>2025.4027</c:v>
                </c:pt>
                <c:pt idx="820">
                  <c:v>2025.4055</c:v>
                </c:pt>
                <c:pt idx="821">
                  <c:v>2025.4082</c:v>
                </c:pt>
                <c:pt idx="822">
                  <c:v>2025.411</c:v>
                </c:pt>
                <c:pt idx="823">
                  <c:v>2025.4137</c:v>
                </c:pt>
                <c:pt idx="824">
                  <c:v>2025.4164</c:v>
                </c:pt>
                <c:pt idx="825">
                  <c:v>2025.4192</c:v>
                </c:pt>
                <c:pt idx="826">
                  <c:v>2025.4219</c:v>
                </c:pt>
                <c:pt idx="827">
                  <c:v>2025.4247</c:v>
                </c:pt>
                <c:pt idx="828">
                  <c:v>2025.4274</c:v>
                </c:pt>
                <c:pt idx="829">
                  <c:v>2025.4301</c:v>
                </c:pt>
                <c:pt idx="830">
                  <c:v>2025.4329</c:v>
                </c:pt>
                <c:pt idx="831">
                  <c:v>2025.4356</c:v>
                </c:pt>
                <c:pt idx="832">
                  <c:v>2025.4384</c:v>
                </c:pt>
                <c:pt idx="833">
                  <c:v>2025.4411</c:v>
                </c:pt>
                <c:pt idx="834">
                  <c:v>2025.4438</c:v>
                </c:pt>
                <c:pt idx="835">
                  <c:v>2025.4466</c:v>
                </c:pt>
                <c:pt idx="836">
                  <c:v>2025.4493</c:v>
                </c:pt>
                <c:pt idx="837">
                  <c:v>2025.4521</c:v>
                </c:pt>
                <c:pt idx="838">
                  <c:v>2025.4548</c:v>
                </c:pt>
                <c:pt idx="839">
                  <c:v>2025.4575</c:v>
                </c:pt>
                <c:pt idx="840">
                  <c:v>2025.4603</c:v>
                </c:pt>
                <c:pt idx="841">
                  <c:v>2025.463</c:v>
                </c:pt>
                <c:pt idx="842">
                  <c:v>2025.4658</c:v>
                </c:pt>
                <c:pt idx="843">
                  <c:v>2025.4685</c:v>
                </c:pt>
                <c:pt idx="844">
                  <c:v>2025.4712</c:v>
                </c:pt>
                <c:pt idx="845">
                  <c:v>2025.474</c:v>
                </c:pt>
                <c:pt idx="846">
                  <c:v>2025.4767</c:v>
                </c:pt>
                <c:pt idx="847">
                  <c:v>2025.4795</c:v>
                </c:pt>
                <c:pt idx="848">
                  <c:v>2025.4822</c:v>
                </c:pt>
                <c:pt idx="849">
                  <c:v>2025.4849</c:v>
                </c:pt>
                <c:pt idx="850">
                  <c:v>2025.4877</c:v>
                </c:pt>
                <c:pt idx="851">
                  <c:v>2025.4904</c:v>
                </c:pt>
                <c:pt idx="852">
                  <c:v>2025.4932</c:v>
                </c:pt>
                <c:pt idx="853">
                  <c:v>2025.4959</c:v>
                </c:pt>
                <c:pt idx="854">
                  <c:v>2025.4986</c:v>
                </c:pt>
                <c:pt idx="855">
                  <c:v>2025.5014</c:v>
                </c:pt>
                <c:pt idx="856">
                  <c:v>2025.5041</c:v>
                </c:pt>
                <c:pt idx="857">
                  <c:v>2025.5068</c:v>
                </c:pt>
                <c:pt idx="858">
                  <c:v>2025.5096</c:v>
                </c:pt>
                <c:pt idx="859">
                  <c:v>2025.5123</c:v>
                </c:pt>
                <c:pt idx="860">
                  <c:v>2025.5151</c:v>
                </c:pt>
                <c:pt idx="861">
                  <c:v>2025.5178</c:v>
                </c:pt>
                <c:pt idx="862">
                  <c:v>2025.5205</c:v>
                </c:pt>
                <c:pt idx="863">
                  <c:v>2025.5233</c:v>
                </c:pt>
                <c:pt idx="864">
                  <c:v>2025.526</c:v>
                </c:pt>
                <c:pt idx="865">
                  <c:v>2025.5288</c:v>
                </c:pt>
                <c:pt idx="866">
                  <c:v>2025.5315</c:v>
                </c:pt>
                <c:pt idx="867">
                  <c:v>2025.5342</c:v>
                </c:pt>
                <c:pt idx="868">
                  <c:v>2025.537</c:v>
                </c:pt>
                <c:pt idx="869">
                  <c:v>2025.5397</c:v>
                </c:pt>
                <c:pt idx="870">
                  <c:v>2025.5425</c:v>
                </c:pt>
                <c:pt idx="871">
                  <c:v>2025.5452</c:v>
                </c:pt>
                <c:pt idx="872">
                  <c:v>2025.5479</c:v>
                </c:pt>
                <c:pt idx="873">
                  <c:v>2025.5534</c:v>
                </c:pt>
                <c:pt idx="874">
                  <c:v>2025.5562</c:v>
                </c:pt>
                <c:pt idx="875">
                  <c:v>2025.5589</c:v>
                </c:pt>
                <c:pt idx="876">
                  <c:v>2025.5616</c:v>
                </c:pt>
                <c:pt idx="877">
                  <c:v>2025.5644</c:v>
                </c:pt>
                <c:pt idx="878">
                  <c:v>2025.5671</c:v>
                </c:pt>
                <c:pt idx="879">
                  <c:v>2025.5699</c:v>
                </c:pt>
                <c:pt idx="880">
                  <c:v>2025.5726</c:v>
                </c:pt>
                <c:pt idx="881">
                  <c:v>2025.5753</c:v>
                </c:pt>
                <c:pt idx="882">
                  <c:v>2025.5781</c:v>
                </c:pt>
                <c:pt idx="883">
                  <c:v>2025.5808</c:v>
                </c:pt>
                <c:pt idx="884">
                  <c:v>2025.5836</c:v>
                </c:pt>
                <c:pt idx="885">
                  <c:v>2025.5863</c:v>
                </c:pt>
                <c:pt idx="886">
                  <c:v>2025.589</c:v>
                </c:pt>
                <c:pt idx="887">
                  <c:v>2025.5918</c:v>
                </c:pt>
                <c:pt idx="888">
                  <c:v>2025.5945</c:v>
                </c:pt>
                <c:pt idx="889">
                  <c:v>2025.5973</c:v>
                </c:pt>
                <c:pt idx="890">
                  <c:v>2025.6</c:v>
                </c:pt>
                <c:pt idx="891">
                  <c:v>2025.6027</c:v>
                </c:pt>
                <c:pt idx="892">
                  <c:v>2025.6055</c:v>
                </c:pt>
                <c:pt idx="893">
                  <c:v>2025.6082</c:v>
                </c:pt>
                <c:pt idx="894">
                  <c:v>2025.611</c:v>
                </c:pt>
                <c:pt idx="895">
                  <c:v>2025.6137</c:v>
                </c:pt>
                <c:pt idx="896">
                  <c:v>2025.6164</c:v>
                </c:pt>
                <c:pt idx="897">
                  <c:v>2025.6192</c:v>
                </c:pt>
                <c:pt idx="898">
                  <c:v>2025.6219</c:v>
                </c:pt>
                <c:pt idx="899">
                  <c:v>2025.6247</c:v>
                </c:pt>
                <c:pt idx="900">
                  <c:v>2025.6274</c:v>
                </c:pt>
                <c:pt idx="901">
                  <c:v>2025.6301</c:v>
                </c:pt>
                <c:pt idx="902">
                  <c:v>2025.6329</c:v>
                </c:pt>
                <c:pt idx="903">
                  <c:v>2025.6356</c:v>
                </c:pt>
                <c:pt idx="904">
                  <c:v>2025.6384</c:v>
                </c:pt>
                <c:pt idx="905">
                  <c:v>2025.6411</c:v>
                </c:pt>
                <c:pt idx="906">
                  <c:v>2025.6438</c:v>
                </c:pt>
                <c:pt idx="907">
                  <c:v>2025.6466</c:v>
                </c:pt>
                <c:pt idx="908">
                  <c:v>2025.6493</c:v>
                </c:pt>
                <c:pt idx="909">
                  <c:v>2025.6521</c:v>
                </c:pt>
                <c:pt idx="910">
                  <c:v>2025.6548</c:v>
                </c:pt>
                <c:pt idx="911">
                  <c:v>2025.6575</c:v>
                </c:pt>
                <c:pt idx="912">
                  <c:v>2025.6603</c:v>
                </c:pt>
                <c:pt idx="913">
                  <c:v>2025.663</c:v>
                </c:pt>
                <c:pt idx="914">
                  <c:v>2025.6658</c:v>
                </c:pt>
                <c:pt idx="915">
                  <c:v>2025.6685</c:v>
                </c:pt>
                <c:pt idx="916">
                  <c:v>2025.6712</c:v>
                </c:pt>
                <c:pt idx="917">
                  <c:v>2025.674</c:v>
                </c:pt>
                <c:pt idx="918">
                  <c:v>2025.6767</c:v>
                </c:pt>
                <c:pt idx="919">
                  <c:v>2025.6795</c:v>
                </c:pt>
                <c:pt idx="920">
                  <c:v>2025.6822</c:v>
                </c:pt>
                <c:pt idx="921">
                  <c:v>2025.6849</c:v>
                </c:pt>
                <c:pt idx="922">
                  <c:v>2025.6877</c:v>
                </c:pt>
                <c:pt idx="923">
                  <c:v>2025.6904</c:v>
                </c:pt>
                <c:pt idx="924">
                  <c:v>2025.6932</c:v>
                </c:pt>
                <c:pt idx="925">
                  <c:v>2025.6959</c:v>
                </c:pt>
                <c:pt idx="926">
                  <c:v>2025.6986</c:v>
                </c:pt>
                <c:pt idx="927">
                  <c:v>2025.7014</c:v>
                </c:pt>
                <c:pt idx="928">
                  <c:v>2025.7041</c:v>
                </c:pt>
                <c:pt idx="929">
                  <c:v>2025.7068</c:v>
                </c:pt>
                <c:pt idx="930">
                  <c:v>2025.7096</c:v>
                </c:pt>
                <c:pt idx="931">
                  <c:v>2025.7123</c:v>
                </c:pt>
                <c:pt idx="932">
                  <c:v>2025.7151</c:v>
                </c:pt>
                <c:pt idx="933">
                  <c:v>2025.7178</c:v>
                </c:pt>
                <c:pt idx="934">
                  <c:v>2025.7205</c:v>
                </c:pt>
                <c:pt idx="935">
                  <c:v>2025.7233</c:v>
                </c:pt>
                <c:pt idx="936">
                  <c:v>2025.726</c:v>
                </c:pt>
                <c:pt idx="937">
                  <c:v>2025.7288</c:v>
                </c:pt>
                <c:pt idx="938">
                  <c:v>2025.7315</c:v>
                </c:pt>
                <c:pt idx="939">
                  <c:v>2025.7342</c:v>
                </c:pt>
                <c:pt idx="940">
                  <c:v>2025.737</c:v>
                </c:pt>
                <c:pt idx="941">
                  <c:v>2025.7397</c:v>
                </c:pt>
                <c:pt idx="942">
                  <c:v>2025.7425</c:v>
                </c:pt>
                <c:pt idx="943">
                  <c:v>2025.7452</c:v>
                </c:pt>
                <c:pt idx="944">
                  <c:v>2025.7479</c:v>
                </c:pt>
                <c:pt idx="945">
                  <c:v>2025.7507</c:v>
                </c:pt>
                <c:pt idx="946">
                  <c:v>2025.7534</c:v>
                </c:pt>
                <c:pt idx="947">
                  <c:v>2025.7562</c:v>
                </c:pt>
                <c:pt idx="948">
                  <c:v>2025.7589</c:v>
                </c:pt>
                <c:pt idx="949">
                  <c:v>2025.7616</c:v>
                </c:pt>
                <c:pt idx="950">
                  <c:v>2025.7726</c:v>
                </c:pt>
                <c:pt idx="951">
                  <c:v>2025.7753</c:v>
                </c:pt>
                <c:pt idx="952">
                  <c:v>2025.7781</c:v>
                </c:pt>
                <c:pt idx="953">
                  <c:v>2025.7808</c:v>
                </c:pt>
                <c:pt idx="954">
                  <c:v>2025.7836</c:v>
                </c:pt>
                <c:pt idx="955">
                  <c:v>2025.7863</c:v>
                </c:pt>
                <c:pt idx="956">
                  <c:v>2025.789</c:v>
                </c:pt>
                <c:pt idx="957">
                  <c:v>2025.7918</c:v>
                </c:pt>
                <c:pt idx="958">
                  <c:v>2025.7945</c:v>
                </c:pt>
                <c:pt idx="959">
                  <c:v>2025.7973</c:v>
                </c:pt>
                <c:pt idx="960">
                  <c:v>2025.8</c:v>
                </c:pt>
                <c:pt idx="961">
                  <c:v>2025.8027</c:v>
                </c:pt>
                <c:pt idx="962">
                  <c:v>2025.8055</c:v>
                </c:pt>
                <c:pt idx="963">
                  <c:v>2025.8082</c:v>
                </c:pt>
                <c:pt idx="964">
                  <c:v>2025.811</c:v>
                </c:pt>
                <c:pt idx="965">
                  <c:v>2025.8137</c:v>
                </c:pt>
                <c:pt idx="966">
                  <c:v>2025.8164</c:v>
                </c:pt>
                <c:pt idx="967">
                  <c:v>2025.8192</c:v>
                </c:pt>
                <c:pt idx="968">
                  <c:v>2025.8219</c:v>
                </c:pt>
                <c:pt idx="969">
                  <c:v>2025.8247</c:v>
                </c:pt>
                <c:pt idx="970">
                  <c:v>2025.8274</c:v>
                </c:pt>
                <c:pt idx="971">
                  <c:v>2025.8301</c:v>
                </c:pt>
                <c:pt idx="972">
                  <c:v>2025.8329</c:v>
                </c:pt>
                <c:pt idx="973">
                  <c:v>2025.8356</c:v>
                </c:pt>
                <c:pt idx="974">
                  <c:v>2025.8384</c:v>
                </c:pt>
                <c:pt idx="975">
                  <c:v>2025.8411</c:v>
                </c:pt>
                <c:pt idx="976">
                  <c:v>2025.8438</c:v>
                </c:pt>
                <c:pt idx="977">
                  <c:v>2025.8466</c:v>
                </c:pt>
                <c:pt idx="978">
                  <c:v>2025.863</c:v>
                </c:pt>
                <c:pt idx="979">
                  <c:v>2025.8658</c:v>
                </c:pt>
                <c:pt idx="980">
                  <c:v>2025.8685</c:v>
                </c:pt>
                <c:pt idx="981">
                  <c:v>2025.8712</c:v>
                </c:pt>
                <c:pt idx="982">
                  <c:v>2025.874</c:v>
                </c:pt>
                <c:pt idx="983">
                  <c:v>2025.8767</c:v>
                </c:pt>
                <c:pt idx="984">
                  <c:v>2025.8795</c:v>
                </c:pt>
                <c:pt idx="985">
                  <c:v>2025.8822</c:v>
                </c:pt>
                <c:pt idx="986">
                  <c:v>2025.8849</c:v>
                </c:pt>
                <c:pt idx="987">
                  <c:v>2025.8877</c:v>
                </c:pt>
                <c:pt idx="988">
                  <c:v>2025.8904</c:v>
                </c:pt>
                <c:pt idx="989">
                  <c:v>2025.8932</c:v>
                </c:pt>
                <c:pt idx="990">
                  <c:v>2025.8959</c:v>
                </c:pt>
                <c:pt idx="991">
                  <c:v>2025.8986</c:v>
                </c:pt>
                <c:pt idx="992">
                  <c:v>2025.9014</c:v>
                </c:pt>
                <c:pt idx="993">
                  <c:v>2025.9041</c:v>
                </c:pt>
                <c:pt idx="994">
                  <c:v>2025.9068</c:v>
                </c:pt>
                <c:pt idx="995">
                  <c:v>2025.9096</c:v>
                </c:pt>
                <c:pt idx="996">
                  <c:v>2025.9123</c:v>
                </c:pt>
                <c:pt idx="997">
                  <c:v>2025.9151</c:v>
                </c:pt>
                <c:pt idx="998">
                  <c:v>2025.9178</c:v>
                </c:pt>
                <c:pt idx="999">
                  <c:v>2025.9205</c:v>
                </c:pt>
                <c:pt idx="1000">
                  <c:v>2025.9233</c:v>
                </c:pt>
                <c:pt idx="1001">
                  <c:v>2025.926</c:v>
                </c:pt>
                <c:pt idx="1002">
                  <c:v>2025.9288</c:v>
                </c:pt>
                <c:pt idx="1003">
                  <c:v>2025.9315</c:v>
                </c:pt>
                <c:pt idx="1004">
                  <c:v>2025.9342</c:v>
                </c:pt>
                <c:pt idx="1005">
                  <c:v>2025.937</c:v>
                </c:pt>
                <c:pt idx="1006">
                  <c:v>2025.9397</c:v>
                </c:pt>
                <c:pt idx="1007">
                  <c:v>2025.9425</c:v>
                </c:pt>
                <c:pt idx="1008">
                  <c:v>2025.9452</c:v>
                </c:pt>
                <c:pt idx="1009">
                  <c:v>2025.9479</c:v>
                </c:pt>
                <c:pt idx="1010">
                  <c:v>2025.9507</c:v>
                </c:pt>
                <c:pt idx="1011">
                  <c:v>2025.9534</c:v>
                </c:pt>
                <c:pt idx="1012">
                  <c:v>2025.9562</c:v>
                </c:pt>
                <c:pt idx="1013">
                  <c:v>2025.9589</c:v>
                </c:pt>
                <c:pt idx="1014">
                  <c:v>2025.9616</c:v>
                </c:pt>
                <c:pt idx="1015">
                  <c:v>2025.9644</c:v>
                </c:pt>
                <c:pt idx="1016">
                  <c:v>2025.9671</c:v>
                </c:pt>
                <c:pt idx="1017">
                  <c:v>2025.9699</c:v>
                </c:pt>
                <c:pt idx="1018">
                  <c:v>2025.9726</c:v>
                </c:pt>
                <c:pt idx="1019">
                  <c:v>2025.9753</c:v>
                </c:pt>
                <c:pt idx="1020">
                  <c:v>2025.9781</c:v>
                </c:pt>
                <c:pt idx="1021">
                  <c:v>2025.9808</c:v>
                </c:pt>
                <c:pt idx="1022">
                  <c:v>2025.9836</c:v>
                </c:pt>
                <c:pt idx="1023">
                  <c:v>2025.9863</c:v>
                </c:pt>
                <c:pt idx="1024">
                  <c:v>2025.989</c:v>
                </c:pt>
                <c:pt idx="1025">
                  <c:v>2025.9918</c:v>
                </c:pt>
                <c:pt idx="1026">
                  <c:v>2025.9945</c:v>
                </c:pt>
                <c:pt idx="1027">
                  <c:v>2025.9973</c:v>
                </c:pt>
                <c:pt idx="1028">
                  <c:v>2026</c:v>
                </c:pt>
                <c:pt idx="1029">
                  <c:v>2026.0027</c:v>
                </c:pt>
                <c:pt idx="1030">
                  <c:v>2026.0055</c:v>
                </c:pt>
                <c:pt idx="1031">
                  <c:v>2026.0082</c:v>
                </c:pt>
                <c:pt idx="1032">
                  <c:v>2026.011</c:v>
                </c:pt>
                <c:pt idx="1033">
                  <c:v>2026.0137</c:v>
                </c:pt>
                <c:pt idx="1034">
                  <c:v>2026.0164</c:v>
                </c:pt>
                <c:pt idx="1035">
                  <c:v>2026.0192</c:v>
                </c:pt>
                <c:pt idx="1036">
                  <c:v>2026.0219</c:v>
                </c:pt>
                <c:pt idx="1037">
                  <c:v>2026.0247</c:v>
                </c:pt>
                <c:pt idx="1038">
                  <c:v>2026.0274</c:v>
                </c:pt>
                <c:pt idx="1039">
                  <c:v>2026.0301</c:v>
                </c:pt>
                <c:pt idx="1040">
                  <c:v>2026.0329</c:v>
                </c:pt>
                <c:pt idx="1041">
                  <c:v>2026.0356</c:v>
                </c:pt>
                <c:pt idx="1042">
                  <c:v>2026.0384</c:v>
                </c:pt>
                <c:pt idx="1043">
                  <c:v>2026.0411</c:v>
                </c:pt>
                <c:pt idx="1044">
                  <c:v>2026.0438</c:v>
                </c:pt>
                <c:pt idx="1045">
                  <c:v>2026.0466</c:v>
                </c:pt>
                <c:pt idx="1046">
                  <c:v>2026.0493</c:v>
                </c:pt>
                <c:pt idx="1047">
                  <c:v>2026.0521</c:v>
                </c:pt>
                <c:pt idx="1048">
                  <c:v>2026.0548</c:v>
                </c:pt>
                <c:pt idx="1049">
                  <c:v>2026.0575</c:v>
                </c:pt>
                <c:pt idx="1050">
                  <c:v>2026.0603</c:v>
                </c:pt>
                <c:pt idx="1051">
                  <c:v>2026.063</c:v>
                </c:pt>
                <c:pt idx="1052">
                  <c:v>2026.0658</c:v>
                </c:pt>
                <c:pt idx="1053">
                  <c:v>2026.0685</c:v>
                </c:pt>
                <c:pt idx="1054">
                  <c:v>2026.0712</c:v>
                </c:pt>
                <c:pt idx="1055">
                  <c:v>2026.074</c:v>
                </c:pt>
                <c:pt idx="1056">
                  <c:v>2026.0767</c:v>
                </c:pt>
                <c:pt idx="1057">
                  <c:v>2026.0795</c:v>
                </c:pt>
                <c:pt idx="1058">
                  <c:v>2026.0822</c:v>
                </c:pt>
                <c:pt idx="1059">
                  <c:v>2026.0849</c:v>
                </c:pt>
                <c:pt idx="1060">
                  <c:v>2026.0877</c:v>
                </c:pt>
                <c:pt idx="1061">
                  <c:v>2026.0904</c:v>
                </c:pt>
                <c:pt idx="1062">
                  <c:v>2026.0932</c:v>
                </c:pt>
                <c:pt idx="1063">
                  <c:v>2026.0959</c:v>
                </c:pt>
                <c:pt idx="1064">
                  <c:v>2026.0986</c:v>
                </c:pt>
                <c:pt idx="1065">
                  <c:v>2026.1014</c:v>
                </c:pt>
                <c:pt idx="1066">
                  <c:v>2026.1041</c:v>
                </c:pt>
                <c:pt idx="1067">
                  <c:v>2026.1068</c:v>
                </c:pt>
                <c:pt idx="1068">
                  <c:v>2026.1096</c:v>
                </c:pt>
                <c:pt idx="1069">
                  <c:v>2026.1123</c:v>
                </c:pt>
                <c:pt idx="1070">
                  <c:v>2026.1151</c:v>
                </c:pt>
                <c:pt idx="1071">
                  <c:v>2026.1178</c:v>
                </c:pt>
                <c:pt idx="1072">
                  <c:v>2026.1205</c:v>
                </c:pt>
                <c:pt idx="1073">
                  <c:v>2026.1233</c:v>
                </c:pt>
                <c:pt idx="1074">
                  <c:v>2026.126</c:v>
                </c:pt>
                <c:pt idx="1075">
                  <c:v>2026.1288</c:v>
                </c:pt>
                <c:pt idx="1076">
                  <c:v>2026.1315</c:v>
                </c:pt>
                <c:pt idx="1077">
                  <c:v>2026.1342</c:v>
                </c:pt>
                <c:pt idx="1078">
                  <c:v>2026.137</c:v>
                </c:pt>
                <c:pt idx="1079">
                  <c:v>2026.1397</c:v>
                </c:pt>
                <c:pt idx="1080">
                  <c:v>2026.1425</c:v>
                </c:pt>
                <c:pt idx="1081">
                  <c:v>2026.1452</c:v>
                </c:pt>
                <c:pt idx="1082">
                  <c:v>2026.1479</c:v>
                </c:pt>
                <c:pt idx="1083">
                  <c:v>2026.1507</c:v>
                </c:pt>
                <c:pt idx="1084">
                  <c:v>2026.1534</c:v>
                </c:pt>
                <c:pt idx="1085">
                  <c:v>2026.1562</c:v>
                </c:pt>
                <c:pt idx="1086">
                  <c:v>2026.1589</c:v>
                </c:pt>
                <c:pt idx="1087">
                  <c:v>2026.1616</c:v>
                </c:pt>
                <c:pt idx="1088">
                  <c:v>2026.1644</c:v>
                </c:pt>
                <c:pt idx="1089">
                  <c:v>2026.1671</c:v>
                </c:pt>
                <c:pt idx="1090">
                  <c:v>2026.1699</c:v>
                </c:pt>
                <c:pt idx="1091">
                  <c:v>2026.1726</c:v>
                </c:pt>
                <c:pt idx="1092">
                  <c:v>2026.1753</c:v>
                </c:pt>
                <c:pt idx="1093">
                  <c:v>2026.1781</c:v>
                </c:pt>
                <c:pt idx="1094">
                  <c:v>2026.1808</c:v>
                </c:pt>
                <c:pt idx="1095">
                  <c:v>2026.1836</c:v>
                </c:pt>
                <c:pt idx="1096">
                  <c:v>2026.1863</c:v>
                </c:pt>
                <c:pt idx="1097">
                  <c:v>2026.189</c:v>
                </c:pt>
                <c:pt idx="1098">
                  <c:v>2026.1918</c:v>
                </c:pt>
                <c:pt idx="1099">
                  <c:v>2026.1945</c:v>
                </c:pt>
                <c:pt idx="1100">
                  <c:v>2026.1973</c:v>
                </c:pt>
                <c:pt idx="1101">
                  <c:v>2026.2</c:v>
                </c:pt>
                <c:pt idx="1102">
                  <c:v>2026.2027</c:v>
                </c:pt>
                <c:pt idx="1103">
                  <c:v>2026.2055</c:v>
                </c:pt>
                <c:pt idx="1104">
                  <c:v>2026.2082</c:v>
                </c:pt>
                <c:pt idx="1105">
                  <c:v>2026.211</c:v>
                </c:pt>
                <c:pt idx="1106">
                  <c:v>2026.2137</c:v>
                </c:pt>
                <c:pt idx="1107">
                  <c:v>2026.2192</c:v>
                </c:pt>
                <c:pt idx="1108">
                  <c:v>2026.2274</c:v>
                </c:pt>
                <c:pt idx="1109">
                  <c:v>2026.2301</c:v>
                </c:pt>
                <c:pt idx="1110">
                  <c:v>2026.2329</c:v>
                </c:pt>
                <c:pt idx="1111">
                  <c:v>2026.2356</c:v>
                </c:pt>
                <c:pt idx="1112">
                  <c:v>2026.2384</c:v>
                </c:pt>
                <c:pt idx="1113">
                  <c:v>2026.2411</c:v>
                </c:pt>
                <c:pt idx="1114">
                  <c:v>2026.2438</c:v>
                </c:pt>
                <c:pt idx="1115">
                  <c:v>2026.2466</c:v>
                </c:pt>
                <c:pt idx="1116">
                  <c:v>2026.2493</c:v>
                </c:pt>
                <c:pt idx="1117">
                  <c:v>2026.2521</c:v>
                </c:pt>
                <c:pt idx="1118">
                  <c:v>2026.2548</c:v>
                </c:pt>
                <c:pt idx="1119">
                  <c:v>2026.2575</c:v>
                </c:pt>
                <c:pt idx="1120">
                  <c:v>2026.2603</c:v>
                </c:pt>
                <c:pt idx="1121">
                  <c:v>2026.263</c:v>
                </c:pt>
                <c:pt idx="1122">
                  <c:v>2026.2658</c:v>
                </c:pt>
                <c:pt idx="1123">
                  <c:v>2026.2685</c:v>
                </c:pt>
                <c:pt idx="1124">
                  <c:v>2026.2712</c:v>
                </c:pt>
                <c:pt idx="1125">
                  <c:v>2026.274</c:v>
                </c:pt>
                <c:pt idx="1126">
                  <c:v>2026.2767</c:v>
                </c:pt>
                <c:pt idx="1127">
                  <c:v>2026.2795</c:v>
                </c:pt>
                <c:pt idx="1128">
                  <c:v>2026.2822</c:v>
                </c:pt>
                <c:pt idx="1129">
                  <c:v>2026.2849</c:v>
                </c:pt>
                <c:pt idx="1130">
                  <c:v>2026.2877</c:v>
                </c:pt>
                <c:pt idx="1131">
                  <c:v>2026.2904</c:v>
                </c:pt>
                <c:pt idx="1132">
                  <c:v>2026.2932</c:v>
                </c:pt>
                <c:pt idx="1133">
                  <c:v>2026.2959</c:v>
                </c:pt>
                <c:pt idx="1134">
                  <c:v>2026.3014</c:v>
                </c:pt>
                <c:pt idx="1135">
                  <c:v>2026.3041</c:v>
                </c:pt>
                <c:pt idx="1136">
                  <c:v>2026.3068</c:v>
                </c:pt>
                <c:pt idx="1137">
                  <c:v>2026.3096</c:v>
                </c:pt>
                <c:pt idx="1138">
                  <c:v>2026.3151</c:v>
                </c:pt>
                <c:pt idx="1139">
                  <c:v>2026.3178</c:v>
                </c:pt>
                <c:pt idx="1140">
                  <c:v>2026.3205</c:v>
                </c:pt>
                <c:pt idx="1141">
                  <c:v>2026.3233</c:v>
                </c:pt>
                <c:pt idx="1142">
                  <c:v>2026.326</c:v>
                </c:pt>
                <c:pt idx="1143">
                  <c:v>2026.3288</c:v>
                </c:pt>
                <c:pt idx="1144">
                  <c:v>2026.3315</c:v>
                </c:pt>
                <c:pt idx="1145">
                  <c:v>2026.3342</c:v>
                </c:pt>
                <c:pt idx="1146">
                  <c:v>2026.337</c:v>
                </c:pt>
                <c:pt idx="1147">
                  <c:v>2026.3397</c:v>
                </c:pt>
                <c:pt idx="1148">
                  <c:v>2026.3425</c:v>
                </c:pt>
                <c:pt idx="1149">
                  <c:v>2026.3452</c:v>
                </c:pt>
                <c:pt idx="1150">
                  <c:v>2026.3479</c:v>
                </c:pt>
                <c:pt idx="1151">
                  <c:v>2026.3507</c:v>
                </c:pt>
                <c:pt idx="1152">
                  <c:v>2026.3534</c:v>
                </c:pt>
                <c:pt idx="1153">
                  <c:v>2026.3562</c:v>
                </c:pt>
                <c:pt idx="1154">
                  <c:v>2026.3616</c:v>
                </c:pt>
                <c:pt idx="1155">
                  <c:v>2026.3644</c:v>
                </c:pt>
                <c:pt idx="1156">
                  <c:v>2026.3671</c:v>
                </c:pt>
                <c:pt idx="1157">
                  <c:v>2026.3699</c:v>
                </c:pt>
                <c:pt idx="1158">
                  <c:v>2026.3726</c:v>
                </c:pt>
                <c:pt idx="1159">
                  <c:v>2026.3753</c:v>
                </c:pt>
                <c:pt idx="1160">
                  <c:v>2026.3781</c:v>
                </c:pt>
                <c:pt idx="1161">
                  <c:v>2026.3808</c:v>
                </c:pt>
                <c:pt idx="1162">
                  <c:v>2026.3836</c:v>
                </c:pt>
                <c:pt idx="1163">
                  <c:v>2026.3863</c:v>
                </c:pt>
                <c:pt idx="1164">
                  <c:v>2026.389</c:v>
                </c:pt>
                <c:pt idx="1165">
                  <c:v>2026.3918</c:v>
                </c:pt>
                <c:pt idx="1166">
                  <c:v>2026.3945</c:v>
                </c:pt>
                <c:pt idx="1167">
                  <c:v>2026.3973</c:v>
                </c:pt>
                <c:pt idx="1168">
                  <c:v>2026.4</c:v>
                </c:pt>
                <c:pt idx="1169">
                  <c:v>2026.4027</c:v>
                </c:pt>
                <c:pt idx="1170">
                  <c:v>2026.4055</c:v>
                </c:pt>
                <c:pt idx="1171">
                  <c:v>2026.4082</c:v>
                </c:pt>
                <c:pt idx="1172">
                  <c:v>2026.411</c:v>
                </c:pt>
                <c:pt idx="1173">
                  <c:v>2026.4137</c:v>
                </c:pt>
                <c:pt idx="1174">
                  <c:v>2026.4164</c:v>
                </c:pt>
                <c:pt idx="1175">
                  <c:v>2026.4192</c:v>
                </c:pt>
                <c:pt idx="1176">
                  <c:v>2026.4219</c:v>
                </c:pt>
                <c:pt idx="1177">
                  <c:v>2026.4247</c:v>
                </c:pt>
                <c:pt idx="1178">
                  <c:v>2026.4274</c:v>
                </c:pt>
                <c:pt idx="1179">
                  <c:v>2026.4301</c:v>
                </c:pt>
                <c:pt idx="1180">
                  <c:v>2026.4329</c:v>
                </c:pt>
                <c:pt idx="1181">
                  <c:v>2026.4356</c:v>
                </c:pt>
                <c:pt idx="1182">
                  <c:v>2026.4384</c:v>
                </c:pt>
                <c:pt idx="1183">
                  <c:v>2026.4411</c:v>
                </c:pt>
                <c:pt idx="1184">
                  <c:v>2026.4438</c:v>
                </c:pt>
                <c:pt idx="1185">
                  <c:v>2026.4466</c:v>
                </c:pt>
                <c:pt idx="1186">
                  <c:v>2026.4493</c:v>
                </c:pt>
                <c:pt idx="1187">
                  <c:v>2026.4521</c:v>
                </c:pt>
                <c:pt idx="1188">
                  <c:v>2026.4548</c:v>
                </c:pt>
                <c:pt idx="1189">
                  <c:v>2026.4575</c:v>
                </c:pt>
                <c:pt idx="1190">
                  <c:v>2026.4849</c:v>
                </c:pt>
                <c:pt idx="1191">
                  <c:v>2026.4877</c:v>
                </c:pt>
                <c:pt idx="1192">
                  <c:v>2026.4904</c:v>
                </c:pt>
                <c:pt idx="1193">
                  <c:v>2026.4932</c:v>
                </c:pt>
                <c:pt idx="1194">
                  <c:v>2026.4959</c:v>
                </c:pt>
                <c:pt idx="1195">
                  <c:v>2026.4986</c:v>
                </c:pt>
                <c:pt idx="1196">
                  <c:v>2026.5014</c:v>
                </c:pt>
                <c:pt idx="1197">
                  <c:v>2026.5041</c:v>
                </c:pt>
                <c:pt idx="1198">
                  <c:v>2026.5068</c:v>
                </c:pt>
                <c:pt idx="1199">
                  <c:v>2026.5096</c:v>
                </c:pt>
                <c:pt idx="1200">
                  <c:v>2026.5123</c:v>
                </c:pt>
                <c:pt idx="1201">
                  <c:v>2026.5151</c:v>
                </c:pt>
                <c:pt idx="1202">
                  <c:v>2026.5178</c:v>
                </c:pt>
                <c:pt idx="1203">
                  <c:v>2026.5205</c:v>
                </c:pt>
                <c:pt idx="1204">
                  <c:v>2026.5233</c:v>
                </c:pt>
                <c:pt idx="1205">
                  <c:v>2026.526</c:v>
                </c:pt>
                <c:pt idx="1206">
                  <c:v>2026.5288</c:v>
                </c:pt>
                <c:pt idx="1207">
                  <c:v>2026.5315</c:v>
                </c:pt>
                <c:pt idx="1208">
                  <c:v>2026.5342</c:v>
                </c:pt>
                <c:pt idx="1209">
                  <c:v>2026.537</c:v>
                </c:pt>
                <c:pt idx="1210">
                  <c:v>2026.5397</c:v>
                </c:pt>
                <c:pt idx="1211">
                  <c:v>2026.5425</c:v>
                </c:pt>
                <c:pt idx="1212">
                  <c:v>2026.5452</c:v>
                </c:pt>
                <c:pt idx="1213">
                  <c:v>2026.5479</c:v>
                </c:pt>
                <c:pt idx="1214">
                  <c:v>2026.5507</c:v>
                </c:pt>
                <c:pt idx="1215">
                  <c:v>2026.5534</c:v>
                </c:pt>
                <c:pt idx="1216">
                  <c:v>2026.5562</c:v>
                </c:pt>
                <c:pt idx="1217">
                  <c:v>2026.5589</c:v>
                </c:pt>
                <c:pt idx="1218">
                  <c:v>2026.5616</c:v>
                </c:pt>
                <c:pt idx="1219">
                  <c:v>2026.5644</c:v>
                </c:pt>
                <c:pt idx="1220">
                  <c:v>2026.5671</c:v>
                </c:pt>
                <c:pt idx="1221">
                  <c:v>2026.5699</c:v>
                </c:pt>
                <c:pt idx="1222">
                  <c:v>2026.5726</c:v>
                </c:pt>
                <c:pt idx="1223">
                  <c:v>2026.5753</c:v>
                </c:pt>
                <c:pt idx="1224">
                  <c:v>2026.5781</c:v>
                </c:pt>
                <c:pt idx="1225">
                  <c:v>2026.5808</c:v>
                </c:pt>
                <c:pt idx="1226">
                  <c:v>2026.5836</c:v>
                </c:pt>
                <c:pt idx="1227">
                  <c:v>2026.5863</c:v>
                </c:pt>
                <c:pt idx="1228">
                  <c:v>2026.589</c:v>
                </c:pt>
                <c:pt idx="1229">
                  <c:v>2026.5918</c:v>
                </c:pt>
                <c:pt idx="1230">
                  <c:v>2026.5945</c:v>
                </c:pt>
                <c:pt idx="1231">
                  <c:v>2026.5973</c:v>
                </c:pt>
                <c:pt idx="1232">
                  <c:v>2026.6027</c:v>
                </c:pt>
                <c:pt idx="1233">
                  <c:v>2026.6055</c:v>
                </c:pt>
                <c:pt idx="1234">
                  <c:v>2026.6082</c:v>
                </c:pt>
                <c:pt idx="1235">
                  <c:v>2026.611</c:v>
                </c:pt>
                <c:pt idx="1236">
                  <c:v>2026.6137</c:v>
                </c:pt>
                <c:pt idx="1237">
                  <c:v>2026.6164</c:v>
                </c:pt>
                <c:pt idx="1238">
                  <c:v>2026.6192</c:v>
                </c:pt>
                <c:pt idx="1239">
                  <c:v>2026.6219</c:v>
                </c:pt>
                <c:pt idx="1240">
                  <c:v>2026.6247</c:v>
                </c:pt>
                <c:pt idx="1241">
                  <c:v>2026.6274</c:v>
                </c:pt>
                <c:pt idx="1242">
                  <c:v>2026.6301</c:v>
                </c:pt>
                <c:pt idx="1243">
                  <c:v>2026.6329</c:v>
                </c:pt>
                <c:pt idx="1244">
                  <c:v>2026.6438</c:v>
                </c:pt>
                <c:pt idx="1245">
                  <c:v>2026.6466</c:v>
                </c:pt>
                <c:pt idx="1246">
                  <c:v>2026.6493</c:v>
                </c:pt>
                <c:pt idx="1247">
                  <c:v>2026.6521</c:v>
                </c:pt>
                <c:pt idx="1248">
                  <c:v>2026.6548</c:v>
                </c:pt>
                <c:pt idx="1249">
                  <c:v>2026.6575</c:v>
                </c:pt>
                <c:pt idx="1250">
                  <c:v>2026.6603</c:v>
                </c:pt>
                <c:pt idx="1251">
                  <c:v>2026.663</c:v>
                </c:pt>
                <c:pt idx="1252">
                  <c:v>2026.6658</c:v>
                </c:pt>
                <c:pt idx="1253">
                  <c:v>2026.6685</c:v>
                </c:pt>
                <c:pt idx="1254">
                  <c:v>2026.6712</c:v>
                </c:pt>
                <c:pt idx="1255">
                  <c:v>2026.674</c:v>
                </c:pt>
                <c:pt idx="1256">
                  <c:v>2026.6767</c:v>
                </c:pt>
                <c:pt idx="1257">
                  <c:v>2026.6795</c:v>
                </c:pt>
                <c:pt idx="1258">
                  <c:v>2026.6822</c:v>
                </c:pt>
                <c:pt idx="1259">
                  <c:v>2026.6849</c:v>
                </c:pt>
                <c:pt idx="1260">
                  <c:v>2026.6932</c:v>
                </c:pt>
                <c:pt idx="1261">
                  <c:v>2026.6959</c:v>
                </c:pt>
                <c:pt idx="1262">
                  <c:v>2026.6986</c:v>
                </c:pt>
                <c:pt idx="1263">
                  <c:v>2026.7014</c:v>
                </c:pt>
                <c:pt idx="1264">
                  <c:v>2026.7041</c:v>
                </c:pt>
                <c:pt idx="1265">
                  <c:v>2026.7068</c:v>
                </c:pt>
                <c:pt idx="1266">
                  <c:v>2026.7096</c:v>
                </c:pt>
                <c:pt idx="1267">
                  <c:v>2026.7123</c:v>
                </c:pt>
                <c:pt idx="1268">
                  <c:v>2026.7151</c:v>
                </c:pt>
                <c:pt idx="1269">
                  <c:v>2026.7178</c:v>
                </c:pt>
                <c:pt idx="1270">
                  <c:v>2026.7205</c:v>
                </c:pt>
                <c:pt idx="1271">
                  <c:v>2026.7233</c:v>
                </c:pt>
                <c:pt idx="1272">
                  <c:v>2026.726</c:v>
                </c:pt>
                <c:pt idx="1273">
                  <c:v>2026.7288</c:v>
                </c:pt>
                <c:pt idx="1274">
                  <c:v>2026.7315</c:v>
                </c:pt>
                <c:pt idx="1275">
                  <c:v>2026.7342</c:v>
                </c:pt>
                <c:pt idx="1276">
                  <c:v>2026.737</c:v>
                </c:pt>
                <c:pt idx="1277">
                  <c:v>2026.7397</c:v>
                </c:pt>
                <c:pt idx="1278">
                  <c:v>2026.7425</c:v>
                </c:pt>
                <c:pt idx="1279">
                  <c:v>2026.7452</c:v>
                </c:pt>
                <c:pt idx="1280">
                  <c:v>2026.7479</c:v>
                </c:pt>
                <c:pt idx="1281">
                  <c:v>2026.7507</c:v>
                </c:pt>
              </c:numCache>
            </c:numRef>
          </c:xVal>
          <c:yVal>
            <c:numRef>
              <c:f>'Chart Data'!$B$2:$B$1283</c:f>
              <c:numCache>
                <c:formatCode>0</c:formatCode>
                <c:ptCount val="1282"/>
                <c:pt idx="0">
                  <c:v>5</c:v>
                </c:pt>
                <c:pt idx="1">
                  <c:v>4</c:v>
                </c:pt>
                <c:pt idx="2">
                  <c:v>4</c:v>
                </c:pt>
                <c:pt idx="3">
                  <c:v>4</c:v>
                </c:pt>
                <c:pt idx="4">
                  <c:v>20</c:v>
                </c:pt>
                <c:pt idx="5">
                  <c:v>2</c:v>
                </c:pt>
                <c:pt idx="6">
                  <c:v>7</c:v>
                </c:pt>
                <c:pt idx="7">
                  <c:v>15</c:v>
                </c:pt>
                <c:pt idx="8">
                  <c:v>3</c:v>
                </c:pt>
                <c:pt idx="9">
                  <c:v>14</c:v>
                </c:pt>
                <c:pt idx="10">
                  <c:v>4</c:v>
                </c:pt>
                <c:pt idx="11">
                  <c:v>4</c:v>
                </c:pt>
                <c:pt idx="12">
                  <c:v>0</c:v>
                </c:pt>
                <c:pt idx="13">
                  <c:v>7</c:v>
                </c:pt>
                <c:pt idx="14">
                  <c:v>2</c:v>
                </c:pt>
                <c:pt idx="15">
                  <c:v>5</c:v>
                </c:pt>
                <c:pt idx="16">
                  <c:v>10</c:v>
                </c:pt>
                <c:pt idx="17">
                  <c:v>6</c:v>
                </c:pt>
                <c:pt idx="18">
                  <c:v>8</c:v>
                </c:pt>
                <c:pt idx="19">
                  <c:v>12</c:v>
                </c:pt>
                <c:pt idx="20">
                  <c:v>5</c:v>
                </c:pt>
                <c:pt idx="21">
                  <c:v>12</c:v>
                </c:pt>
                <c:pt idx="22">
                  <c:v>7</c:v>
                </c:pt>
                <c:pt idx="23">
                  <c:v>7</c:v>
                </c:pt>
                <c:pt idx="24">
                  <c:v>11</c:v>
                </c:pt>
                <c:pt idx="25">
                  <c:v>7</c:v>
                </c:pt>
                <c:pt idx="26">
                  <c:v>12</c:v>
                </c:pt>
                <c:pt idx="27">
                  <c:v>6</c:v>
                </c:pt>
                <c:pt idx="28">
                  <c:v>5</c:v>
                </c:pt>
                <c:pt idx="29">
                  <c:v>9</c:v>
                </c:pt>
                <c:pt idx="30">
                  <c:v>8</c:v>
                </c:pt>
                <c:pt idx="31">
                  <c:v>6</c:v>
                </c:pt>
                <c:pt idx="32">
                  <c:v>6</c:v>
                </c:pt>
                <c:pt idx="33">
                  <c:v>10</c:v>
                </c:pt>
                <c:pt idx="34">
                  <c:v>5</c:v>
                </c:pt>
                <c:pt idx="35">
                  <c:v>6</c:v>
                </c:pt>
                <c:pt idx="36">
                  <c:v>3</c:v>
                </c:pt>
                <c:pt idx="37">
                  <c:v>4</c:v>
                </c:pt>
                <c:pt idx="38">
                  <c:v>8</c:v>
                </c:pt>
                <c:pt idx="39">
                  <c:v>10</c:v>
                </c:pt>
                <c:pt idx="40">
                  <c:v>5</c:v>
                </c:pt>
                <c:pt idx="41">
                  <c:v>3</c:v>
                </c:pt>
                <c:pt idx="42">
                  <c:v>9</c:v>
                </c:pt>
                <c:pt idx="43">
                  <c:v>7</c:v>
                </c:pt>
                <c:pt idx="44">
                  <c:v>24</c:v>
                </c:pt>
                <c:pt idx="45">
                  <c:v>2</c:v>
                </c:pt>
                <c:pt idx="46">
                  <c:v>1</c:v>
                </c:pt>
                <c:pt idx="47">
                  <c:v>3</c:v>
                </c:pt>
                <c:pt idx="48">
                  <c:v>10</c:v>
                </c:pt>
                <c:pt idx="49">
                  <c:v>11</c:v>
                </c:pt>
                <c:pt idx="50">
                  <c:v>18</c:v>
                </c:pt>
                <c:pt idx="51">
                  <c:v>12</c:v>
                </c:pt>
                <c:pt idx="52">
                  <c:v>2</c:v>
                </c:pt>
                <c:pt idx="53">
                  <c:v>1</c:v>
                </c:pt>
                <c:pt idx="54">
                  <c:v>5</c:v>
                </c:pt>
                <c:pt idx="55">
                  <c:v>15</c:v>
                </c:pt>
                <c:pt idx="56">
                  <c:v>7</c:v>
                </c:pt>
                <c:pt idx="57">
                  <c:v>7</c:v>
                </c:pt>
                <c:pt idx="58">
                  <c:v>12</c:v>
                </c:pt>
                <c:pt idx="59">
                  <c:v>9</c:v>
                </c:pt>
                <c:pt idx="60">
                  <c:v>2</c:v>
                </c:pt>
                <c:pt idx="61">
                  <c:v>11</c:v>
                </c:pt>
                <c:pt idx="62">
                  <c:v>4</c:v>
                </c:pt>
                <c:pt idx="63">
                  <c:v>5</c:v>
                </c:pt>
                <c:pt idx="64">
                  <c:v>8</c:v>
                </c:pt>
                <c:pt idx="65">
                  <c:v>3</c:v>
                </c:pt>
                <c:pt idx="66">
                  <c:v>1</c:v>
                </c:pt>
                <c:pt idx="67">
                  <c:v>3</c:v>
                </c:pt>
                <c:pt idx="68">
                  <c:v>7</c:v>
                </c:pt>
                <c:pt idx="69">
                  <c:v>1</c:v>
                </c:pt>
                <c:pt idx="70">
                  <c:v>6</c:v>
                </c:pt>
                <c:pt idx="71">
                  <c:v>8</c:v>
                </c:pt>
                <c:pt idx="72">
                  <c:v>4</c:v>
                </c:pt>
                <c:pt idx="73">
                  <c:v>1</c:v>
                </c:pt>
                <c:pt idx="74">
                  <c:v>5</c:v>
                </c:pt>
                <c:pt idx="75">
                  <c:v>3</c:v>
                </c:pt>
                <c:pt idx="76">
                  <c:v>3</c:v>
                </c:pt>
                <c:pt idx="77">
                  <c:v>1</c:v>
                </c:pt>
                <c:pt idx="78">
                  <c:v>1</c:v>
                </c:pt>
                <c:pt idx="79">
                  <c:v>14</c:v>
                </c:pt>
                <c:pt idx="80">
                  <c:v>1</c:v>
                </c:pt>
                <c:pt idx="81">
                  <c:v>12</c:v>
                </c:pt>
                <c:pt idx="82">
                  <c:v>12</c:v>
                </c:pt>
                <c:pt idx="83">
                  <c:v>0</c:v>
                </c:pt>
                <c:pt idx="84">
                  <c:v>3</c:v>
                </c:pt>
                <c:pt idx="85">
                  <c:v>1</c:v>
                </c:pt>
                <c:pt idx="86">
                  <c:v>12</c:v>
                </c:pt>
                <c:pt idx="87">
                  <c:v>24</c:v>
                </c:pt>
                <c:pt idx="88">
                  <c:v>10</c:v>
                </c:pt>
                <c:pt idx="89">
                  <c:v>3</c:v>
                </c:pt>
                <c:pt idx="90">
                  <c:v>0</c:v>
                </c:pt>
                <c:pt idx="91">
                  <c:v>10</c:v>
                </c:pt>
                <c:pt idx="92">
                  <c:v>3</c:v>
                </c:pt>
                <c:pt idx="93">
                  <c:v>1</c:v>
                </c:pt>
                <c:pt idx="94">
                  <c:v>3</c:v>
                </c:pt>
                <c:pt idx="95">
                  <c:v>9</c:v>
                </c:pt>
                <c:pt idx="96">
                  <c:v>13</c:v>
                </c:pt>
                <c:pt idx="97">
                  <c:v>63</c:v>
                </c:pt>
                <c:pt idx="98">
                  <c:v>3</c:v>
                </c:pt>
                <c:pt idx="99">
                  <c:v>7</c:v>
                </c:pt>
                <c:pt idx="100">
                  <c:v>6</c:v>
                </c:pt>
                <c:pt idx="101">
                  <c:v>3</c:v>
                </c:pt>
                <c:pt idx="102">
                  <c:v>0</c:v>
                </c:pt>
                <c:pt idx="103">
                  <c:v>20</c:v>
                </c:pt>
                <c:pt idx="104">
                  <c:v>3</c:v>
                </c:pt>
                <c:pt idx="105">
                  <c:v>2</c:v>
                </c:pt>
                <c:pt idx="106">
                  <c:v>19</c:v>
                </c:pt>
                <c:pt idx="107">
                  <c:v>8</c:v>
                </c:pt>
                <c:pt idx="108">
                  <c:v>7</c:v>
                </c:pt>
                <c:pt idx="109">
                  <c:v>12</c:v>
                </c:pt>
                <c:pt idx="110">
                  <c:v>3</c:v>
                </c:pt>
                <c:pt idx="111">
                  <c:v>6</c:v>
                </c:pt>
                <c:pt idx="112">
                  <c:v>11</c:v>
                </c:pt>
                <c:pt idx="113">
                  <c:v>9</c:v>
                </c:pt>
                <c:pt idx="114">
                  <c:v>37</c:v>
                </c:pt>
                <c:pt idx="115">
                  <c:v>7</c:v>
                </c:pt>
                <c:pt idx="116">
                  <c:v>2</c:v>
                </c:pt>
                <c:pt idx="117">
                  <c:v>0</c:v>
                </c:pt>
                <c:pt idx="118">
                  <c:v>5</c:v>
                </c:pt>
                <c:pt idx="119">
                  <c:v>8</c:v>
                </c:pt>
                <c:pt idx="120">
                  <c:v>13</c:v>
                </c:pt>
                <c:pt idx="121">
                  <c:v>7</c:v>
                </c:pt>
                <c:pt idx="122">
                  <c:v>2</c:v>
                </c:pt>
                <c:pt idx="123">
                  <c:v>8</c:v>
                </c:pt>
                <c:pt idx="124">
                  <c:v>13</c:v>
                </c:pt>
                <c:pt idx="125">
                  <c:v>4</c:v>
                </c:pt>
                <c:pt idx="126">
                  <c:v>2</c:v>
                </c:pt>
                <c:pt idx="127">
                  <c:v>4</c:v>
                </c:pt>
                <c:pt idx="128">
                  <c:v>3</c:v>
                </c:pt>
                <c:pt idx="129">
                  <c:v>6</c:v>
                </c:pt>
                <c:pt idx="130">
                  <c:v>5</c:v>
                </c:pt>
                <c:pt idx="131">
                  <c:v>4</c:v>
                </c:pt>
                <c:pt idx="132">
                  <c:v>7</c:v>
                </c:pt>
                <c:pt idx="133">
                  <c:v>0</c:v>
                </c:pt>
                <c:pt idx="134">
                  <c:v>8</c:v>
                </c:pt>
                <c:pt idx="135">
                  <c:v>20</c:v>
                </c:pt>
                <c:pt idx="136">
                  <c:v>7</c:v>
                </c:pt>
                <c:pt idx="137">
                  <c:v>2</c:v>
                </c:pt>
                <c:pt idx="138">
                  <c:v>5</c:v>
                </c:pt>
                <c:pt idx="139">
                  <c:v>6</c:v>
                </c:pt>
                <c:pt idx="140">
                  <c:v>1</c:v>
                </c:pt>
                <c:pt idx="141">
                  <c:v>3</c:v>
                </c:pt>
                <c:pt idx="142">
                  <c:v>17</c:v>
                </c:pt>
                <c:pt idx="143">
                  <c:v>7</c:v>
                </c:pt>
                <c:pt idx="144">
                  <c:v>6</c:v>
                </c:pt>
                <c:pt idx="145">
                  <c:v>1</c:v>
                </c:pt>
                <c:pt idx="146">
                  <c:v>7</c:v>
                </c:pt>
                <c:pt idx="147">
                  <c:v>2</c:v>
                </c:pt>
                <c:pt idx="148">
                  <c:v>0</c:v>
                </c:pt>
                <c:pt idx="149">
                  <c:v>18</c:v>
                </c:pt>
                <c:pt idx="150">
                  <c:v>13</c:v>
                </c:pt>
                <c:pt idx="151">
                  <c:v>8</c:v>
                </c:pt>
                <c:pt idx="152">
                  <c:v>2</c:v>
                </c:pt>
                <c:pt idx="153">
                  <c:v>4</c:v>
                </c:pt>
                <c:pt idx="154">
                  <c:v>5</c:v>
                </c:pt>
                <c:pt idx="155">
                  <c:v>1</c:v>
                </c:pt>
                <c:pt idx="156">
                  <c:v>1</c:v>
                </c:pt>
                <c:pt idx="157">
                  <c:v>2</c:v>
                </c:pt>
                <c:pt idx="158">
                  <c:v>3</c:v>
                </c:pt>
                <c:pt idx="159">
                  <c:v>4</c:v>
                </c:pt>
                <c:pt idx="160">
                  <c:v>3</c:v>
                </c:pt>
                <c:pt idx="161">
                  <c:v>2</c:v>
                </c:pt>
                <c:pt idx="162">
                  <c:v>2</c:v>
                </c:pt>
                <c:pt idx="163">
                  <c:v>2</c:v>
                </c:pt>
                <c:pt idx="164">
                  <c:v>2</c:v>
                </c:pt>
                <c:pt idx="165">
                  <c:v>1</c:v>
                </c:pt>
                <c:pt idx="166">
                  <c:v>1</c:v>
                </c:pt>
                <c:pt idx="167">
                  <c:v>3</c:v>
                </c:pt>
                <c:pt idx="168">
                  <c:v>17</c:v>
                </c:pt>
                <c:pt idx="169">
                  <c:v>5</c:v>
                </c:pt>
                <c:pt idx="170">
                  <c:v>5</c:v>
                </c:pt>
                <c:pt idx="171">
                  <c:v>1</c:v>
                </c:pt>
                <c:pt idx="172">
                  <c:v>4</c:v>
                </c:pt>
                <c:pt idx="173">
                  <c:v>2</c:v>
                </c:pt>
                <c:pt idx="174">
                  <c:v>1</c:v>
                </c:pt>
                <c:pt idx="175">
                  <c:v>3</c:v>
                </c:pt>
                <c:pt idx="176">
                  <c:v>4</c:v>
                </c:pt>
                <c:pt idx="177">
                  <c:v>2</c:v>
                </c:pt>
                <c:pt idx="178">
                  <c:v>5</c:v>
                </c:pt>
                <c:pt idx="179">
                  <c:v>3</c:v>
                </c:pt>
                <c:pt idx="180">
                  <c:v>2</c:v>
                </c:pt>
                <c:pt idx="181">
                  <c:v>1</c:v>
                </c:pt>
                <c:pt idx="182">
                  <c:v>0</c:v>
                </c:pt>
                <c:pt idx="183">
                  <c:v>0</c:v>
                </c:pt>
                <c:pt idx="184">
                  <c:v>1</c:v>
                </c:pt>
                <c:pt idx="185">
                  <c:v>0</c:v>
                </c:pt>
                <c:pt idx="186">
                  <c:v>2</c:v>
                </c:pt>
                <c:pt idx="187">
                  <c:v>9</c:v>
                </c:pt>
                <c:pt idx="188">
                  <c:v>6</c:v>
                </c:pt>
                <c:pt idx="189">
                  <c:v>19</c:v>
                </c:pt>
                <c:pt idx="190">
                  <c:v>4</c:v>
                </c:pt>
                <c:pt idx="191">
                  <c:v>0</c:v>
                </c:pt>
                <c:pt idx="192">
                  <c:v>0</c:v>
                </c:pt>
                <c:pt idx="193">
                  <c:v>4</c:v>
                </c:pt>
                <c:pt idx="194">
                  <c:v>1</c:v>
                </c:pt>
                <c:pt idx="195">
                  <c:v>4</c:v>
                </c:pt>
                <c:pt idx="196">
                  <c:v>12</c:v>
                </c:pt>
                <c:pt idx="197">
                  <c:v>13</c:v>
                </c:pt>
                <c:pt idx="198">
                  <c:v>7</c:v>
                </c:pt>
                <c:pt idx="199">
                  <c:v>12</c:v>
                </c:pt>
                <c:pt idx="200">
                  <c:v>2</c:v>
                </c:pt>
                <c:pt idx="201">
                  <c:v>7</c:v>
                </c:pt>
                <c:pt idx="202">
                  <c:v>3</c:v>
                </c:pt>
                <c:pt idx="203">
                  <c:v>2</c:v>
                </c:pt>
                <c:pt idx="204">
                  <c:v>3</c:v>
                </c:pt>
                <c:pt idx="205">
                  <c:v>0</c:v>
                </c:pt>
                <c:pt idx="206">
                  <c:v>3</c:v>
                </c:pt>
                <c:pt idx="207">
                  <c:v>7</c:v>
                </c:pt>
                <c:pt idx="208">
                  <c:v>1</c:v>
                </c:pt>
                <c:pt idx="209">
                  <c:v>1</c:v>
                </c:pt>
                <c:pt idx="210">
                  <c:v>4</c:v>
                </c:pt>
                <c:pt idx="211">
                  <c:v>8</c:v>
                </c:pt>
                <c:pt idx="212">
                  <c:v>7</c:v>
                </c:pt>
                <c:pt idx="213">
                  <c:v>3</c:v>
                </c:pt>
                <c:pt idx="214">
                  <c:v>6</c:v>
                </c:pt>
                <c:pt idx="215">
                  <c:v>1</c:v>
                </c:pt>
                <c:pt idx="216">
                  <c:v>0</c:v>
                </c:pt>
                <c:pt idx="217">
                  <c:v>7</c:v>
                </c:pt>
                <c:pt idx="218">
                  <c:v>5</c:v>
                </c:pt>
                <c:pt idx="219">
                  <c:v>5</c:v>
                </c:pt>
                <c:pt idx="220">
                  <c:v>21</c:v>
                </c:pt>
                <c:pt idx="221">
                  <c:v>8</c:v>
                </c:pt>
                <c:pt idx="222">
                  <c:v>5</c:v>
                </c:pt>
                <c:pt idx="223">
                  <c:v>2</c:v>
                </c:pt>
                <c:pt idx="224">
                  <c:v>8</c:v>
                </c:pt>
                <c:pt idx="225">
                  <c:v>9</c:v>
                </c:pt>
                <c:pt idx="226">
                  <c:v>10</c:v>
                </c:pt>
                <c:pt idx="227">
                  <c:v>8</c:v>
                </c:pt>
                <c:pt idx="228">
                  <c:v>5</c:v>
                </c:pt>
                <c:pt idx="229">
                  <c:v>8</c:v>
                </c:pt>
                <c:pt idx="230">
                  <c:v>10</c:v>
                </c:pt>
                <c:pt idx="231">
                  <c:v>1</c:v>
                </c:pt>
                <c:pt idx="232">
                  <c:v>2</c:v>
                </c:pt>
                <c:pt idx="233">
                  <c:v>4</c:v>
                </c:pt>
                <c:pt idx="234">
                  <c:v>3</c:v>
                </c:pt>
                <c:pt idx="235">
                  <c:v>19</c:v>
                </c:pt>
                <c:pt idx="236">
                  <c:v>43</c:v>
                </c:pt>
                <c:pt idx="237">
                  <c:v>15</c:v>
                </c:pt>
                <c:pt idx="238">
                  <c:v>18</c:v>
                </c:pt>
                <c:pt idx="239">
                  <c:v>4</c:v>
                </c:pt>
                <c:pt idx="240">
                  <c:v>8</c:v>
                </c:pt>
                <c:pt idx="241">
                  <c:v>3</c:v>
                </c:pt>
                <c:pt idx="242">
                  <c:v>1</c:v>
                </c:pt>
                <c:pt idx="243">
                  <c:v>5</c:v>
                </c:pt>
                <c:pt idx="244">
                  <c:v>17</c:v>
                </c:pt>
                <c:pt idx="245">
                  <c:v>0</c:v>
                </c:pt>
                <c:pt idx="246">
                  <c:v>3</c:v>
                </c:pt>
                <c:pt idx="247">
                  <c:v>6</c:v>
                </c:pt>
                <c:pt idx="248">
                  <c:v>2</c:v>
                </c:pt>
                <c:pt idx="249">
                  <c:v>8</c:v>
                </c:pt>
                <c:pt idx="250">
                  <c:v>8</c:v>
                </c:pt>
                <c:pt idx="251">
                  <c:v>1</c:v>
                </c:pt>
                <c:pt idx="252">
                  <c:v>3</c:v>
                </c:pt>
                <c:pt idx="253">
                  <c:v>24</c:v>
                </c:pt>
                <c:pt idx="254">
                  <c:v>4</c:v>
                </c:pt>
                <c:pt idx="255">
                  <c:v>7</c:v>
                </c:pt>
                <c:pt idx="256">
                  <c:v>4</c:v>
                </c:pt>
                <c:pt idx="257">
                  <c:v>15</c:v>
                </c:pt>
                <c:pt idx="258">
                  <c:v>2</c:v>
                </c:pt>
                <c:pt idx="259">
                  <c:v>3</c:v>
                </c:pt>
                <c:pt idx="260">
                  <c:v>24</c:v>
                </c:pt>
                <c:pt idx="261">
                  <c:v>2</c:v>
                </c:pt>
                <c:pt idx="262">
                  <c:v>5</c:v>
                </c:pt>
                <c:pt idx="263">
                  <c:v>15</c:v>
                </c:pt>
                <c:pt idx="264">
                  <c:v>65</c:v>
                </c:pt>
                <c:pt idx="265">
                  <c:v>4</c:v>
                </c:pt>
                <c:pt idx="266">
                  <c:v>4</c:v>
                </c:pt>
                <c:pt idx="267">
                  <c:v>11</c:v>
                </c:pt>
                <c:pt idx="268">
                  <c:v>10</c:v>
                </c:pt>
                <c:pt idx="269">
                  <c:v>12</c:v>
                </c:pt>
                <c:pt idx="270">
                  <c:v>4</c:v>
                </c:pt>
                <c:pt idx="271">
                  <c:v>5</c:v>
                </c:pt>
                <c:pt idx="272">
                  <c:v>8</c:v>
                </c:pt>
                <c:pt idx="273">
                  <c:v>18</c:v>
                </c:pt>
                <c:pt idx="274">
                  <c:v>14</c:v>
                </c:pt>
                <c:pt idx="275">
                  <c:v>2</c:v>
                </c:pt>
                <c:pt idx="276">
                  <c:v>10</c:v>
                </c:pt>
                <c:pt idx="277">
                  <c:v>2</c:v>
                </c:pt>
                <c:pt idx="278">
                  <c:v>4</c:v>
                </c:pt>
                <c:pt idx="279">
                  <c:v>9</c:v>
                </c:pt>
                <c:pt idx="280">
                  <c:v>2</c:v>
                </c:pt>
                <c:pt idx="281">
                  <c:v>5</c:v>
                </c:pt>
                <c:pt idx="282">
                  <c:v>3</c:v>
                </c:pt>
                <c:pt idx="283">
                  <c:v>4</c:v>
                </c:pt>
                <c:pt idx="284">
                  <c:v>4</c:v>
                </c:pt>
                <c:pt idx="285">
                  <c:v>3</c:v>
                </c:pt>
                <c:pt idx="286">
                  <c:v>1</c:v>
                </c:pt>
                <c:pt idx="287">
                  <c:v>5</c:v>
                </c:pt>
                <c:pt idx="288">
                  <c:v>1</c:v>
                </c:pt>
                <c:pt idx="289">
                  <c:v>3</c:v>
                </c:pt>
                <c:pt idx="290">
                  <c:v>10</c:v>
                </c:pt>
                <c:pt idx="291">
                  <c:v>12</c:v>
                </c:pt>
                <c:pt idx="292">
                  <c:v>7</c:v>
                </c:pt>
                <c:pt idx="293">
                  <c:v>13</c:v>
                </c:pt>
                <c:pt idx="294">
                  <c:v>4</c:v>
                </c:pt>
                <c:pt idx="295">
                  <c:v>7</c:v>
                </c:pt>
                <c:pt idx="296">
                  <c:v>6</c:v>
                </c:pt>
                <c:pt idx="297">
                  <c:v>94</c:v>
                </c:pt>
                <c:pt idx="298">
                  <c:v>1</c:v>
                </c:pt>
                <c:pt idx="299">
                  <c:v>13</c:v>
                </c:pt>
                <c:pt idx="300">
                  <c:v>7</c:v>
                </c:pt>
                <c:pt idx="301">
                  <c:v>2</c:v>
                </c:pt>
                <c:pt idx="302">
                  <c:v>10</c:v>
                </c:pt>
                <c:pt idx="303">
                  <c:v>0</c:v>
                </c:pt>
                <c:pt idx="304">
                  <c:v>0</c:v>
                </c:pt>
                <c:pt idx="305">
                  <c:v>4</c:v>
                </c:pt>
                <c:pt idx="306">
                  <c:v>5</c:v>
                </c:pt>
                <c:pt idx="307">
                  <c:v>7</c:v>
                </c:pt>
                <c:pt idx="308">
                  <c:v>5</c:v>
                </c:pt>
                <c:pt idx="309">
                  <c:v>3</c:v>
                </c:pt>
                <c:pt idx="310">
                  <c:v>3</c:v>
                </c:pt>
                <c:pt idx="311">
                  <c:v>0</c:v>
                </c:pt>
                <c:pt idx="312">
                  <c:v>6</c:v>
                </c:pt>
                <c:pt idx="313">
                  <c:v>5</c:v>
                </c:pt>
                <c:pt idx="314">
                  <c:v>6</c:v>
                </c:pt>
                <c:pt idx="315">
                  <c:v>3</c:v>
                </c:pt>
                <c:pt idx="316">
                  <c:v>13</c:v>
                </c:pt>
                <c:pt idx="317">
                  <c:v>1</c:v>
                </c:pt>
                <c:pt idx="318">
                  <c:v>1</c:v>
                </c:pt>
                <c:pt idx="319">
                  <c:v>3</c:v>
                </c:pt>
                <c:pt idx="320">
                  <c:v>0</c:v>
                </c:pt>
                <c:pt idx="321">
                  <c:v>25</c:v>
                </c:pt>
                <c:pt idx="322">
                  <c:v>2</c:v>
                </c:pt>
                <c:pt idx="323">
                  <c:v>7</c:v>
                </c:pt>
                <c:pt idx="324">
                  <c:v>8</c:v>
                </c:pt>
                <c:pt idx="325">
                  <c:v>8</c:v>
                </c:pt>
                <c:pt idx="326">
                  <c:v>3</c:v>
                </c:pt>
                <c:pt idx="327">
                  <c:v>11</c:v>
                </c:pt>
                <c:pt idx="328">
                  <c:v>5</c:v>
                </c:pt>
                <c:pt idx="329">
                  <c:v>5</c:v>
                </c:pt>
                <c:pt idx="330">
                  <c:v>6</c:v>
                </c:pt>
                <c:pt idx="331">
                  <c:v>3</c:v>
                </c:pt>
                <c:pt idx="332">
                  <c:v>0</c:v>
                </c:pt>
                <c:pt idx="333">
                  <c:v>4</c:v>
                </c:pt>
                <c:pt idx="334">
                  <c:v>3</c:v>
                </c:pt>
                <c:pt idx="335">
                  <c:v>3</c:v>
                </c:pt>
                <c:pt idx="336">
                  <c:v>5</c:v>
                </c:pt>
                <c:pt idx="337">
                  <c:v>3</c:v>
                </c:pt>
                <c:pt idx="338">
                  <c:v>3</c:v>
                </c:pt>
                <c:pt idx="339">
                  <c:v>4</c:v>
                </c:pt>
                <c:pt idx="340">
                  <c:v>1</c:v>
                </c:pt>
                <c:pt idx="341">
                  <c:v>4</c:v>
                </c:pt>
                <c:pt idx="342">
                  <c:v>2</c:v>
                </c:pt>
                <c:pt idx="343">
                  <c:v>9</c:v>
                </c:pt>
                <c:pt idx="344">
                  <c:v>249</c:v>
                </c:pt>
                <c:pt idx="345">
                  <c:v>147</c:v>
                </c:pt>
                <c:pt idx="346">
                  <c:v>6</c:v>
                </c:pt>
                <c:pt idx="347">
                  <c:v>15</c:v>
                </c:pt>
                <c:pt idx="348">
                  <c:v>22</c:v>
                </c:pt>
                <c:pt idx="349">
                  <c:v>31</c:v>
                </c:pt>
                <c:pt idx="350">
                  <c:v>14</c:v>
                </c:pt>
                <c:pt idx="351">
                  <c:v>74</c:v>
                </c:pt>
                <c:pt idx="352">
                  <c:v>9</c:v>
                </c:pt>
                <c:pt idx="353">
                  <c:v>11</c:v>
                </c:pt>
                <c:pt idx="354">
                  <c:v>2</c:v>
                </c:pt>
                <c:pt idx="355">
                  <c:v>4</c:v>
                </c:pt>
                <c:pt idx="356">
                  <c:v>5</c:v>
                </c:pt>
                <c:pt idx="357">
                  <c:v>16</c:v>
                </c:pt>
                <c:pt idx="358">
                  <c:v>9</c:v>
                </c:pt>
                <c:pt idx="359">
                  <c:v>8</c:v>
                </c:pt>
                <c:pt idx="360">
                  <c:v>14</c:v>
                </c:pt>
                <c:pt idx="361">
                  <c:v>7</c:v>
                </c:pt>
                <c:pt idx="362">
                  <c:v>3</c:v>
                </c:pt>
                <c:pt idx="363">
                  <c:v>10</c:v>
                </c:pt>
                <c:pt idx="364">
                  <c:v>4</c:v>
                </c:pt>
                <c:pt idx="365">
                  <c:v>14</c:v>
                </c:pt>
                <c:pt idx="366">
                  <c:v>7</c:v>
                </c:pt>
                <c:pt idx="367">
                  <c:v>7</c:v>
                </c:pt>
                <c:pt idx="368">
                  <c:v>7</c:v>
                </c:pt>
                <c:pt idx="369">
                  <c:v>12</c:v>
                </c:pt>
                <c:pt idx="370">
                  <c:v>3</c:v>
                </c:pt>
                <c:pt idx="371">
                  <c:v>2</c:v>
                </c:pt>
                <c:pt idx="372">
                  <c:v>12</c:v>
                </c:pt>
                <c:pt idx="373">
                  <c:v>8</c:v>
                </c:pt>
                <c:pt idx="374">
                  <c:v>4</c:v>
                </c:pt>
                <c:pt idx="375">
                  <c:v>0</c:v>
                </c:pt>
                <c:pt idx="376">
                  <c:v>0</c:v>
                </c:pt>
                <c:pt idx="377">
                  <c:v>5</c:v>
                </c:pt>
                <c:pt idx="378">
                  <c:v>5</c:v>
                </c:pt>
                <c:pt idx="379">
                  <c:v>3</c:v>
                </c:pt>
                <c:pt idx="380">
                  <c:v>4</c:v>
                </c:pt>
                <c:pt idx="381">
                  <c:v>0</c:v>
                </c:pt>
                <c:pt idx="382">
                  <c:v>4</c:v>
                </c:pt>
                <c:pt idx="383">
                  <c:v>2</c:v>
                </c:pt>
                <c:pt idx="384">
                  <c:v>2</c:v>
                </c:pt>
                <c:pt idx="385">
                  <c:v>4</c:v>
                </c:pt>
                <c:pt idx="386">
                  <c:v>0</c:v>
                </c:pt>
                <c:pt idx="387">
                  <c:v>7</c:v>
                </c:pt>
                <c:pt idx="388">
                  <c:v>4</c:v>
                </c:pt>
                <c:pt idx="389">
                  <c:v>3</c:v>
                </c:pt>
                <c:pt idx="390">
                  <c:v>1</c:v>
                </c:pt>
                <c:pt idx="391">
                  <c:v>0</c:v>
                </c:pt>
                <c:pt idx="392">
                  <c:v>2</c:v>
                </c:pt>
                <c:pt idx="393">
                  <c:v>2</c:v>
                </c:pt>
                <c:pt idx="394">
                  <c:v>1</c:v>
                </c:pt>
                <c:pt idx="395">
                  <c:v>7</c:v>
                </c:pt>
                <c:pt idx="396">
                  <c:v>13</c:v>
                </c:pt>
                <c:pt idx="397">
                  <c:v>14</c:v>
                </c:pt>
                <c:pt idx="398">
                  <c:v>3</c:v>
                </c:pt>
                <c:pt idx="399">
                  <c:v>1</c:v>
                </c:pt>
                <c:pt idx="400">
                  <c:v>4</c:v>
                </c:pt>
                <c:pt idx="401">
                  <c:v>8</c:v>
                </c:pt>
                <c:pt idx="402">
                  <c:v>5</c:v>
                </c:pt>
                <c:pt idx="403">
                  <c:v>2</c:v>
                </c:pt>
                <c:pt idx="404">
                  <c:v>0</c:v>
                </c:pt>
                <c:pt idx="405">
                  <c:v>1</c:v>
                </c:pt>
                <c:pt idx="406">
                  <c:v>6</c:v>
                </c:pt>
                <c:pt idx="407">
                  <c:v>5</c:v>
                </c:pt>
                <c:pt idx="408">
                  <c:v>3</c:v>
                </c:pt>
                <c:pt idx="409">
                  <c:v>2</c:v>
                </c:pt>
                <c:pt idx="410">
                  <c:v>0</c:v>
                </c:pt>
                <c:pt idx="411">
                  <c:v>1</c:v>
                </c:pt>
                <c:pt idx="412">
                  <c:v>1</c:v>
                </c:pt>
                <c:pt idx="413">
                  <c:v>4</c:v>
                </c:pt>
                <c:pt idx="414">
                  <c:v>6</c:v>
                </c:pt>
                <c:pt idx="415">
                  <c:v>7</c:v>
                </c:pt>
                <c:pt idx="416">
                  <c:v>3</c:v>
                </c:pt>
                <c:pt idx="417">
                  <c:v>6</c:v>
                </c:pt>
                <c:pt idx="418">
                  <c:v>3</c:v>
                </c:pt>
                <c:pt idx="419">
                  <c:v>1</c:v>
                </c:pt>
                <c:pt idx="420">
                  <c:v>4</c:v>
                </c:pt>
                <c:pt idx="421">
                  <c:v>3</c:v>
                </c:pt>
                <c:pt idx="422">
                  <c:v>8</c:v>
                </c:pt>
                <c:pt idx="423">
                  <c:v>10</c:v>
                </c:pt>
                <c:pt idx="424">
                  <c:v>8</c:v>
                </c:pt>
                <c:pt idx="425">
                  <c:v>4</c:v>
                </c:pt>
                <c:pt idx="426">
                  <c:v>2</c:v>
                </c:pt>
                <c:pt idx="427">
                  <c:v>3</c:v>
                </c:pt>
                <c:pt idx="428">
                  <c:v>5</c:v>
                </c:pt>
                <c:pt idx="429">
                  <c:v>1</c:v>
                </c:pt>
                <c:pt idx="430">
                  <c:v>3</c:v>
                </c:pt>
                <c:pt idx="431">
                  <c:v>5</c:v>
                </c:pt>
                <c:pt idx="432">
                  <c:v>7</c:v>
                </c:pt>
                <c:pt idx="433">
                  <c:v>1</c:v>
                </c:pt>
                <c:pt idx="434">
                  <c:v>4</c:v>
                </c:pt>
                <c:pt idx="435">
                  <c:v>36</c:v>
                </c:pt>
                <c:pt idx="436">
                  <c:v>68</c:v>
                </c:pt>
                <c:pt idx="437">
                  <c:v>31</c:v>
                </c:pt>
                <c:pt idx="438">
                  <c:v>13</c:v>
                </c:pt>
                <c:pt idx="439">
                  <c:v>1</c:v>
                </c:pt>
                <c:pt idx="440">
                  <c:v>4</c:v>
                </c:pt>
                <c:pt idx="441">
                  <c:v>4</c:v>
                </c:pt>
                <c:pt idx="442">
                  <c:v>4</c:v>
                </c:pt>
                <c:pt idx="443">
                  <c:v>4</c:v>
                </c:pt>
                <c:pt idx="444">
                  <c:v>4</c:v>
                </c:pt>
                <c:pt idx="445">
                  <c:v>9</c:v>
                </c:pt>
                <c:pt idx="446">
                  <c:v>1</c:v>
                </c:pt>
                <c:pt idx="447">
                  <c:v>23</c:v>
                </c:pt>
                <c:pt idx="448">
                  <c:v>3</c:v>
                </c:pt>
                <c:pt idx="449">
                  <c:v>10</c:v>
                </c:pt>
                <c:pt idx="450">
                  <c:v>3</c:v>
                </c:pt>
                <c:pt idx="451">
                  <c:v>9</c:v>
                </c:pt>
                <c:pt idx="452">
                  <c:v>7</c:v>
                </c:pt>
                <c:pt idx="453">
                  <c:v>33</c:v>
                </c:pt>
                <c:pt idx="454">
                  <c:v>20</c:v>
                </c:pt>
                <c:pt idx="455">
                  <c:v>31</c:v>
                </c:pt>
                <c:pt idx="456">
                  <c:v>14</c:v>
                </c:pt>
                <c:pt idx="457">
                  <c:v>2</c:v>
                </c:pt>
                <c:pt idx="458">
                  <c:v>1</c:v>
                </c:pt>
                <c:pt idx="459">
                  <c:v>3</c:v>
                </c:pt>
                <c:pt idx="460">
                  <c:v>1</c:v>
                </c:pt>
                <c:pt idx="461">
                  <c:v>1</c:v>
                </c:pt>
                <c:pt idx="462">
                  <c:v>1</c:v>
                </c:pt>
                <c:pt idx="463">
                  <c:v>2</c:v>
                </c:pt>
                <c:pt idx="464">
                  <c:v>6</c:v>
                </c:pt>
                <c:pt idx="465">
                  <c:v>11</c:v>
                </c:pt>
                <c:pt idx="466">
                  <c:v>1</c:v>
                </c:pt>
                <c:pt idx="467">
                  <c:v>2</c:v>
                </c:pt>
                <c:pt idx="468">
                  <c:v>4</c:v>
                </c:pt>
                <c:pt idx="469">
                  <c:v>5</c:v>
                </c:pt>
                <c:pt idx="470">
                  <c:v>2</c:v>
                </c:pt>
                <c:pt idx="471">
                  <c:v>2</c:v>
                </c:pt>
                <c:pt idx="472">
                  <c:v>4</c:v>
                </c:pt>
                <c:pt idx="473">
                  <c:v>10</c:v>
                </c:pt>
                <c:pt idx="474">
                  <c:v>12</c:v>
                </c:pt>
                <c:pt idx="475">
                  <c:v>8</c:v>
                </c:pt>
                <c:pt idx="476">
                  <c:v>4</c:v>
                </c:pt>
                <c:pt idx="477">
                  <c:v>7</c:v>
                </c:pt>
                <c:pt idx="478">
                  <c:v>7</c:v>
                </c:pt>
                <c:pt idx="479">
                  <c:v>2</c:v>
                </c:pt>
                <c:pt idx="480">
                  <c:v>4</c:v>
                </c:pt>
                <c:pt idx="481">
                  <c:v>6</c:v>
                </c:pt>
                <c:pt idx="482">
                  <c:v>0</c:v>
                </c:pt>
                <c:pt idx="483">
                  <c:v>3</c:v>
                </c:pt>
                <c:pt idx="484">
                  <c:v>15</c:v>
                </c:pt>
                <c:pt idx="485">
                  <c:v>3</c:v>
                </c:pt>
                <c:pt idx="486">
                  <c:v>0</c:v>
                </c:pt>
                <c:pt idx="487">
                  <c:v>12</c:v>
                </c:pt>
                <c:pt idx="488">
                  <c:v>7</c:v>
                </c:pt>
                <c:pt idx="489">
                  <c:v>9</c:v>
                </c:pt>
                <c:pt idx="490">
                  <c:v>9</c:v>
                </c:pt>
                <c:pt idx="491">
                  <c:v>4</c:v>
                </c:pt>
                <c:pt idx="492">
                  <c:v>8</c:v>
                </c:pt>
                <c:pt idx="493">
                  <c:v>4</c:v>
                </c:pt>
                <c:pt idx="494">
                  <c:v>5</c:v>
                </c:pt>
                <c:pt idx="495">
                  <c:v>19</c:v>
                </c:pt>
                <c:pt idx="496">
                  <c:v>3</c:v>
                </c:pt>
                <c:pt idx="497">
                  <c:v>2</c:v>
                </c:pt>
                <c:pt idx="498">
                  <c:v>11</c:v>
                </c:pt>
                <c:pt idx="499">
                  <c:v>5</c:v>
                </c:pt>
                <c:pt idx="500">
                  <c:v>1</c:v>
                </c:pt>
                <c:pt idx="501">
                  <c:v>6</c:v>
                </c:pt>
                <c:pt idx="502">
                  <c:v>2</c:v>
                </c:pt>
                <c:pt idx="503">
                  <c:v>6</c:v>
                </c:pt>
                <c:pt idx="504">
                  <c:v>2</c:v>
                </c:pt>
                <c:pt idx="505">
                  <c:v>1</c:v>
                </c:pt>
                <c:pt idx="506">
                  <c:v>4</c:v>
                </c:pt>
                <c:pt idx="507">
                  <c:v>4</c:v>
                </c:pt>
                <c:pt idx="508">
                  <c:v>0</c:v>
                </c:pt>
                <c:pt idx="509">
                  <c:v>6</c:v>
                </c:pt>
                <c:pt idx="510">
                  <c:v>6</c:v>
                </c:pt>
                <c:pt idx="511">
                  <c:v>15</c:v>
                </c:pt>
                <c:pt idx="512">
                  <c:v>3</c:v>
                </c:pt>
                <c:pt idx="513">
                  <c:v>4</c:v>
                </c:pt>
                <c:pt idx="514">
                  <c:v>34</c:v>
                </c:pt>
                <c:pt idx="515">
                  <c:v>0</c:v>
                </c:pt>
                <c:pt idx="516">
                  <c:v>3</c:v>
                </c:pt>
                <c:pt idx="517">
                  <c:v>3</c:v>
                </c:pt>
                <c:pt idx="518">
                  <c:v>3</c:v>
                </c:pt>
                <c:pt idx="519">
                  <c:v>0</c:v>
                </c:pt>
                <c:pt idx="520">
                  <c:v>1</c:v>
                </c:pt>
                <c:pt idx="521">
                  <c:v>0</c:v>
                </c:pt>
                <c:pt idx="522">
                  <c:v>0</c:v>
                </c:pt>
                <c:pt idx="523">
                  <c:v>4</c:v>
                </c:pt>
                <c:pt idx="524">
                  <c:v>6</c:v>
                </c:pt>
                <c:pt idx="525">
                  <c:v>1</c:v>
                </c:pt>
                <c:pt idx="526">
                  <c:v>6</c:v>
                </c:pt>
                <c:pt idx="527">
                  <c:v>6</c:v>
                </c:pt>
                <c:pt idx="528">
                  <c:v>3</c:v>
                </c:pt>
                <c:pt idx="529">
                  <c:v>2</c:v>
                </c:pt>
                <c:pt idx="530">
                  <c:v>25</c:v>
                </c:pt>
                <c:pt idx="531">
                  <c:v>7</c:v>
                </c:pt>
                <c:pt idx="532">
                  <c:v>6</c:v>
                </c:pt>
                <c:pt idx="533">
                  <c:v>20</c:v>
                </c:pt>
                <c:pt idx="534">
                  <c:v>16</c:v>
                </c:pt>
                <c:pt idx="535">
                  <c:v>17</c:v>
                </c:pt>
                <c:pt idx="536">
                  <c:v>8</c:v>
                </c:pt>
                <c:pt idx="537">
                  <c:v>14</c:v>
                </c:pt>
                <c:pt idx="538">
                  <c:v>7</c:v>
                </c:pt>
                <c:pt idx="539">
                  <c:v>9</c:v>
                </c:pt>
                <c:pt idx="540">
                  <c:v>3</c:v>
                </c:pt>
                <c:pt idx="541">
                  <c:v>0</c:v>
                </c:pt>
                <c:pt idx="542">
                  <c:v>2</c:v>
                </c:pt>
                <c:pt idx="543">
                  <c:v>0</c:v>
                </c:pt>
                <c:pt idx="544">
                  <c:v>3</c:v>
                </c:pt>
                <c:pt idx="545">
                  <c:v>1</c:v>
                </c:pt>
                <c:pt idx="546">
                  <c:v>0</c:v>
                </c:pt>
                <c:pt idx="547">
                  <c:v>5</c:v>
                </c:pt>
                <c:pt idx="548">
                  <c:v>6</c:v>
                </c:pt>
                <c:pt idx="549">
                  <c:v>20</c:v>
                </c:pt>
                <c:pt idx="550">
                  <c:v>1</c:v>
                </c:pt>
                <c:pt idx="551">
                  <c:v>1</c:v>
                </c:pt>
                <c:pt idx="552">
                  <c:v>0</c:v>
                </c:pt>
                <c:pt idx="553">
                  <c:v>19</c:v>
                </c:pt>
                <c:pt idx="554">
                  <c:v>10</c:v>
                </c:pt>
                <c:pt idx="555">
                  <c:v>12</c:v>
                </c:pt>
                <c:pt idx="556">
                  <c:v>5</c:v>
                </c:pt>
                <c:pt idx="557">
                  <c:v>9</c:v>
                </c:pt>
                <c:pt idx="558">
                  <c:v>7</c:v>
                </c:pt>
                <c:pt idx="559">
                  <c:v>3</c:v>
                </c:pt>
                <c:pt idx="560">
                  <c:v>1</c:v>
                </c:pt>
                <c:pt idx="561">
                  <c:v>3</c:v>
                </c:pt>
                <c:pt idx="562">
                  <c:v>2</c:v>
                </c:pt>
                <c:pt idx="563">
                  <c:v>3</c:v>
                </c:pt>
                <c:pt idx="564">
                  <c:v>1</c:v>
                </c:pt>
                <c:pt idx="565">
                  <c:v>2</c:v>
                </c:pt>
                <c:pt idx="566">
                  <c:v>1</c:v>
                </c:pt>
                <c:pt idx="567">
                  <c:v>4</c:v>
                </c:pt>
                <c:pt idx="568">
                  <c:v>3</c:v>
                </c:pt>
                <c:pt idx="569">
                  <c:v>5</c:v>
                </c:pt>
                <c:pt idx="570">
                  <c:v>2</c:v>
                </c:pt>
                <c:pt idx="571">
                  <c:v>2</c:v>
                </c:pt>
                <c:pt idx="572">
                  <c:v>7</c:v>
                </c:pt>
                <c:pt idx="573">
                  <c:v>3</c:v>
                </c:pt>
                <c:pt idx="574">
                  <c:v>10</c:v>
                </c:pt>
                <c:pt idx="575">
                  <c:v>6</c:v>
                </c:pt>
                <c:pt idx="576">
                  <c:v>1</c:v>
                </c:pt>
                <c:pt idx="577">
                  <c:v>2</c:v>
                </c:pt>
                <c:pt idx="578">
                  <c:v>0</c:v>
                </c:pt>
                <c:pt idx="579">
                  <c:v>2</c:v>
                </c:pt>
                <c:pt idx="580">
                  <c:v>3</c:v>
                </c:pt>
                <c:pt idx="581">
                  <c:v>40</c:v>
                </c:pt>
                <c:pt idx="582">
                  <c:v>4</c:v>
                </c:pt>
                <c:pt idx="583">
                  <c:v>7</c:v>
                </c:pt>
                <c:pt idx="584">
                  <c:v>9</c:v>
                </c:pt>
                <c:pt idx="585">
                  <c:v>3</c:v>
                </c:pt>
                <c:pt idx="586">
                  <c:v>7</c:v>
                </c:pt>
                <c:pt idx="587">
                  <c:v>3</c:v>
                </c:pt>
                <c:pt idx="588">
                  <c:v>1</c:v>
                </c:pt>
                <c:pt idx="589">
                  <c:v>3</c:v>
                </c:pt>
                <c:pt idx="590">
                  <c:v>12</c:v>
                </c:pt>
                <c:pt idx="591">
                  <c:v>8</c:v>
                </c:pt>
                <c:pt idx="592">
                  <c:v>5</c:v>
                </c:pt>
                <c:pt idx="593">
                  <c:v>1</c:v>
                </c:pt>
                <c:pt idx="594">
                  <c:v>1</c:v>
                </c:pt>
                <c:pt idx="595">
                  <c:v>4</c:v>
                </c:pt>
                <c:pt idx="596">
                  <c:v>2</c:v>
                </c:pt>
                <c:pt idx="597">
                  <c:v>4</c:v>
                </c:pt>
                <c:pt idx="598">
                  <c:v>2</c:v>
                </c:pt>
                <c:pt idx="599">
                  <c:v>1</c:v>
                </c:pt>
                <c:pt idx="600">
                  <c:v>20</c:v>
                </c:pt>
                <c:pt idx="601">
                  <c:v>15</c:v>
                </c:pt>
                <c:pt idx="602">
                  <c:v>13</c:v>
                </c:pt>
                <c:pt idx="603">
                  <c:v>1</c:v>
                </c:pt>
                <c:pt idx="604">
                  <c:v>0</c:v>
                </c:pt>
                <c:pt idx="605">
                  <c:v>0</c:v>
                </c:pt>
                <c:pt idx="606">
                  <c:v>6</c:v>
                </c:pt>
                <c:pt idx="607">
                  <c:v>6</c:v>
                </c:pt>
                <c:pt idx="608">
                  <c:v>18</c:v>
                </c:pt>
                <c:pt idx="609">
                  <c:v>2</c:v>
                </c:pt>
                <c:pt idx="610">
                  <c:v>2</c:v>
                </c:pt>
                <c:pt idx="611">
                  <c:v>1</c:v>
                </c:pt>
                <c:pt idx="612">
                  <c:v>2</c:v>
                </c:pt>
                <c:pt idx="613">
                  <c:v>3</c:v>
                </c:pt>
                <c:pt idx="614">
                  <c:v>8</c:v>
                </c:pt>
                <c:pt idx="615">
                  <c:v>9</c:v>
                </c:pt>
                <c:pt idx="616">
                  <c:v>4</c:v>
                </c:pt>
                <c:pt idx="617">
                  <c:v>3</c:v>
                </c:pt>
                <c:pt idx="618">
                  <c:v>1</c:v>
                </c:pt>
                <c:pt idx="619">
                  <c:v>11</c:v>
                </c:pt>
                <c:pt idx="620">
                  <c:v>25</c:v>
                </c:pt>
                <c:pt idx="621">
                  <c:v>60</c:v>
                </c:pt>
                <c:pt idx="622">
                  <c:v>2</c:v>
                </c:pt>
                <c:pt idx="623">
                  <c:v>4</c:v>
                </c:pt>
                <c:pt idx="624">
                  <c:v>4</c:v>
                </c:pt>
                <c:pt idx="625">
                  <c:v>1</c:v>
                </c:pt>
                <c:pt idx="626">
                  <c:v>1</c:v>
                </c:pt>
                <c:pt idx="627">
                  <c:v>7</c:v>
                </c:pt>
                <c:pt idx="628">
                  <c:v>52</c:v>
                </c:pt>
                <c:pt idx="629">
                  <c:v>54</c:v>
                </c:pt>
                <c:pt idx="630">
                  <c:v>2</c:v>
                </c:pt>
                <c:pt idx="631">
                  <c:v>1</c:v>
                </c:pt>
                <c:pt idx="632">
                  <c:v>0</c:v>
                </c:pt>
                <c:pt idx="633">
                  <c:v>21</c:v>
                </c:pt>
                <c:pt idx="634">
                  <c:v>17</c:v>
                </c:pt>
                <c:pt idx="635">
                  <c:v>5</c:v>
                </c:pt>
                <c:pt idx="636">
                  <c:v>5</c:v>
                </c:pt>
                <c:pt idx="637">
                  <c:v>1</c:v>
                </c:pt>
                <c:pt idx="638">
                  <c:v>4</c:v>
                </c:pt>
                <c:pt idx="639">
                  <c:v>4</c:v>
                </c:pt>
                <c:pt idx="640">
                  <c:v>0</c:v>
                </c:pt>
                <c:pt idx="641">
                  <c:v>6</c:v>
                </c:pt>
                <c:pt idx="642">
                  <c:v>1</c:v>
                </c:pt>
                <c:pt idx="643">
                  <c:v>10</c:v>
                </c:pt>
                <c:pt idx="644">
                  <c:v>8</c:v>
                </c:pt>
                <c:pt idx="645">
                  <c:v>26</c:v>
                </c:pt>
                <c:pt idx="646">
                  <c:v>5</c:v>
                </c:pt>
                <c:pt idx="647">
                  <c:v>1</c:v>
                </c:pt>
                <c:pt idx="648">
                  <c:v>5</c:v>
                </c:pt>
                <c:pt idx="649">
                  <c:v>11</c:v>
                </c:pt>
                <c:pt idx="650">
                  <c:v>10</c:v>
                </c:pt>
                <c:pt idx="651">
                  <c:v>5</c:v>
                </c:pt>
                <c:pt idx="652">
                  <c:v>5</c:v>
                </c:pt>
                <c:pt idx="653">
                  <c:v>2</c:v>
                </c:pt>
                <c:pt idx="654">
                  <c:v>6</c:v>
                </c:pt>
                <c:pt idx="655">
                  <c:v>4</c:v>
                </c:pt>
                <c:pt idx="656">
                  <c:v>4</c:v>
                </c:pt>
                <c:pt idx="657">
                  <c:v>9</c:v>
                </c:pt>
                <c:pt idx="658">
                  <c:v>0</c:v>
                </c:pt>
                <c:pt idx="659">
                  <c:v>4</c:v>
                </c:pt>
                <c:pt idx="660">
                  <c:v>5</c:v>
                </c:pt>
                <c:pt idx="661">
                  <c:v>16</c:v>
                </c:pt>
                <c:pt idx="662">
                  <c:v>5</c:v>
                </c:pt>
                <c:pt idx="663">
                  <c:v>3</c:v>
                </c:pt>
                <c:pt idx="664">
                  <c:v>4</c:v>
                </c:pt>
                <c:pt idx="665">
                  <c:v>5</c:v>
                </c:pt>
                <c:pt idx="666">
                  <c:v>1</c:v>
                </c:pt>
                <c:pt idx="667">
                  <c:v>2</c:v>
                </c:pt>
                <c:pt idx="668">
                  <c:v>2</c:v>
                </c:pt>
                <c:pt idx="669">
                  <c:v>10</c:v>
                </c:pt>
                <c:pt idx="670">
                  <c:v>2</c:v>
                </c:pt>
                <c:pt idx="671">
                  <c:v>0</c:v>
                </c:pt>
                <c:pt idx="672">
                  <c:v>0</c:v>
                </c:pt>
                <c:pt idx="673">
                  <c:v>12</c:v>
                </c:pt>
                <c:pt idx="674">
                  <c:v>6</c:v>
                </c:pt>
                <c:pt idx="675">
                  <c:v>0</c:v>
                </c:pt>
                <c:pt idx="676">
                  <c:v>1</c:v>
                </c:pt>
                <c:pt idx="677">
                  <c:v>0</c:v>
                </c:pt>
                <c:pt idx="678">
                  <c:v>0</c:v>
                </c:pt>
                <c:pt idx="679">
                  <c:v>3</c:v>
                </c:pt>
                <c:pt idx="680">
                  <c:v>2</c:v>
                </c:pt>
                <c:pt idx="681">
                  <c:v>5</c:v>
                </c:pt>
                <c:pt idx="682">
                  <c:v>0</c:v>
                </c:pt>
                <c:pt idx="683">
                  <c:v>0</c:v>
                </c:pt>
                <c:pt idx="684">
                  <c:v>2</c:v>
                </c:pt>
                <c:pt idx="685">
                  <c:v>1</c:v>
                </c:pt>
                <c:pt idx="686">
                  <c:v>6</c:v>
                </c:pt>
                <c:pt idx="687">
                  <c:v>3</c:v>
                </c:pt>
                <c:pt idx="688">
                  <c:v>14</c:v>
                </c:pt>
                <c:pt idx="689">
                  <c:v>2</c:v>
                </c:pt>
                <c:pt idx="690">
                  <c:v>4</c:v>
                </c:pt>
                <c:pt idx="691">
                  <c:v>2</c:v>
                </c:pt>
                <c:pt idx="692">
                  <c:v>6</c:v>
                </c:pt>
                <c:pt idx="693">
                  <c:v>8</c:v>
                </c:pt>
                <c:pt idx="694">
                  <c:v>3</c:v>
                </c:pt>
                <c:pt idx="695">
                  <c:v>5</c:v>
                </c:pt>
                <c:pt idx="696">
                  <c:v>7</c:v>
                </c:pt>
                <c:pt idx="697">
                  <c:v>28</c:v>
                </c:pt>
                <c:pt idx="698">
                  <c:v>2</c:v>
                </c:pt>
                <c:pt idx="699">
                  <c:v>5</c:v>
                </c:pt>
                <c:pt idx="700">
                  <c:v>4</c:v>
                </c:pt>
                <c:pt idx="701">
                  <c:v>1</c:v>
                </c:pt>
                <c:pt idx="702">
                  <c:v>5</c:v>
                </c:pt>
                <c:pt idx="703">
                  <c:v>4</c:v>
                </c:pt>
                <c:pt idx="704">
                  <c:v>6</c:v>
                </c:pt>
                <c:pt idx="705">
                  <c:v>2</c:v>
                </c:pt>
                <c:pt idx="706">
                  <c:v>0</c:v>
                </c:pt>
                <c:pt idx="707">
                  <c:v>2</c:v>
                </c:pt>
                <c:pt idx="708">
                  <c:v>3</c:v>
                </c:pt>
                <c:pt idx="709">
                  <c:v>0</c:v>
                </c:pt>
                <c:pt idx="710">
                  <c:v>0</c:v>
                </c:pt>
                <c:pt idx="711">
                  <c:v>13</c:v>
                </c:pt>
                <c:pt idx="712">
                  <c:v>2</c:v>
                </c:pt>
                <c:pt idx="713">
                  <c:v>8</c:v>
                </c:pt>
                <c:pt idx="714">
                  <c:v>2</c:v>
                </c:pt>
                <c:pt idx="715">
                  <c:v>3</c:v>
                </c:pt>
                <c:pt idx="716">
                  <c:v>1</c:v>
                </c:pt>
                <c:pt idx="717">
                  <c:v>2</c:v>
                </c:pt>
                <c:pt idx="718">
                  <c:v>0</c:v>
                </c:pt>
                <c:pt idx="719">
                  <c:v>3</c:v>
                </c:pt>
                <c:pt idx="720">
                  <c:v>2</c:v>
                </c:pt>
                <c:pt idx="721">
                  <c:v>3</c:v>
                </c:pt>
                <c:pt idx="722">
                  <c:v>1</c:v>
                </c:pt>
                <c:pt idx="723">
                  <c:v>3</c:v>
                </c:pt>
                <c:pt idx="724">
                  <c:v>8</c:v>
                </c:pt>
                <c:pt idx="725">
                  <c:v>2</c:v>
                </c:pt>
                <c:pt idx="726">
                  <c:v>4</c:v>
                </c:pt>
                <c:pt idx="727">
                  <c:v>3</c:v>
                </c:pt>
                <c:pt idx="728">
                  <c:v>16</c:v>
                </c:pt>
                <c:pt idx="729">
                  <c:v>3</c:v>
                </c:pt>
                <c:pt idx="730">
                  <c:v>5</c:v>
                </c:pt>
                <c:pt idx="731">
                  <c:v>2</c:v>
                </c:pt>
                <c:pt idx="732">
                  <c:v>5</c:v>
                </c:pt>
                <c:pt idx="733">
                  <c:v>0</c:v>
                </c:pt>
                <c:pt idx="734">
                  <c:v>2</c:v>
                </c:pt>
                <c:pt idx="735">
                  <c:v>0</c:v>
                </c:pt>
                <c:pt idx="736">
                  <c:v>5</c:v>
                </c:pt>
                <c:pt idx="737">
                  <c:v>2</c:v>
                </c:pt>
                <c:pt idx="738">
                  <c:v>7</c:v>
                </c:pt>
                <c:pt idx="739">
                  <c:v>4</c:v>
                </c:pt>
                <c:pt idx="740">
                  <c:v>10</c:v>
                </c:pt>
                <c:pt idx="741">
                  <c:v>0</c:v>
                </c:pt>
                <c:pt idx="742">
                  <c:v>1</c:v>
                </c:pt>
                <c:pt idx="743">
                  <c:v>4</c:v>
                </c:pt>
                <c:pt idx="744">
                  <c:v>6</c:v>
                </c:pt>
                <c:pt idx="745">
                  <c:v>4</c:v>
                </c:pt>
                <c:pt idx="746">
                  <c:v>4</c:v>
                </c:pt>
                <c:pt idx="747">
                  <c:v>3</c:v>
                </c:pt>
                <c:pt idx="748">
                  <c:v>1</c:v>
                </c:pt>
                <c:pt idx="749">
                  <c:v>1</c:v>
                </c:pt>
                <c:pt idx="750">
                  <c:v>4</c:v>
                </c:pt>
                <c:pt idx="751">
                  <c:v>7</c:v>
                </c:pt>
                <c:pt idx="752">
                  <c:v>11</c:v>
                </c:pt>
                <c:pt idx="753">
                  <c:v>8</c:v>
                </c:pt>
                <c:pt idx="754">
                  <c:v>1</c:v>
                </c:pt>
                <c:pt idx="755">
                  <c:v>7</c:v>
                </c:pt>
                <c:pt idx="756">
                  <c:v>1</c:v>
                </c:pt>
                <c:pt idx="757">
                  <c:v>4</c:v>
                </c:pt>
                <c:pt idx="758">
                  <c:v>1</c:v>
                </c:pt>
                <c:pt idx="759">
                  <c:v>10</c:v>
                </c:pt>
                <c:pt idx="760">
                  <c:v>8</c:v>
                </c:pt>
                <c:pt idx="761">
                  <c:v>5</c:v>
                </c:pt>
                <c:pt idx="762">
                  <c:v>8</c:v>
                </c:pt>
                <c:pt idx="763">
                  <c:v>4</c:v>
                </c:pt>
                <c:pt idx="764">
                  <c:v>4</c:v>
                </c:pt>
                <c:pt idx="765">
                  <c:v>1</c:v>
                </c:pt>
                <c:pt idx="766">
                  <c:v>0</c:v>
                </c:pt>
                <c:pt idx="767">
                  <c:v>2</c:v>
                </c:pt>
                <c:pt idx="768">
                  <c:v>0</c:v>
                </c:pt>
                <c:pt idx="769">
                  <c:v>4</c:v>
                </c:pt>
                <c:pt idx="770">
                  <c:v>3</c:v>
                </c:pt>
                <c:pt idx="771">
                  <c:v>3</c:v>
                </c:pt>
                <c:pt idx="772">
                  <c:v>1</c:v>
                </c:pt>
                <c:pt idx="773">
                  <c:v>2</c:v>
                </c:pt>
                <c:pt idx="774">
                  <c:v>4</c:v>
                </c:pt>
                <c:pt idx="775">
                  <c:v>1</c:v>
                </c:pt>
                <c:pt idx="776">
                  <c:v>1</c:v>
                </c:pt>
                <c:pt idx="777">
                  <c:v>1</c:v>
                </c:pt>
                <c:pt idx="778">
                  <c:v>2</c:v>
                </c:pt>
                <c:pt idx="779">
                  <c:v>5</c:v>
                </c:pt>
                <c:pt idx="780">
                  <c:v>6</c:v>
                </c:pt>
                <c:pt idx="781">
                  <c:v>8</c:v>
                </c:pt>
                <c:pt idx="782">
                  <c:v>5</c:v>
                </c:pt>
                <c:pt idx="783">
                  <c:v>29</c:v>
                </c:pt>
                <c:pt idx="784">
                  <c:v>27</c:v>
                </c:pt>
                <c:pt idx="785">
                  <c:v>18</c:v>
                </c:pt>
                <c:pt idx="786">
                  <c:v>29</c:v>
                </c:pt>
                <c:pt idx="787">
                  <c:v>23</c:v>
                </c:pt>
                <c:pt idx="788">
                  <c:v>5</c:v>
                </c:pt>
                <c:pt idx="789">
                  <c:v>3</c:v>
                </c:pt>
                <c:pt idx="790">
                  <c:v>0</c:v>
                </c:pt>
                <c:pt idx="791">
                  <c:v>3</c:v>
                </c:pt>
                <c:pt idx="792">
                  <c:v>5</c:v>
                </c:pt>
                <c:pt idx="793">
                  <c:v>2</c:v>
                </c:pt>
                <c:pt idx="794">
                  <c:v>1</c:v>
                </c:pt>
                <c:pt idx="795">
                  <c:v>11</c:v>
                </c:pt>
                <c:pt idx="796">
                  <c:v>3</c:v>
                </c:pt>
                <c:pt idx="797">
                  <c:v>7</c:v>
                </c:pt>
                <c:pt idx="798">
                  <c:v>14</c:v>
                </c:pt>
                <c:pt idx="799">
                  <c:v>11</c:v>
                </c:pt>
                <c:pt idx="800">
                  <c:v>30</c:v>
                </c:pt>
                <c:pt idx="801">
                  <c:v>3</c:v>
                </c:pt>
                <c:pt idx="802">
                  <c:v>7</c:v>
                </c:pt>
                <c:pt idx="803">
                  <c:v>2</c:v>
                </c:pt>
                <c:pt idx="804">
                  <c:v>6</c:v>
                </c:pt>
                <c:pt idx="805">
                  <c:v>8</c:v>
                </c:pt>
                <c:pt idx="806">
                  <c:v>1</c:v>
                </c:pt>
                <c:pt idx="807">
                  <c:v>0</c:v>
                </c:pt>
                <c:pt idx="808">
                  <c:v>7</c:v>
                </c:pt>
                <c:pt idx="809">
                  <c:v>2</c:v>
                </c:pt>
                <c:pt idx="810">
                  <c:v>1</c:v>
                </c:pt>
                <c:pt idx="811">
                  <c:v>0</c:v>
                </c:pt>
                <c:pt idx="812">
                  <c:v>0</c:v>
                </c:pt>
                <c:pt idx="813">
                  <c:v>2</c:v>
                </c:pt>
                <c:pt idx="814">
                  <c:v>1</c:v>
                </c:pt>
                <c:pt idx="815">
                  <c:v>7</c:v>
                </c:pt>
                <c:pt idx="816">
                  <c:v>3</c:v>
                </c:pt>
                <c:pt idx="817">
                  <c:v>2</c:v>
                </c:pt>
                <c:pt idx="818">
                  <c:v>4</c:v>
                </c:pt>
                <c:pt idx="819">
                  <c:v>4</c:v>
                </c:pt>
                <c:pt idx="820">
                  <c:v>9</c:v>
                </c:pt>
                <c:pt idx="821">
                  <c:v>5</c:v>
                </c:pt>
                <c:pt idx="822">
                  <c:v>20</c:v>
                </c:pt>
                <c:pt idx="823">
                  <c:v>2</c:v>
                </c:pt>
                <c:pt idx="824">
                  <c:v>2</c:v>
                </c:pt>
                <c:pt idx="825">
                  <c:v>0</c:v>
                </c:pt>
                <c:pt idx="826">
                  <c:v>4</c:v>
                </c:pt>
                <c:pt idx="827">
                  <c:v>4</c:v>
                </c:pt>
                <c:pt idx="828">
                  <c:v>3</c:v>
                </c:pt>
                <c:pt idx="829">
                  <c:v>3</c:v>
                </c:pt>
                <c:pt idx="830">
                  <c:v>0</c:v>
                </c:pt>
                <c:pt idx="831">
                  <c:v>4</c:v>
                </c:pt>
                <c:pt idx="832">
                  <c:v>8</c:v>
                </c:pt>
                <c:pt idx="833">
                  <c:v>4</c:v>
                </c:pt>
                <c:pt idx="834">
                  <c:v>4</c:v>
                </c:pt>
                <c:pt idx="835">
                  <c:v>4</c:v>
                </c:pt>
                <c:pt idx="836">
                  <c:v>2</c:v>
                </c:pt>
                <c:pt idx="837">
                  <c:v>1</c:v>
                </c:pt>
                <c:pt idx="838">
                  <c:v>1</c:v>
                </c:pt>
                <c:pt idx="839">
                  <c:v>0</c:v>
                </c:pt>
                <c:pt idx="840">
                  <c:v>16</c:v>
                </c:pt>
                <c:pt idx="841">
                  <c:v>2</c:v>
                </c:pt>
                <c:pt idx="842">
                  <c:v>1</c:v>
                </c:pt>
                <c:pt idx="843">
                  <c:v>9</c:v>
                </c:pt>
                <c:pt idx="844">
                  <c:v>2</c:v>
                </c:pt>
                <c:pt idx="845">
                  <c:v>2</c:v>
                </c:pt>
                <c:pt idx="846">
                  <c:v>5</c:v>
                </c:pt>
                <c:pt idx="847">
                  <c:v>3</c:v>
                </c:pt>
                <c:pt idx="848">
                  <c:v>4</c:v>
                </c:pt>
                <c:pt idx="849">
                  <c:v>1</c:v>
                </c:pt>
                <c:pt idx="850">
                  <c:v>4</c:v>
                </c:pt>
                <c:pt idx="851">
                  <c:v>2</c:v>
                </c:pt>
                <c:pt idx="852">
                  <c:v>0</c:v>
                </c:pt>
                <c:pt idx="853">
                  <c:v>2</c:v>
                </c:pt>
                <c:pt idx="854">
                  <c:v>6</c:v>
                </c:pt>
                <c:pt idx="855">
                  <c:v>4</c:v>
                </c:pt>
                <c:pt idx="856">
                  <c:v>1</c:v>
                </c:pt>
                <c:pt idx="857">
                  <c:v>5</c:v>
                </c:pt>
                <c:pt idx="858">
                  <c:v>4</c:v>
                </c:pt>
                <c:pt idx="859">
                  <c:v>4</c:v>
                </c:pt>
                <c:pt idx="860">
                  <c:v>3</c:v>
                </c:pt>
                <c:pt idx="861">
                  <c:v>9</c:v>
                </c:pt>
                <c:pt idx="862">
                  <c:v>5</c:v>
                </c:pt>
                <c:pt idx="863">
                  <c:v>2</c:v>
                </c:pt>
                <c:pt idx="864">
                  <c:v>2</c:v>
                </c:pt>
                <c:pt idx="865">
                  <c:v>2</c:v>
                </c:pt>
                <c:pt idx="866">
                  <c:v>0</c:v>
                </c:pt>
                <c:pt idx="867">
                  <c:v>4</c:v>
                </c:pt>
                <c:pt idx="868">
                  <c:v>4</c:v>
                </c:pt>
                <c:pt idx="869">
                  <c:v>2</c:v>
                </c:pt>
                <c:pt idx="870">
                  <c:v>13</c:v>
                </c:pt>
                <c:pt idx="871">
                  <c:v>15</c:v>
                </c:pt>
                <c:pt idx="872">
                  <c:v>11</c:v>
                </c:pt>
                <c:pt idx="873">
                  <c:v>0</c:v>
                </c:pt>
                <c:pt idx="874">
                  <c:v>4</c:v>
                </c:pt>
                <c:pt idx="875">
                  <c:v>0</c:v>
                </c:pt>
                <c:pt idx="876">
                  <c:v>1</c:v>
                </c:pt>
                <c:pt idx="877">
                  <c:v>0</c:v>
                </c:pt>
                <c:pt idx="878">
                  <c:v>3</c:v>
                </c:pt>
                <c:pt idx="879">
                  <c:v>2</c:v>
                </c:pt>
                <c:pt idx="880">
                  <c:v>2</c:v>
                </c:pt>
                <c:pt idx="881">
                  <c:v>1</c:v>
                </c:pt>
                <c:pt idx="882">
                  <c:v>1</c:v>
                </c:pt>
                <c:pt idx="883">
                  <c:v>0</c:v>
                </c:pt>
                <c:pt idx="884">
                  <c:v>1</c:v>
                </c:pt>
                <c:pt idx="885">
                  <c:v>2</c:v>
                </c:pt>
                <c:pt idx="886">
                  <c:v>3</c:v>
                </c:pt>
                <c:pt idx="887">
                  <c:v>3</c:v>
                </c:pt>
                <c:pt idx="888">
                  <c:v>0</c:v>
                </c:pt>
                <c:pt idx="889">
                  <c:v>0</c:v>
                </c:pt>
                <c:pt idx="890">
                  <c:v>4</c:v>
                </c:pt>
                <c:pt idx="891">
                  <c:v>4</c:v>
                </c:pt>
                <c:pt idx="892">
                  <c:v>4</c:v>
                </c:pt>
                <c:pt idx="893">
                  <c:v>3</c:v>
                </c:pt>
                <c:pt idx="894">
                  <c:v>2</c:v>
                </c:pt>
                <c:pt idx="895">
                  <c:v>1</c:v>
                </c:pt>
                <c:pt idx="896">
                  <c:v>0</c:v>
                </c:pt>
                <c:pt idx="897">
                  <c:v>1</c:v>
                </c:pt>
                <c:pt idx="898">
                  <c:v>0</c:v>
                </c:pt>
                <c:pt idx="899">
                  <c:v>2</c:v>
                </c:pt>
                <c:pt idx="900">
                  <c:v>2</c:v>
                </c:pt>
                <c:pt idx="901">
                  <c:v>2</c:v>
                </c:pt>
                <c:pt idx="902">
                  <c:v>13</c:v>
                </c:pt>
                <c:pt idx="903">
                  <c:v>2</c:v>
                </c:pt>
                <c:pt idx="904">
                  <c:v>5</c:v>
                </c:pt>
                <c:pt idx="905">
                  <c:v>7</c:v>
                </c:pt>
                <c:pt idx="906">
                  <c:v>1</c:v>
                </c:pt>
                <c:pt idx="907">
                  <c:v>3</c:v>
                </c:pt>
                <c:pt idx="908">
                  <c:v>2</c:v>
                </c:pt>
                <c:pt idx="909">
                  <c:v>3</c:v>
                </c:pt>
                <c:pt idx="910">
                  <c:v>2</c:v>
                </c:pt>
                <c:pt idx="911">
                  <c:v>0</c:v>
                </c:pt>
                <c:pt idx="912">
                  <c:v>6</c:v>
                </c:pt>
                <c:pt idx="913">
                  <c:v>3</c:v>
                </c:pt>
                <c:pt idx="914">
                  <c:v>3</c:v>
                </c:pt>
                <c:pt idx="915">
                  <c:v>5</c:v>
                </c:pt>
                <c:pt idx="916">
                  <c:v>5</c:v>
                </c:pt>
                <c:pt idx="917">
                  <c:v>0</c:v>
                </c:pt>
                <c:pt idx="918">
                  <c:v>2</c:v>
                </c:pt>
                <c:pt idx="919">
                  <c:v>3</c:v>
                </c:pt>
                <c:pt idx="920">
                  <c:v>3</c:v>
                </c:pt>
                <c:pt idx="921">
                  <c:v>4</c:v>
                </c:pt>
                <c:pt idx="922">
                  <c:v>2</c:v>
                </c:pt>
                <c:pt idx="923">
                  <c:v>6</c:v>
                </c:pt>
                <c:pt idx="924">
                  <c:v>0</c:v>
                </c:pt>
                <c:pt idx="925">
                  <c:v>0</c:v>
                </c:pt>
                <c:pt idx="926">
                  <c:v>4</c:v>
                </c:pt>
                <c:pt idx="927">
                  <c:v>12</c:v>
                </c:pt>
                <c:pt idx="928">
                  <c:v>6</c:v>
                </c:pt>
                <c:pt idx="929">
                  <c:v>7</c:v>
                </c:pt>
                <c:pt idx="930">
                  <c:v>1</c:v>
                </c:pt>
                <c:pt idx="931">
                  <c:v>2</c:v>
                </c:pt>
                <c:pt idx="932">
                  <c:v>2</c:v>
                </c:pt>
                <c:pt idx="933">
                  <c:v>5</c:v>
                </c:pt>
                <c:pt idx="934">
                  <c:v>4</c:v>
                </c:pt>
                <c:pt idx="935">
                  <c:v>4</c:v>
                </c:pt>
                <c:pt idx="936">
                  <c:v>0</c:v>
                </c:pt>
                <c:pt idx="937">
                  <c:v>0</c:v>
                </c:pt>
                <c:pt idx="938">
                  <c:v>0</c:v>
                </c:pt>
                <c:pt idx="939">
                  <c:v>3</c:v>
                </c:pt>
                <c:pt idx="940">
                  <c:v>1</c:v>
                </c:pt>
                <c:pt idx="941">
                  <c:v>0</c:v>
                </c:pt>
                <c:pt idx="942">
                  <c:v>3</c:v>
                </c:pt>
                <c:pt idx="943">
                  <c:v>3</c:v>
                </c:pt>
                <c:pt idx="944">
                  <c:v>0</c:v>
                </c:pt>
                <c:pt idx="945">
                  <c:v>1</c:v>
                </c:pt>
                <c:pt idx="946">
                  <c:v>1</c:v>
                </c:pt>
                <c:pt idx="947">
                  <c:v>5</c:v>
                </c:pt>
                <c:pt idx="948">
                  <c:v>2</c:v>
                </c:pt>
                <c:pt idx="949">
                  <c:v>3</c:v>
                </c:pt>
                <c:pt idx="950">
                  <c:v>18</c:v>
                </c:pt>
                <c:pt idx="951">
                  <c:v>6</c:v>
                </c:pt>
                <c:pt idx="952">
                  <c:v>0</c:v>
                </c:pt>
                <c:pt idx="953">
                  <c:v>3</c:v>
                </c:pt>
                <c:pt idx="954">
                  <c:v>4</c:v>
                </c:pt>
                <c:pt idx="955">
                  <c:v>0</c:v>
                </c:pt>
                <c:pt idx="956">
                  <c:v>9</c:v>
                </c:pt>
                <c:pt idx="957">
                  <c:v>1</c:v>
                </c:pt>
                <c:pt idx="958">
                  <c:v>11</c:v>
                </c:pt>
                <c:pt idx="959">
                  <c:v>3</c:v>
                </c:pt>
                <c:pt idx="960">
                  <c:v>45</c:v>
                </c:pt>
                <c:pt idx="961">
                  <c:v>15</c:v>
                </c:pt>
                <c:pt idx="962">
                  <c:v>33</c:v>
                </c:pt>
                <c:pt idx="963">
                  <c:v>15</c:v>
                </c:pt>
                <c:pt idx="964">
                  <c:v>6</c:v>
                </c:pt>
                <c:pt idx="965">
                  <c:v>10</c:v>
                </c:pt>
                <c:pt idx="966">
                  <c:v>17</c:v>
                </c:pt>
                <c:pt idx="967">
                  <c:v>14</c:v>
                </c:pt>
                <c:pt idx="968">
                  <c:v>4</c:v>
                </c:pt>
                <c:pt idx="969">
                  <c:v>5</c:v>
                </c:pt>
                <c:pt idx="970">
                  <c:v>12</c:v>
                </c:pt>
                <c:pt idx="971">
                  <c:v>10</c:v>
                </c:pt>
                <c:pt idx="972">
                  <c:v>11</c:v>
                </c:pt>
                <c:pt idx="973">
                  <c:v>4</c:v>
                </c:pt>
                <c:pt idx="974">
                  <c:v>15</c:v>
                </c:pt>
                <c:pt idx="975">
                  <c:v>1</c:v>
                </c:pt>
                <c:pt idx="976">
                  <c:v>5</c:v>
                </c:pt>
                <c:pt idx="977">
                  <c:v>2</c:v>
                </c:pt>
                <c:pt idx="978">
                  <c:v>3</c:v>
                </c:pt>
                <c:pt idx="979">
                  <c:v>5</c:v>
                </c:pt>
                <c:pt idx="980">
                  <c:v>8</c:v>
                </c:pt>
                <c:pt idx="981">
                  <c:v>9</c:v>
                </c:pt>
                <c:pt idx="982">
                  <c:v>3</c:v>
                </c:pt>
                <c:pt idx="983">
                  <c:v>9</c:v>
                </c:pt>
                <c:pt idx="984">
                  <c:v>2</c:v>
                </c:pt>
                <c:pt idx="985">
                  <c:v>0</c:v>
                </c:pt>
                <c:pt idx="986">
                  <c:v>1</c:v>
                </c:pt>
                <c:pt idx="987">
                  <c:v>2</c:v>
                </c:pt>
                <c:pt idx="988">
                  <c:v>6</c:v>
                </c:pt>
                <c:pt idx="989">
                  <c:v>1</c:v>
                </c:pt>
                <c:pt idx="990">
                  <c:v>0</c:v>
                </c:pt>
                <c:pt idx="991">
                  <c:v>0</c:v>
                </c:pt>
                <c:pt idx="992">
                  <c:v>1</c:v>
                </c:pt>
                <c:pt idx="993">
                  <c:v>4</c:v>
                </c:pt>
                <c:pt idx="994">
                  <c:v>7</c:v>
                </c:pt>
                <c:pt idx="995">
                  <c:v>14</c:v>
                </c:pt>
                <c:pt idx="996">
                  <c:v>6</c:v>
                </c:pt>
                <c:pt idx="997">
                  <c:v>1</c:v>
                </c:pt>
                <c:pt idx="998">
                  <c:v>6</c:v>
                </c:pt>
                <c:pt idx="999">
                  <c:v>2</c:v>
                </c:pt>
                <c:pt idx="1000">
                  <c:v>0</c:v>
                </c:pt>
                <c:pt idx="1001">
                  <c:v>1</c:v>
                </c:pt>
                <c:pt idx="1002">
                  <c:v>4</c:v>
                </c:pt>
                <c:pt idx="1003">
                  <c:v>0</c:v>
                </c:pt>
                <c:pt idx="1004">
                  <c:v>11</c:v>
                </c:pt>
                <c:pt idx="1005">
                  <c:v>5</c:v>
                </c:pt>
                <c:pt idx="1006">
                  <c:v>3</c:v>
                </c:pt>
                <c:pt idx="1007">
                  <c:v>0</c:v>
                </c:pt>
                <c:pt idx="1008">
                  <c:v>4</c:v>
                </c:pt>
                <c:pt idx="1009">
                  <c:v>11</c:v>
                </c:pt>
                <c:pt idx="1010">
                  <c:v>4</c:v>
                </c:pt>
                <c:pt idx="1011">
                  <c:v>1</c:v>
                </c:pt>
                <c:pt idx="1012">
                  <c:v>0</c:v>
                </c:pt>
                <c:pt idx="1013">
                  <c:v>0</c:v>
                </c:pt>
                <c:pt idx="1014">
                  <c:v>9</c:v>
                </c:pt>
                <c:pt idx="1015">
                  <c:v>2</c:v>
                </c:pt>
                <c:pt idx="1016">
                  <c:v>6</c:v>
                </c:pt>
                <c:pt idx="1017">
                  <c:v>5</c:v>
                </c:pt>
                <c:pt idx="1018">
                  <c:v>3</c:v>
                </c:pt>
                <c:pt idx="1019">
                  <c:v>10</c:v>
                </c:pt>
                <c:pt idx="1020">
                  <c:v>4</c:v>
                </c:pt>
                <c:pt idx="1021">
                  <c:v>8</c:v>
                </c:pt>
                <c:pt idx="1022">
                  <c:v>4</c:v>
                </c:pt>
                <c:pt idx="1023">
                  <c:v>3</c:v>
                </c:pt>
                <c:pt idx="1024">
                  <c:v>2</c:v>
                </c:pt>
                <c:pt idx="1025">
                  <c:v>1</c:v>
                </c:pt>
                <c:pt idx="1026">
                  <c:v>8</c:v>
                </c:pt>
                <c:pt idx="1027">
                  <c:v>5</c:v>
                </c:pt>
                <c:pt idx="1028">
                  <c:v>5</c:v>
                </c:pt>
                <c:pt idx="1029">
                  <c:v>7</c:v>
                </c:pt>
                <c:pt idx="1030">
                  <c:v>1</c:v>
                </c:pt>
                <c:pt idx="1031">
                  <c:v>6</c:v>
                </c:pt>
                <c:pt idx="1032">
                  <c:v>4</c:v>
                </c:pt>
                <c:pt idx="1033">
                  <c:v>0</c:v>
                </c:pt>
                <c:pt idx="1034">
                  <c:v>1</c:v>
                </c:pt>
                <c:pt idx="1035">
                  <c:v>4</c:v>
                </c:pt>
                <c:pt idx="1036">
                  <c:v>20</c:v>
                </c:pt>
                <c:pt idx="1037">
                  <c:v>9</c:v>
                </c:pt>
                <c:pt idx="1038">
                  <c:v>1</c:v>
                </c:pt>
                <c:pt idx="1039">
                  <c:v>1</c:v>
                </c:pt>
                <c:pt idx="1040">
                  <c:v>4</c:v>
                </c:pt>
                <c:pt idx="1041">
                  <c:v>4</c:v>
                </c:pt>
                <c:pt idx="1042">
                  <c:v>3</c:v>
                </c:pt>
                <c:pt idx="1043">
                  <c:v>0</c:v>
                </c:pt>
                <c:pt idx="1044">
                  <c:v>0</c:v>
                </c:pt>
                <c:pt idx="1045">
                  <c:v>2</c:v>
                </c:pt>
                <c:pt idx="1046">
                  <c:v>0</c:v>
                </c:pt>
                <c:pt idx="1047">
                  <c:v>9</c:v>
                </c:pt>
                <c:pt idx="1048">
                  <c:v>7</c:v>
                </c:pt>
                <c:pt idx="1049">
                  <c:v>35</c:v>
                </c:pt>
                <c:pt idx="1050">
                  <c:v>1</c:v>
                </c:pt>
                <c:pt idx="1051">
                  <c:v>3</c:v>
                </c:pt>
                <c:pt idx="1052">
                  <c:v>2</c:v>
                </c:pt>
                <c:pt idx="1053">
                  <c:v>1</c:v>
                </c:pt>
                <c:pt idx="1054">
                  <c:v>1</c:v>
                </c:pt>
                <c:pt idx="1055">
                  <c:v>3</c:v>
                </c:pt>
                <c:pt idx="1056">
                  <c:v>2</c:v>
                </c:pt>
                <c:pt idx="1057">
                  <c:v>2</c:v>
                </c:pt>
                <c:pt idx="1058">
                  <c:v>1</c:v>
                </c:pt>
                <c:pt idx="1059">
                  <c:v>1</c:v>
                </c:pt>
                <c:pt idx="1060">
                  <c:v>7</c:v>
                </c:pt>
                <c:pt idx="1061">
                  <c:v>4</c:v>
                </c:pt>
                <c:pt idx="1062">
                  <c:v>2</c:v>
                </c:pt>
                <c:pt idx="1063">
                  <c:v>21</c:v>
                </c:pt>
                <c:pt idx="1064">
                  <c:v>3</c:v>
                </c:pt>
                <c:pt idx="1065">
                  <c:v>3</c:v>
                </c:pt>
                <c:pt idx="1066">
                  <c:v>5</c:v>
                </c:pt>
                <c:pt idx="1067">
                  <c:v>5</c:v>
                </c:pt>
                <c:pt idx="1068">
                  <c:v>4</c:v>
                </c:pt>
                <c:pt idx="1069">
                  <c:v>3</c:v>
                </c:pt>
                <c:pt idx="1070">
                  <c:v>0</c:v>
                </c:pt>
                <c:pt idx="1071">
                  <c:v>3</c:v>
                </c:pt>
                <c:pt idx="1072">
                  <c:v>3</c:v>
                </c:pt>
                <c:pt idx="1073">
                  <c:v>3</c:v>
                </c:pt>
                <c:pt idx="1074">
                  <c:v>6</c:v>
                </c:pt>
                <c:pt idx="1075">
                  <c:v>4</c:v>
                </c:pt>
                <c:pt idx="1076">
                  <c:v>5</c:v>
                </c:pt>
                <c:pt idx="1077">
                  <c:v>0</c:v>
                </c:pt>
                <c:pt idx="1078">
                  <c:v>0</c:v>
                </c:pt>
                <c:pt idx="1079">
                  <c:v>4</c:v>
                </c:pt>
                <c:pt idx="1080">
                  <c:v>4</c:v>
                </c:pt>
                <c:pt idx="1081">
                  <c:v>5</c:v>
                </c:pt>
                <c:pt idx="1082">
                  <c:v>4</c:v>
                </c:pt>
                <c:pt idx="1083">
                  <c:v>1</c:v>
                </c:pt>
                <c:pt idx="1084">
                  <c:v>4</c:v>
                </c:pt>
                <c:pt idx="1085">
                  <c:v>2</c:v>
                </c:pt>
                <c:pt idx="1086">
                  <c:v>6</c:v>
                </c:pt>
                <c:pt idx="1087">
                  <c:v>1</c:v>
                </c:pt>
                <c:pt idx="1088">
                  <c:v>0</c:v>
                </c:pt>
                <c:pt idx="1089">
                  <c:v>1</c:v>
                </c:pt>
                <c:pt idx="1090">
                  <c:v>2</c:v>
                </c:pt>
                <c:pt idx="1091">
                  <c:v>0</c:v>
                </c:pt>
                <c:pt idx="1092">
                  <c:v>1</c:v>
                </c:pt>
                <c:pt idx="1093">
                  <c:v>1</c:v>
                </c:pt>
                <c:pt idx="1094">
                  <c:v>1</c:v>
                </c:pt>
                <c:pt idx="1095">
                  <c:v>0</c:v>
                </c:pt>
                <c:pt idx="1096">
                  <c:v>0</c:v>
                </c:pt>
                <c:pt idx="1097">
                  <c:v>3</c:v>
                </c:pt>
                <c:pt idx="1098">
                  <c:v>2</c:v>
                </c:pt>
                <c:pt idx="1099">
                  <c:v>1</c:v>
                </c:pt>
                <c:pt idx="1100">
                  <c:v>0</c:v>
                </c:pt>
                <c:pt idx="1101">
                  <c:v>0</c:v>
                </c:pt>
                <c:pt idx="1102">
                  <c:v>0</c:v>
                </c:pt>
                <c:pt idx="1103">
                  <c:v>0</c:v>
                </c:pt>
                <c:pt idx="1104">
                  <c:v>1</c:v>
                </c:pt>
                <c:pt idx="1105">
                  <c:v>2</c:v>
                </c:pt>
                <c:pt idx="1106">
                  <c:v>0</c:v>
                </c:pt>
                <c:pt idx="1107">
                  <c:v>0</c:v>
                </c:pt>
                <c:pt idx="1108">
                  <c:v>4</c:v>
                </c:pt>
                <c:pt idx="1109">
                  <c:v>0</c:v>
                </c:pt>
                <c:pt idx="1110">
                  <c:v>11</c:v>
                </c:pt>
                <c:pt idx="1111">
                  <c:v>1</c:v>
                </c:pt>
                <c:pt idx="1112">
                  <c:v>0</c:v>
                </c:pt>
                <c:pt idx="1113">
                  <c:v>5</c:v>
                </c:pt>
                <c:pt idx="1114">
                  <c:v>1</c:v>
                </c:pt>
                <c:pt idx="1115">
                  <c:v>2</c:v>
                </c:pt>
                <c:pt idx="1116">
                  <c:v>2</c:v>
                </c:pt>
                <c:pt idx="1117">
                  <c:v>5</c:v>
                </c:pt>
                <c:pt idx="1118">
                  <c:v>18</c:v>
                </c:pt>
                <c:pt idx="1119">
                  <c:v>2</c:v>
                </c:pt>
                <c:pt idx="1120">
                  <c:v>0</c:v>
                </c:pt>
                <c:pt idx="1121">
                  <c:v>3</c:v>
                </c:pt>
                <c:pt idx="1122">
                  <c:v>0</c:v>
                </c:pt>
                <c:pt idx="1123">
                  <c:v>7</c:v>
                </c:pt>
                <c:pt idx="1124">
                  <c:v>5</c:v>
                </c:pt>
                <c:pt idx="1125">
                  <c:v>3</c:v>
                </c:pt>
                <c:pt idx="1126">
                  <c:v>2</c:v>
                </c:pt>
                <c:pt idx="1127">
                  <c:v>3</c:v>
                </c:pt>
                <c:pt idx="1128">
                  <c:v>2</c:v>
                </c:pt>
                <c:pt idx="1129">
                  <c:v>0</c:v>
                </c:pt>
                <c:pt idx="1130">
                  <c:v>1</c:v>
                </c:pt>
                <c:pt idx="1131">
                  <c:v>7</c:v>
                </c:pt>
                <c:pt idx="1132">
                  <c:v>1</c:v>
                </c:pt>
                <c:pt idx="1133">
                  <c:v>3</c:v>
                </c:pt>
                <c:pt idx="1134">
                  <c:v>2</c:v>
                </c:pt>
                <c:pt idx="1135">
                  <c:v>19</c:v>
                </c:pt>
                <c:pt idx="1136">
                  <c:v>5</c:v>
                </c:pt>
                <c:pt idx="1137">
                  <c:v>17</c:v>
                </c:pt>
                <c:pt idx="1138">
                  <c:v>3</c:v>
                </c:pt>
                <c:pt idx="1139">
                  <c:v>6</c:v>
                </c:pt>
                <c:pt idx="1140">
                  <c:v>2</c:v>
                </c:pt>
                <c:pt idx="1141">
                  <c:v>1</c:v>
                </c:pt>
                <c:pt idx="1142">
                  <c:v>1</c:v>
                </c:pt>
                <c:pt idx="1143">
                  <c:v>3</c:v>
                </c:pt>
                <c:pt idx="1144">
                  <c:v>1</c:v>
                </c:pt>
                <c:pt idx="1145">
                  <c:v>1</c:v>
                </c:pt>
                <c:pt idx="1146">
                  <c:v>6</c:v>
                </c:pt>
                <c:pt idx="1147">
                  <c:v>3</c:v>
                </c:pt>
                <c:pt idx="1148">
                  <c:v>7</c:v>
                </c:pt>
                <c:pt idx="1149">
                  <c:v>8</c:v>
                </c:pt>
                <c:pt idx="1150">
                  <c:v>8</c:v>
                </c:pt>
                <c:pt idx="1151">
                  <c:v>22</c:v>
                </c:pt>
                <c:pt idx="1152">
                  <c:v>4</c:v>
                </c:pt>
                <c:pt idx="1153">
                  <c:v>5</c:v>
                </c:pt>
                <c:pt idx="1154">
                  <c:v>3</c:v>
                </c:pt>
                <c:pt idx="1155">
                  <c:v>7</c:v>
                </c:pt>
                <c:pt idx="1156">
                  <c:v>0</c:v>
                </c:pt>
                <c:pt idx="1157">
                  <c:v>1</c:v>
                </c:pt>
                <c:pt idx="1158">
                  <c:v>2</c:v>
                </c:pt>
                <c:pt idx="1159">
                  <c:v>4</c:v>
                </c:pt>
                <c:pt idx="1160">
                  <c:v>0</c:v>
                </c:pt>
                <c:pt idx="1161">
                  <c:v>5</c:v>
                </c:pt>
                <c:pt idx="1162">
                  <c:v>13</c:v>
                </c:pt>
                <c:pt idx="1163">
                  <c:v>0</c:v>
                </c:pt>
                <c:pt idx="1164">
                  <c:v>1</c:v>
                </c:pt>
                <c:pt idx="1165">
                  <c:v>8</c:v>
                </c:pt>
                <c:pt idx="1166">
                  <c:v>5</c:v>
                </c:pt>
                <c:pt idx="1167">
                  <c:v>1</c:v>
                </c:pt>
                <c:pt idx="1168">
                  <c:v>3</c:v>
                </c:pt>
                <c:pt idx="1169">
                  <c:v>0</c:v>
                </c:pt>
                <c:pt idx="1170">
                  <c:v>8</c:v>
                </c:pt>
                <c:pt idx="1171">
                  <c:v>3</c:v>
                </c:pt>
                <c:pt idx="1172">
                  <c:v>3</c:v>
                </c:pt>
                <c:pt idx="1173">
                  <c:v>1</c:v>
                </c:pt>
                <c:pt idx="1174">
                  <c:v>2</c:v>
                </c:pt>
                <c:pt idx="1175">
                  <c:v>3</c:v>
                </c:pt>
                <c:pt idx="1176">
                  <c:v>1</c:v>
                </c:pt>
                <c:pt idx="1177">
                  <c:v>1</c:v>
                </c:pt>
                <c:pt idx="1178">
                  <c:v>2</c:v>
                </c:pt>
                <c:pt idx="1179">
                  <c:v>3</c:v>
                </c:pt>
                <c:pt idx="1180">
                  <c:v>4</c:v>
                </c:pt>
                <c:pt idx="1181">
                  <c:v>1</c:v>
                </c:pt>
                <c:pt idx="1182">
                  <c:v>0</c:v>
                </c:pt>
                <c:pt idx="1183">
                  <c:v>0</c:v>
                </c:pt>
                <c:pt idx="1184">
                  <c:v>8</c:v>
                </c:pt>
                <c:pt idx="1185">
                  <c:v>4</c:v>
                </c:pt>
                <c:pt idx="1186">
                  <c:v>3</c:v>
                </c:pt>
                <c:pt idx="1187">
                  <c:v>0</c:v>
                </c:pt>
                <c:pt idx="1188">
                  <c:v>1</c:v>
                </c:pt>
                <c:pt idx="1189">
                  <c:v>0</c:v>
                </c:pt>
                <c:pt idx="1190">
                  <c:v>3</c:v>
                </c:pt>
                <c:pt idx="1191">
                  <c:v>11</c:v>
                </c:pt>
                <c:pt idx="1192">
                  <c:v>11</c:v>
                </c:pt>
                <c:pt idx="1193">
                  <c:v>11</c:v>
                </c:pt>
                <c:pt idx="1194">
                  <c:v>5</c:v>
                </c:pt>
                <c:pt idx="1195">
                  <c:v>2</c:v>
                </c:pt>
                <c:pt idx="1196">
                  <c:v>0</c:v>
                </c:pt>
                <c:pt idx="1197">
                  <c:v>3</c:v>
                </c:pt>
                <c:pt idx="1198">
                  <c:v>5</c:v>
                </c:pt>
                <c:pt idx="1199">
                  <c:v>0</c:v>
                </c:pt>
                <c:pt idx="1200">
                  <c:v>5</c:v>
                </c:pt>
                <c:pt idx="1201">
                  <c:v>0</c:v>
                </c:pt>
                <c:pt idx="1202">
                  <c:v>16</c:v>
                </c:pt>
                <c:pt idx="1203">
                  <c:v>8</c:v>
                </c:pt>
                <c:pt idx="1204">
                  <c:v>3</c:v>
                </c:pt>
                <c:pt idx="1205">
                  <c:v>1</c:v>
                </c:pt>
                <c:pt idx="1206">
                  <c:v>4</c:v>
                </c:pt>
                <c:pt idx="1207">
                  <c:v>7</c:v>
                </c:pt>
                <c:pt idx="1208">
                  <c:v>0</c:v>
                </c:pt>
                <c:pt idx="1209">
                  <c:v>3</c:v>
                </c:pt>
                <c:pt idx="1210">
                  <c:v>19</c:v>
                </c:pt>
                <c:pt idx="1211">
                  <c:v>6</c:v>
                </c:pt>
                <c:pt idx="1212">
                  <c:v>4</c:v>
                </c:pt>
                <c:pt idx="1213">
                  <c:v>3</c:v>
                </c:pt>
                <c:pt idx="1214">
                  <c:v>2</c:v>
                </c:pt>
                <c:pt idx="1215">
                  <c:v>1</c:v>
                </c:pt>
                <c:pt idx="1216">
                  <c:v>0</c:v>
                </c:pt>
                <c:pt idx="1217">
                  <c:v>11</c:v>
                </c:pt>
                <c:pt idx="1218">
                  <c:v>5</c:v>
                </c:pt>
                <c:pt idx="1219">
                  <c:v>2</c:v>
                </c:pt>
                <c:pt idx="1220">
                  <c:v>0</c:v>
                </c:pt>
                <c:pt idx="1221">
                  <c:v>1</c:v>
                </c:pt>
                <c:pt idx="1222">
                  <c:v>2</c:v>
                </c:pt>
                <c:pt idx="1223">
                  <c:v>2</c:v>
                </c:pt>
                <c:pt idx="1224">
                  <c:v>8</c:v>
                </c:pt>
                <c:pt idx="1225">
                  <c:v>4</c:v>
                </c:pt>
                <c:pt idx="1226">
                  <c:v>5</c:v>
                </c:pt>
                <c:pt idx="1227">
                  <c:v>0</c:v>
                </c:pt>
                <c:pt idx="1228">
                  <c:v>4</c:v>
                </c:pt>
                <c:pt idx="1229">
                  <c:v>4</c:v>
                </c:pt>
                <c:pt idx="1230">
                  <c:v>5</c:v>
                </c:pt>
                <c:pt idx="1231">
                  <c:v>0</c:v>
                </c:pt>
                <c:pt idx="1232">
                  <c:v>3</c:v>
                </c:pt>
                <c:pt idx="1233">
                  <c:v>1</c:v>
                </c:pt>
                <c:pt idx="1234">
                  <c:v>0</c:v>
                </c:pt>
                <c:pt idx="1235">
                  <c:v>2</c:v>
                </c:pt>
                <c:pt idx="1236">
                  <c:v>4</c:v>
                </c:pt>
                <c:pt idx="1237">
                  <c:v>1</c:v>
                </c:pt>
                <c:pt idx="1238">
                  <c:v>2</c:v>
                </c:pt>
                <c:pt idx="1239">
                  <c:v>3</c:v>
                </c:pt>
                <c:pt idx="1240">
                  <c:v>0</c:v>
                </c:pt>
                <c:pt idx="1241">
                  <c:v>0</c:v>
                </c:pt>
                <c:pt idx="1242">
                  <c:v>4</c:v>
                </c:pt>
                <c:pt idx="1243">
                  <c:v>2</c:v>
                </c:pt>
                <c:pt idx="1244">
                  <c:v>0</c:v>
                </c:pt>
                <c:pt idx="1245">
                  <c:v>3</c:v>
                </c:pt>
                <c:pt idx="1246">
                  <c:v>3</c:v>
                </c:pt>
                <c:pt idx="1247">
                  <c:v>1</c:v>
                </c:pt>
                <c:pt idx="1248">
                  <c:v>8</c:v>
                </c:pt>
                <c:pt idx="1249">
                  <c:v>0</c:v>
                </c:pt>
                <c:pt idx="1250">
                  <c:v>5</c:v>
                </c:pt>
                <c:pt idx="1251">
                  <c:v>6</c:v>
                </c:pt>
                <c:pt idx="1252">
                  <c:v>4</c:v>
                </c:pt>
                <c:pt idx="1253">
                  <c:v>3</c:v>
                </c:pt>
                <c:pt idx="1254">
                  <c:v>4</c:v>
                </c:pt>
                <c:pt idx="1255">
                  <c:v>4</c:v>
                </c:pt>
                <c:pt idx="1256">
                  <c:v>1</c:v>
                </c:pt>
                <c:pt idx="1257">
                  <c:v>7</c:v>
                </c:pt>
                <c:pt idx="1258">
                  <c:v>2</c:v>
                </c:pt>
                <c:pt idx="1259">
                  <c:v>8</c:v>
                </c:pt>
                <c:pt idx="1260">
                  <c:v>9</c:v>
                </c:pt>
                <c:pt idx="1261">
                  <c:v>5</c:v>
                </c:pt>
                <c:pt idx="1262">
                  <c:v>3</c:v>
                </c:pt>
                <c:pt idx="1263">
                  <c:v>6</c:v>
                </c:pt>
                <c:pt idx="1264">
                  <c:v>5</c:v>
                </c:pt>
                <c:pt idx="1265">
                  <c:v>4</c:v>
                </c:pt>
                <c:pt idx="1266">
                  <c:v>3</c:v>
                </c:pt>
                <c:pt idx="1267">
                  <c:v>1</c:v>
                </c:pt>
                <c:pt idx="1268">
                  <c:v>2</c:v>
                </c:pt>
                <c:pt idx="1269">
                  <c:v>4</c:v>
                </c:pt>
                <c:pt idx="1270">
                  <c:v>3</c:v>
                </c:pt>
                <c:pt idx="1271">
                  <c:v>1</c:v>
                </c:pt>
                <c:pt idx="1272">
                  <c:v>2</c:v>
                </c:pt>
                <c:pt idx="1273">
                  <c:v>3</c:v>
                </c:pt>
                <c:pt idx="1274">
                  <c:v>0</c:v>
                </c:pt>
                <c:pt idx="1275">
                  <c:v>3</c:v>
                </c:pt>
                <c:pt idx="1276">
                  <c:v>3</c:v>
                </c:pt>
                <c:pt idx="1277">
                  <c:v>7</c:v>
                </c:pt>
                <c:pt idx="1278">
                  <c:v>4</c:v>
                </c:pt>
                <c:pt idx="1279">
                  <c:v>1</c:v>
                </c:pt>
                <c:pt idx="1280">
                  <c:v>0</c:v>
                </c:pt>
                <c:pt idx="1281">
                  <c:v>1</c:v>
                </c:pt>
              </c:numCache>
            </c:numRef>
          </c:yVal>
        </c:ser>
        <c:ser>
          <c:idx val="1"/>
          <c:order val="1"/>
          <c:tx>
            <c:v>После очистки</c:v>
          </c:tx>
          <c:spPr>
            <ns1:solidFill>
              <ns1:srgbClr val="B46A48"/>
            </ns1:solidFill>
            <ns1:ln w="14288">
              <ns1:solidFill>
                <ns1:srgbClr val="B46A48"/>
              </ns1:solidFill>
            </ns1:ln>
          </c:spPr>
          <c:marker>
            <c:symbol val="none"/>
          </c:marker>
          <c:xVal>
            <c:numRef>
              <c:f>'Chart Data'!$C$2:$C$1283</c:f>
              <c:numCache>
                <c:formatCode>General</c:formatCode>
                <c:ptCount val="1282"/>
                <c:pt idx="0">
                  <c:v>2023</c:v>
                </c:pt>
                <c:pt idx="1">
                  <c:v>2023.0027</c:v>
                </c:pt>
                <c:pt idx="2">
                  <c:v>2023.0055</c:v>
                </c:pt>
                <c:pt idx="3">
                  <c:v>2023.0082</c:v>
                </c:pt>
                <c:pt idx="4">
                  <c:v>2023.011</c:v>
                </c:pt>
                <c:pt idx="5">
                  <c:v>2023.0137</c:v>
                </c:pt>
                <c:pt idx="6">
                  <c:v>2023.0164</c:v>
                </c:pt>
                <c:pt idx="7">
                  <c:v>2023.0192</c:v>
                </c:pt>
                <c:pt idx="8">
                  <c:v>2023.0219</c:v>
                </c:pt>
                <c:pt idx="9">
                  <c:v>2023.0247</c:v>
                </c:pt>
                <c:pt idx="10">
                  <c:v>2023.0274</c:v>
                </c:pt>
                <c:pt idx="11">
                  <c:v>2023.0301</c:v>
                </c:pt>
                <c:pt idx="12">
                  <c:v>2023.0329</c:v>
                </c:pt>
                <c:pt idx="13">
                  <c:v>2023.0356</c:v>
                </c:pt>
                <c:pt idx="14">
                  <c:v>2023.0384</c:v>
                </c:pt>
                <c:pt idx="15">
                  <c:v>2023.0411</c:v>
                </c:pt>
                <c:pt idx="16">
                  <c:v>2023.0438</c:v>
                </c:pt>
                <c:pt idx="17">
                  <c:v>2023.0466</c:v>
                </c:pt>
                <c:pt idx="18">
                  <c:v>2023.0493</c:v>
                </c:pt>
                <c:pt idx="19">
                  <c:v>2023.0521</c:v>
                </c:pt>
                <c:pt idx="20">
                  <c:v>2023.0548</c:v>
                </c:pt>
                <c:pt idx="21">
                  <c:v>2023.0575</c:v>
                </c:pt>
                <c:pt idx="22">
                  <c:v>2023.0603</c:v>
                </c:pt>
                <c:pt idx="23">
                  <c:v>2023.063</c:v>
                </c:pt>
                <c:pt idx="24">
                  <c:v>2023.0658</c:v>
                </c:pt>
                <c:pt idx="25">
                  <c:v>2023.0685</c:v>
                </c:pt>
                <c:pt idx="26">
                  <c:v>2023.0712</c:v>
                </c:pt>
                <c:pt idx="27">
                  <c:v>2023.074</c:v>
                </c:pt>
                <c:pt idx="28">
                  <c:v>2023.0767</c:v>
                </c:pt>
                <c:pt idx="29">
                  <c:v>2023.0795</c:v>
                </c:pt>
                <c:pt idx="30">
                  <c:v>2023.0822</c:v>
                </c:pt>
                <c:pt idx="31">
                  <c:v>2023.0849</c:v>
                </c:pt>
                <c:pt idx="32">
                  <c:v>2023.0877</c:v>
                </c:pt>
                <c:pt idx="33">
                  <c:v>2023.0904</c:v>
                </c:pt>
                <c:pt idx="34">
                  <c:v>2023.0932</c:v>
                </c:pt>
                <c:pt idx="35">
                  <c:v>2023.0959</c:v>
                </c:pt>
                <c:pt idx="36">
                  <c:v>2023.0986</c:v>
                </c:pt>
                <c:pt idx="37">
                  <c:v>2023.1014</c:v>
                </c:pt>
                <c:pt idx="38">
                  <c:v>2023.1041</c:v>
                </c:pt>
                <c:pt idx="39">
                  <c:v>2023.1068</c:v>
                </c:pt>
                <c:pt idx="40">
                  <c:v>2023.1096</c:v>
                </c:pt>
                <c:pt idx="41">
                  <c:v>2023.1123</c:v>
                </c:pt>
                <c:pt idx="42">
                  <c:v>2023.1151</c:v>
                </c:pt>
                <c:pt idx="43">
                  <c:v>2023.1178</c:v>
                </c:pt>
                <c:pt idx="44">
                  <c:v>2023.1205</c:v>
                </c:pt>
                <c:pt idx="45">
                  <c:v>2023.1233</c:v>
                </c:pt>
                <c:pt idx="46">
                  <c:v>2023.126</c:v>
                </c:pt>
                <c:pt idx="47">
                  <c:v>2023.1288</c:v>
                </c:pt>
                <c:pt idx="48">
                  <c:v>2023.1671</c:v>
                </c:pt>
                <c:pt idx="49">
                  <c:v>2023.1699</c:v>
                </c:pt>
                <c:pt idx="50">
                  <c:v>2023.1726</c:v>
                </c:pt>
                <c:pt idx="51">
                  <c:v>2023.1753</c:v>
                </c:pt>
                <c:pt idx="52">
                  <c:v>2023.1781</c:v>
                </c:pt>
                <c:pt idx="53">
                  <c:v>2023.1808</c:v>
                </c:pt>
                <c:pt idx="54">
                  <c:v>2023.1836</c:v>
                </c:pt>
                <c:pt idx="55">
                  <c:v>2023.1863</c:v>
                </c:pt>
                <c:pt idx="56">
                  <c:v>2023.189</c:v>
                </c:pt>
                <c:pt idx="57">
                  <c:v>2023.1918</c:v>
                </c:pt>
                <c:pt idx="58">
                  <c:v>2023.1945</c:v>
                </c:pt>
                <c:pt idx="59">
                  <c:v>2023.1973</c:v>
                </c:pt>
                <c:pt idx="60">
                  <c:v>2023.2</c:v>
                </c:pt>
                <c:pt idx="61">
                  <c:v>2023.2027</c:v>
                </c:pt>
                <c:pt idx="62">
                  <c:v>2023.2055</c:v>
                </c:pt>
                <c:pt idx="63">
                  <c:v>2023.2082</c:v>
                </c:pt>
                <c:pt idx="64">
                  <c:v>2023.211</c:v>
                </c:pt>
                <c:pt idx="65">
                  <c:v>2023.2137</c:v>
                </c:pt>
                <c:pt idx="66">
                  <c:v>2023.2164</c:v>
                </c:pt>
                <c:pt idx="67">
                  <c:v>2023.2192</c:v>
                </c:pt>
                <c:pt idx="68">
                  <c:v>2023.2219</c:v>
                </c:pt>
                <c:pt idx="69">
                  <c:v>2023.2247</c:v>
                </c:pt>
                <c:pt idx="70">
                  <c:v>2023.2274</c:v>
                </c:pt>
                <c:pt idx="71">
                  <c:v>2023.2301</c:v>
                </c:pt>
                <c:pt idx="72">
                  <c:v>2023.2329</c:v>
                </c:pt>
                <c:pt idx="73">
                  <c:v>2023.2356</c:v>
                </c:pt>
                <c:pt idx="74">
                  <c:v>2023.2384</c:v>
                </c:pt>
                <c:pt idx="75">
                  <c:v>2023.2411</c:v>
                </c:pt>
                <c:pt idx="76">
                  <c:v>2023.2438</c:v>
                </c:pt>
                <c:pt idx="77">
                  <c:v>2023.2466</c:v>
                </c:pt>
                <c:pt idx="78">
                  <c:v>2023.2493</c:v>
                </c:pt>
                <c:pt idx="79">
                  <c:v>2023.2521</c:v>
                </c:pt>
                <c:pt idx="80">
                  <c:v>2023.2548</c:v>
                </c:pt>
                <c:pt idx="81">
                  <c:v>2023.2575</c:v>
                </c:pt>
                <c:pt idx="82">
                  <c:v>2023.2603</c:v>
                </c:pt>
                <c:pt idx="83">
                  <c:v>2023.263</c:v>
                </c:pt>
                <c:pt idx="84">
                  <c:v>2023.2658</c:v>
                </c:pt>
                <c:pt idx="85">
                  <c:v>2023.2685</c:v>
                </c:pt>
                <c:pt idx="86">
                  <c:v>2023.2712</c:v>
                </c:pt>
                <c:pt idx="87">
                  <c:v>2023.274</c:v>
                </c:pt>
                <c:pt idx="88">
                  <c:v>2023.2767</c:v>
                </c:pt>
                <c:pt idx="89">
                  <c:v>2023.2795</c:v>
                </c:pt>
                <c:pt idx="90">
                  <c:v>2023.2822</c:v>
                </c:pt>
                <c:pt idx="91">
                  <c:v>2023.2877</c:v>
                </c:pt>
                <c:pt idx="92">
                  <c:v>2023.2904</c:v>
                </c:pt>
                <c:pt idx="93">
                  <c:v>2023.2932</c:v>
                </c:pt>
                <c:pt idx="94">
                  <c:v>2023.2959</c:v>
                </c:pt>
                <c:pt idx="95">
                  <c:v>2023.2986</c:v>
                </c:pt>
                <c:pt idx="96">
                  <c:v>2023.3014</c:v>
                </c:pt>
                <c:pt idx="97">
                  <c:v>2023.3041</c:v>
                </c:pt>
                <c:pt idx="98">
                  <c:v>2023.3068</c:v>
                </c:pt>
                <c:pt idx="99">
                  <c:v>2023.3096</c:v>
                </c:pt>
                <c:pt idx="100">
                  <c:v>2023.3123</c:v>
                </c:pt>
                <c:pt idx="101">
                  <c:v>2023.3151</c:v>
                </c:pt>
                <c:pt idx="102">
                  <c:v>2023.3178</c:v>
                </c:pt>
                <c:pt idx="103">
                  <c:v>2023.3205</c:v>
                </c:pt>
                <c:pt idx="104">
                  <c:v>2023.3233</c:v>
                </c:pt>
                <c:pt idx="105">
                  <c:v>2023.326</c:v>
                </c:pt>
                <c:pt idx="106">
                  <c:v>2023.3288</c:v>
                </c:pt>
                <c:pt idx="107">
                  <c:v>2023.3315</c:v>
                </c:pt>
                <c:pt idx="108">
                  <c:v>2023.3342</c:v>
                </c:pt>
                <c:pt idx="109">
                  <c:v>2023.337</c:v>
                </c:pt>
                <c:pt idx="110">
                  <c:v>2023.3397</c:v>
                </c:pt>
                <c:pt idx="111">
                  <c:v>2023.3425</c:v>
                </c:pt>
                <c:pt idx="112">
                  <c:v>2023.3452</c:v>
                </c:pt>
                <c:pt idx="113">
                  <c:v>2023.3479</c:v>
                </c:pt>
                <c:pt idx="114">
                  <c:v>2023.3507</c:v>
                </c:pt>
                <c:pt idx="115">
                  <c:v>2023.3534</c:v>
                </c:pt>
                <c:pt idx="116">
                  <c:v>2023.3562</c:v>
                </c:pt>
                <c:pt idx="117">
                  <c:v>2023.3589</c:v>
                </c:pt>
                <c:pt idx="118">
                  <c:v>2023.3616</c:v>
                </c:pt>
                <c:pt idx="119">
                  <c:v>2023.3644</c:v>
                </c:pt>
                <c:pt idx="120">
                  <c:v>2023.3671</c:v>
                </c:pt>
                <c:pt idx="121">
                  <c:v>2023.3699</c:v>
                </c:pt>
                <c:pt idx="122">
                  <c:v>2023.3726</c:v>
                </c:pt>
                <c:pt idx="123">
                  <c:v>2023.3753</c:v>
                </c:pt>
                <c:pt idx="124">
                  <c:v>2023.3781</c:v>
                </c:pt>
                <c:pt idx="125">
                  <c:v>2023.3808</c:v>
                </c:pt>
                <c:pt idx="126">
                  <c:v>2023.3836</c:v>
                </c:pt>
                <c:pt idx="127">
                  <c:v>2023.3863</c:v>
                </c:pt>
                <c:pt idx="128">
                  <c:v>2023.389</c:v>
                </c:pt>
                <c:pt idx="129">
                  <c:v>2023.3918</c:v>
                </c:pt>
                <c:pt idx="130">
                  <c:v>2023.3945</c:v>
                </c:pt>
                <c:pt idx="131">
                  <c:v>2023.3973</c:v>
                </c:pt>
                <c:pt idx="132">
                  <c:v>2023.4</c:v>
                </c:pt>
                <c:pt idx="133">
                  <c:v>2023.4027</c:v>
                </c:pt>
                <c:pt idx="134">
                  <c:v>2023.4055</c:v>
                </c:pt>
                <c:pt idx="135">
                  <c:v>2023.4082</c:v>
                </c:pt>
                <c:pt idx="136">
                  <c:v>2023.411</c:v>
                </c:pt>
                <c:pt idx="137">
                  <c:v>2023.4137</c:v>
                </c:pt>
                <c:pt idx="138">
                  <c:v>2023.4164</c:v>
                </c:pt>
                <c:pt idx="139">
                  <c:v>2023.4192</c:v>
                </c:pt>
                <c:pt idx="140">
                  <c:v>2023.4219</c:v>
                </c:pt>
                <c:pt idx="141">
                  <c:v>2023.4247</c:v>
                </c:pt>
                <c:pt idx="142">
                  <c:v>2023.4274</c:v>
                </c:pt>
                <c:pt idx="143">
                  <c:v>2023.4301</c:v>
                </c:pt>
                <c:pt idx="144">
                  <c:v>2023.4329</c:v>
                </c:pt>
                <c:pt idx="145">
                  <c:v>2023.4356</c:v>
                </c:pt>
                <c:pt idx="146">
                  <c:v>2023.4384</c:v>
                </c:pt>
                <c:pt idx="147">
                  <c:v>2023.4411</c:v>
                </c:pt>
                <c:pt idx="148">
                  <c:v>2023.4438</c:v>
                </c:pt>
                <c:pt idx="149">
                  <c:v>2023.4466</c:v>
                </c:pt>
                <c:pt idx="150">
                  <c:v>2023.4493</c:v>
                </c:pt>
                <c:pt idx="151">
                  <c:v>2023.4521</c:v>
                </c:pt>
                <c:pt idx="152">
                  <c:v>2023.4548</c:v>
                </c:pt>
                <c:pt idx="153">
                  <c:v>2023.4575</c:v>
                </c:pt>
                <c:pt idx="154">
                  <c:v>2023.4603</c:v>
                </c:pt>
                <c:pt idx="155">
                  <c:v>2023.463</c:v>
                </c:pt>
                <c:pt idx="156">
                  <c:v>2023.4658</c:v>
                </c:pt>
                <c:pt idx="157">
                  <c:v>2023.4685</c:v>
                </c:pt>
                <c:pt idx="158">
                  <c:v>2023.4712</c:v>
                </c:pt>
                <c:pt idx="159">
                  <c:v>2023.474</c:v>
                </c:pt>
                <c:pt idx="160">
                  <c:v>2023.4767</c:v>
                </c:pt>
                <c:pt idx="161">
                  <c:v>2023.4795</c:v>
                </c:pt>
                <c:pt idx="162">
                  <c:v>2023.4822</c:v>
                </c:pt>
                <c:pt idx="163">
                  <c:v>2023.4849</c:v>
                </c:pt>
                <c:pt idx="164">
                  <c:v>2023.4877</c:v>
                </c:pt>
                <c:pt idx="165">
                  <c:v>2023.4904</c:v>
                </c:pt>
                <c:pt idx="166">
                  <c:v>2023.4932</c:v>
                </c:pt>
                <c:pt idx="167">
                  <c:v>2023.4959</c:v>
                </c:pt>
                <c:pt idx="168">
                  <c:v>2023.4986</c:v>
                </c:pt>
                <c:pt idx="169">
                  <c:v>2023.5014</c:v>
                </c:pt>
                <c:pt idx="170">
                  <c:v>2023.5041</c:v>
                </c:pt>
                <c:pt idx="171">
                  <c:v>2023.5068</c:v>
                </c:pt>
                <c:pt idx="172">
                  <c:v>2023.5096</c:v>
                </c:pt>
                <c:pt idx="173">
                  <c:v>2023.5123</c:v>
                </c:pt>
                <c:pt idx="174">
                  <c:v>2023.5151</c:v>
                </c:pt>
                <c:pt idx="175">
                  <c:v>2023.5178</c:v>
                </c:pt>
                <c:pt idx="176">
                  <c:v>2023.5205</c:v>
                </c:pt>
                <c:pt idx="177">
                  <c:v>2023.5233</c:v>
                </c:pt>
                <c:pt idx="178">
                  <c:v>2023.526</c:v>
                </c:pt>
                <c:pt idx="179">
                  <c:v>2023.5288</c:v>
                </c:pt>
                <c:pt idx="180">
                  <c:v>2023.5315</c:v>
                </c:pt>
                <c:pt idx="181">
                  <c:v>2023.5342</c:v>
                </c:pt>
                <c:pt idx="182">
                  <c:v>2023.537</c:v>
                </c:pt>
                <c:pt idx="183">
                  <c:v>2023.5397</c:v>
                </c:pt>
                <c:pt idx="184">
                  <c:v>2023.5425</c:v>
                </c:pt>
                <c:pt idx="185">
                  <c:v>2023.5452</c:v>
                </c:pt>
                <c:pt idx="186">
                  <c:v>2023.5479</c:v>
                </c:pt>
                <c:pt idx="187">
                  <c:v>2023.5507</c:v>
                </c:pt>
                <c:pt idx="188">
                  <c:v>2023.5534</c:v>
                </c:pt>
                <c:pt idx="189">
                  <c:v>2023.5562</c:v>
                </c:pt>
                <c:pt idx="190">
                  <c:v>2023.5589</c:v>
                </c:pt>
                <c:pt idx="191">
                  <c:v>2023.5616</c:v>
                </c:pt>
                <c:pt idx="192">
                  <c:v>2023.5644</c:v>
                </c:pt>
                <c:pt idx="193">
                  <c:v>2023.5671</c:v>
                </c:pt>
                <c:pt idx="194">
                  <c:v>2023.5699</c:v>
                </c:pt>
                <c:pt idx="195">
                  <c:v>2023.6301</c:v>
                </c:pt>
                <c:pt idx="196">
                  <c:v>2023.6329</c:v>
                </c:pt>
                <c:pt idx="197">
                  <c:v>2023.6356</c:v>
                </c:pt>
                <c:pt idx="198">
                  <c:v>2023.6384</c:v>
                </c:pt>
                <c:pt idx="199">
                  <c:v>2023.6411</c:v>
                </c:pt>
                <c:pt idx="200">
                  <c:v>2023.6438</c:v>
                </c:pt>
                <c:pt idx="201">
                  <c:v>2023.6466</c:v>
                </c:pt>
                <c:pt idx="202">
                  <c:v>2023.6493</c:v>
                </c:pt>
                <c:pt idx="203">
                  <c:v>2023.6521</c:v>
                </c:pt>
                <c:pt idx="204">
                  <c:v>2023.6548</c:v>
                </c:pt>
                <c:pt idx="205">
                  <c:v>2023.6575</c:v>
                </c:pt>
                <c:pt idx="206">
                  <c:v>2023.6603</c:v>
                </c:pt>
                <c:pt idx="207">
                  <c:v>2023.663</c:v>
                </c:pt>
                <c:pt idx="208">
                  <c:v>2023.6712</c:v>
                </c:pt>
                <c:pt idx="209">
                  <c:v>2023.674</c:v>
                </c:pt>
                <c:pt idx="210">
                  <c:v>2023.6767</c:v>
                </c:pt>
                <c:pt idx="211">
                  <c:v>2023.6795</c:v>
                </c:pt>
                <c:pt idx="212">
                  <c:v>2023.6822</c:v>
                </c:pt>
                <c:pt idx="213">
                  <c:v>2023.6849</c:v>
                </c:pt>
                <c:pt idx="214">
                  <c:v>2023.6877</c:v>
                </c:pt>
                <c:pt idx="215">
                  <c:v>2023.6904</c:v>
                </c:pt>
                <c:pt idx="216">
                  <c:v>2023.6932</c:v>
                </c:pt>
                <c:pt idx="217">
                  <c:v>2023.6959</c:v>
                </c:pt>
                <c:pt idx="218">
                  <c:v>2023.6986</c:v>
                </c:pt>
                <c:pt idx="219">
                  <c:v>2023.7014</c:v>
                </c:pt>
                <c:pt idx="220">
                  <c:v>2023.7041</c:v>
                </c:pt>
                <c:pt idx="221">
                  <c:v>2023.7068</c:v>
                </c:pt>
                <c:pt idx="222">
                  <c:v>2023.7096</c:v>
                </c:pt>
                <c:pt idx="223">
                  <c:v>2023.7123</c:v>
                </c:pt>
                <c:pt idx="224">
                  <c:v>2023.7151</c:v>
                </c:pt>
                <c:pt idx="225">
                  <c:v>2023.7178</c:v>
                </c:pt>
                <c:pt idx="226">
                  <c:v>2023.7205</c:v>
                </c:pt>
                <c:pt idx="227">
                  <c:v>2023.7233</c:v>
                </c:pt>
                <c:pt idx="228">
                  <c:v>2023.726</c:v>
                </c:pt>
                <c:pt idx="229">
                  <c:v>2023.7288</c:v>
                </c:pt>
                <c:pt idx="230">
                  <c:v>2023.7315</c:v>
                </c:pt>
                <c:pt idx="231">
                  <c:v>2023.7342</c:v>
                </c:pt>
                <c:pt idx="232">
                  <c:v>2023.737</c:v>
                </c:pt>
                <c:pt idx="233">
                  <c:v>2023.7397</c:v>
                </c:pt>
                <c:pt idx="234">
                  <c:v>2023.7425</c:v>
                </c:pt>
                <c:pt idx="235">
                  <c:v>2023.7452</c:v>
                </c:pt>
                <c:pt idx="236">
                  <c:v>2023.7479</c:v>
                </c:pt>
                <c:pt idx="237">
                  <c:v>2023.7507</c:v>
                </c:pt>
                <c:pt idx="238">
                  <c:v>2023.7534</c:v>
                </c:pt>
                <c:pt idx="239">
                  <c:v>2023.7562</c:v>
                </c:pt>
                <c:pt idx="240">
                  <c:v>2023.7589</c:v>
                </c:pt>
                <c:pt idx="241">
                  <c:v>2023.7616</c:v>
                </c:pt>
                <c:pt idx="242">
                  <c:v>2023.7644</c:v>
                </c:pt>
                <c:pt idx="243">
                  <c:v>2023.7671</c:v>
                </c:pt>
                <c:pt idx="244">
                  <c:v>2023.7699</c:v>
                </c:pt>
                <c:pt idx="245">
                  <c:v>2023.7726</c:v>
                </c:pt>
                <c:pt idx="246">
                  <c:v>2023.7753</c:v>
                </c:pt>
                <c:pt idx="247">
                  <c:v>2023.7781</c:v>
                </c:pt>
                <c:pt idx="248">
                  <c:v>2023.7808</c:v>
                </c:pt>
                <c:pt idx="249">
                  <c:v>2023.7836</c:v>
                </c:pt>
                <c:pt idx="250">
                  <c:v>2023.7863</c:v>
                </c:pt>
                <c:pt idx="251">
                  <c:v>2023.789</c:v>
                </c:pt>
                <c:pt idx="252">
                  <c:v>2023.7918</c:v>
                </c:pt>
                <c:pt idx="253">
                  <c:v>2023.7945</c:v>
                </c:pt>
                <c:pt idx="254">
                  <c:v>2023.7973</c:v>
                </c:pt>
                <c:pt idx="255">
                  <c:v>2023.8</c:v>
                </c:pt>
                <c:pt idx="256">
                  <c:v>2023.8027</c:v>
                </c:pt>
                <c:pt idx="257">
                  <c:v>2023.8055</c:v>
                </c:pt>
                <c:pt idx="258">
                  <c:v>2023.8082</c:v>
                </c:pt>
                <c:pt idx="259">
                  <c:v>2023.811</c:v>
                </c:pt>
                <c:pt idx="260">
                  <c:v>2023.8137</c:v>
                </c:pt>
                <c:pt idx="261">
                  <c:v>2023.8164</c:v>
                </c:pt>
                <c:pt idx="262">
                  <c:v>2023.8192</c:v>
                </c:pt>
                <c:pt idx="263">
                  <c:v>2023.8219</c:v>
                </c:pt>
                <c:pt idx="264">
                  <c:v>2023.8247</c:v>
                </c:pt>
                <c:pt idx="265">
                  <c:v>2023.8274</c:v>
                </c:pt>
                <c:pt idx="266">
                  <c:v>2023.8301</c:v>
                </c:pt>
                <c:pt idx="267">
                  <c:v>2023.8329</c:v>
                </c:pt>
                <c:pt idx="268">
                  <c:v>2023.8356</c:v>
                </c:pt>
                <c:pt idx="269">
                  <c:v>2023.8384</c:v>
                </c:pt>
                <c:pt idx="270">
                  <c:v>2023.8411</c:v>
                </c:pt>
                <c:pt idx="271">
                  <c:v>2023.8438</c:v>
                </c:pt>
                <c:pt idx="272">
                  <c:v>2023.8466</c:v>
                </c:pt>
                <c:pt idx="273">
                  <c:v>2023.8493</c:v>
                </c:pt>
                <c:pt idx="274">
                  <c:v>2023.8521</c:v>
                </c:pt>
                <c:pt idx="275">
                  <c:v>2023.8548</c:v>
                </c:pt>
                <c:pt idx="276">
                  <c:v>2023.8575</c:v>
                </c:pt>
                <c:pt idx="277">
                  <c:v>2023.8603</c:v>
                </c:pt>
                <c:pt idx="278">
                  <c:v>2023.863</c:v>
                </c:pt>
                <c:pt idx="279">
                  <c:v>2023.8658</c:v>
                </c:pt>
                <c:pt idx="280">
                  <c:v>2023.8685</c:v>
                </c:pt>
                <c:pt idx="281">
                  <c:v>2023.8712</c:v>
                </c:pt>
                <c:pt idx="282">
                  <c:v>2023.874</c:v>
                </c:pt>
                <c:pt idx="283">
                  <c:v>2023.8767</c:v>
                </c:pt>
                <c:pt idx="284">
                  <c:v>2023.8795</c:v>
                </c:pt>
                <c:pt idx="285">
                  <c:v>2023.8877</c:v>
                </c:pt>
                <c:pt idx="286">
                  <c:v>2023.8904</c:v>
                </c:pt>
                <c:pt idx="287">
                  <c:v>2023.8932</c:v>
                </c:pt>
                <c:pt idx="288">
                  <c:v>2023.8959</c:v>
                </c:pt>
                <c:pt idx="289">
                  <c:v>2023.8986</c:v>
                </c:pt>
                <c:pt idx="290">
                  <c:v>2023.9014</c:v>
                </c:pt>
                <c:pt idx="291">
                  <c:v>2023.9041</c:v>
                </c:pt>
                <c:pt idx="292">
                  <c:v>2023.9068</c:v>
                </c:pt>
                <c:pt idx="293">
                  <c:v>2023.9096</c:v>
                </c:pt>
                <c:pt idx="294">
                  <c:v>2023.9123</c:v>
                </c:pt>
                <c:pt idx="295">
                  <c:v>2023.9151</c:v>
                </c:pt>
                <c:pt idx="296">
                  <c:v>2023.9178</c:v>
                </c:pt>
                <c:pt idx="297">
                  <c:v>2023.9205</c:v>
                </c:pt>
                <c:pt idx="298">
                  <c:v>2023.9233</c:v>
                </c:pt>
                <c:pt idx="299">
                  <c:v>2023.926</c:v>
                </c:pt>
                <c:pt idx="300">
                  <c:v>2023.9342</c:v>
                </c:pt>
                <c:pt idx="301">
                  <c:v>2023.937</c:v>
                </c:pt>
                <c:pt idx="302">
                  <c:v>2023.9397</c:v>
                </c:pt>
                <c:pt idx="303">
                  <c:v>2023.9425</c:v>
                </c:pt>
                <c:pt idx="304">
                  <c:v>2023.9452</c:v>
                </c:pt>
                <c:pt idx="305">
                  <c:v>2023.9479</c:v>
                </c:pt>
                <c:pt idx="306">
                  <c:v>2023.9507</c:v>
                </c:pt>
                <c:pt idx="307">
                  <c:v>2023.9534</c:v>
                </c:pt>
                <c:pt idx="308">
                  <c:v>2023.9562</c:v>
                </c:pt>
                <c:pt idx="309">
                  <c:v>2023.9589</c:v>
                </c:pt>
                <c:pt idx="310">
                  <c:v>2023.9616</c:v>
                </c:pt>
                <c:pt idx="311">
                  <c:v>2023.9644</c:v>
                </c:pt>
                <c:pt idx="312">
                  <c:v>2023.9671</c:v>
                </c:pt>
                <c:pt idx="313">
                  <c:v>2023.9699</c:v>
                </c:pt>
                <c:pt idx="314">
                  <c:v>2023.9726</c:v>
                </c:pt>
                <c:pt idx="315">
                  <c:v>2023.9753</c:v>
                </c:pt>
                <c:pt idx="316">
                  <c:v>2023.9781</c:v>
                </c:pt>
                <c:pt idx="317">
                  <c:v>2023.9808</c:v>
                </c:pt>
                <c:pt idx="318">
                  <c:v>2023.9836</c:v>
                </c:pt>
                <c:pt idx="319">
                  <c:v>2023.9863</c:v>
                </c:pt>
                <c:pt idx="320">
                  <c:v>2023.989</c:v>
                </c:pt>
                <c:pt idx="321">
                  <c:v>2023.9918</c:v>
                </c:pt>
                <c:pt idx="322">
                  <c:v>2023.9945</c:v>
                </c:pt>
                <c:pt idx="323">
                  <c:v>2023.9973</c:v>
                </c:pt>
                <c:pt idx="324">
                  <c:v>2024</c:v>
                </c:pt>
                <c:pt idx="325">
                  <c:v>2024.0027</c:v>
                </c:pt>
                <c:pt idx="326">
                  <c:v>2024.0055</c:v>
                </c:pt>
                <c:pt idx="327">
                  <c:v>2024.0082</c:v>
                </c:pt>
                <c:pt idx="328">
                  <c:v>2024.0109</c:v>
                </c:pt>
                <c:pt idx="329">
                  <c:v>2024.0137</c:v>
                </c:pt>
                <c:pt idx="330">
                  <c:v>2024.0164</c:v>
                </c:pt>
                <c:pt idx="331">
                  <c:v>2024.0191</c:v>
                </c:pt>
                <c:pt idx="332">
                  <c:v>2024.0219</c:v>
                </c:pt>
                <c:pt idx="333">
                  <c:v>2024.0246</c:v>
                </c:pt>
                <c:pt idx="334">
                  <c:v>2024.0273</c:v>
                </c:pt>
                <c:pt idx="335">
                  <c:v>2024.0301</c:v>
                </c:pt>
                <c:pt idx="336">
                  <c:v>2024.0328</c:v>
                </c:pt>
                <c:pt idx="337">
                  <c:v>2024.0355</c:v>
                </c:pt>
                <c:pt idx="338">
                  <c:v>2024.0383</c:v>
                </c:pt>
                <c:pt idx="339">
                  <c:v>2024.041</c:v>
                </c:pt>
                <c:pt idx="340">
                  <c:v>2024.0437</c:v>
                </c:pt>
                <c:pt idx="341">
                  <c:v>2024.0464</c:v>
                </c:pt>
                <c:pt idx="342">
                  <c:v>2024.0492</c:v>
                </c:pt>
                <c:pt idx="343">
                  <c:v>2024.0519</c:v>
                </c:pt>
                <c:pt idx="344">
                  <c:v>2024.0546</c:v>
                </c:pt>
                <c:pt idx="345">
                  <c:v>2024.0574</c:v>
                </c:pt>
                <c:pt idx="346">
                  <c:v>2024.0601</c:v>
                </c:pt>
                <c:pt idx="347">
                  <c:v>2024.0628</c:v>
                </c:pt>
                <c:pt idx="348">
                  <c:v>2024.0656</c:v>
                </c:pt>
                <c:pt idx="349">
                  <c:v>2024.0683</c:v>
                </c:pt>
                <c:pt idx="350">
                  <c:v>2024.071</c:v>
                </c:pt>
                <c:pt idx="351">
                  <c:v>2024.0738</c:v>
                </c:pt>
                <c:pt idx="352">
                  <c:v>2024.0765</c:v>
                </c:pt>
                <c:pt idx="353">
                  <c:v>2024.0792</c:v>
                </c:pt>
                <c:pt idx="354">
                  <c:v>2024.082</c:v>
                </c:pt>
                <c:pt idx="355">
                  <c:v>2024.0847</c:v>
                </c:pt>
                <c:pt idx="356">
                  <c:v>2024.0874</c:v>
                </c:pt>
                <c:pt idx="357">
                  <c:v>2024.0902</c:v>
                </c:pt>
                <c:pt idx="358">
                  <c:v>2024.0929</c:v>
                </c:pt>
                <c:pt idx="359">
                  <c:v>2024.0956</c:v>
                </c:pt>
                <c:pt idx="360">
                  <c:v>2024.0984</c:v>
                </c:pt>
                <c:pt idx="361">
                  <c:v>2024.1011</c:v>
                </c:pt>
                <c:pt idx="362">
                  <c:v>2024.1038</c:v>
                </c:pt>
                <c:pt idx="363">
                  <c:v>2024.1066</c:v>
                </c:pt>
                <c:pt idx="364">
                  <c:v>2024.1093</c:v>
                </c:pt>
                <c:pt idx="365">
                  <c:v>2024.112</c:v>
                </c:pt>
                <c:pt idx="366">
                  <c:v>2024.1148</c:v>
                </c:pt>
                <c:pt idx="367">
                  <c:v>2024.1175</c:v>
                </c:pt>
                <c:pt idx="368">
                  <c:v>2024.1202</c:v>
                </c:pt>
                <c:pt idx="369">
                  <c:v>2024.123</c:v>
                </c:pt>
                <c:pt idx="370">
                  <c:v>2024.1257</c:v>
                </c:pt>
                <c:pt idx="371">
                  <c:v>2024.1284</c:v>
                </c:pt>
                <c:pt idx="372">
                  <c:v>2024.1311</c:v>
                </c:pt>
                <c:pt idx="373">
                  <c:v>2024.1339</c:v>
                </c:pt>
                <c:pt idx="374">
                  <c:v>2024.1366</c:v>
                </c:pt>
                <c:pt idx="375">
                  <c:v>2024.1393</c:v>
                </c:pt>
                <c:pt idx="376">
                  <c:v>2024.1421</c:v>
                </c:pt>
                <c:pt idx="377">
                  <c:v>2024.1448</c:v>
                </c:pt>
                <c:pt idx="378">
                  <c:v>2024.1475</c:v>
                </c:pt>
                <c:pt idx="379">
                  <c:v>2024.1503</c:v>
                </c:pt>
                <c:pt idx="380">
                  <c:v>2024.153</c:v>
                </c:pt>
                <c:pt idx="381">
                  <c:v>2024.1557</c:v>
                </c:pt>
                <c:pt idx="382">
                  <c:v>2024.1585</c:v>
                </c:pt>
                <c:pt idx="383">
                  <c:v>2024.1612</c:v>
                </c:pt>
                <c:pt idx="384">
                  <c:v>2024.1639</c:v>
                </c:pt>
                <c:pt idx="385">
                  <c:v>2024.1667</c:v>
                </c:pt>
                <c:pt idx="386">
                  <c:v>2024.1694</c:v>
                </c:pt>
                <c:pt idx="387">
                  <c:v>2024.1721</c:v>
                </c:pt>
                <c:pt idx="388">
                  <c:v>2024.1749</c:v>
                </c:pt>
                <c:pt idx="389">
                  <c:v>2024.1776</c:v>
                </c:pt>
                <c:pt idx="390">
                  <c:v>2024.1803</c:v>
                </c:pt>
                <c:pt idx="391">
                  <c:v>2024.1831</c:v>
                </c:pt>
                <c:pt idx="392">
                  <c:v>2024.1858</c:v>
                </c:pt>
                <c:pt idx="393">
                  <c:v>2024.1885</c:v>
                </c:pt>
                <c:pt idx="394">
                  <c:v>2024.1913</c:v>
                </c:pt>
                <c:pt idx="395">
                  <c:v>2024.194</c:v>
                </c:pt>
                <c:pt idx="396">
                  <c:v>2024.1967</c:v>
                </c:pt>
                <c:pt idx="397">
                  <c:v>2024.1995</c:v>
                </c:pt>
                <c:pt idx="398">
                  <c:v>2024.2022</c:v>
                </c:pt>
                <c:pt idx="399">
                  <c:v>2024.2049</c:v>
                </c:pt>
                <c:pt idx="400">
                  <c:v>2024.2077</c:v>
                </c:pt>
                <c:pt idx="401">
                  <c:v>2024.2104</c:v>
                </c:pt>
                <c:pt idx="402">
                  <c:v>2024.2131</c:v>
                </c:pt>
                <c:pt idx="403">
                  <c:v>2024.2158</c:v>
                </c:pt>
                <c:pt idx="404">
                  <c:v>2024.2186</c:v>
                </c:pt>
                <c:pt idx="405">
                  <c:v>2024.2213</c:v>
                </c:pt>
                <c:pt idx="406">
                  <c:v>2024.224</c:v>
                </c:pt>
                <c:pt idx="407">
                  <c:v>2024.2268</c:v>
                </c:pt>
                <c:pt idx="408">
                  <c:v>2024.2295</c:v>
                </c:pt>
                <c:pt idx="409">
                  <c:v>2024.2322</c:v>
                </c:pt>
                <c:pt idx="410">
                  <c:v>2024.235</c:v>
                </c:pt>
                <c:pt idx="411">
                  <c:v>2024.2377</c:v>
                </c:pt>
                <c:pt idx="412">
                  <c:v>2024.2404</c:v>
                </c:pt>
                <c:pt idx="413">
                  <c:v>2024.2432</c:v>
                </c:pt>
                <c:pt idx="414">
                  <c:v>2024.2459</c:v>
                </c:pt>
                <c:pt idx="415">
                  <c:v>2024.2486</c:v>
                </c:pt>
                <c:pt idx="416">
                  <c:v>2024.2514</c:v>
                </c:pt>
                <c:pt idx="417">
                  <c:v>2024.2541</c:v>
                </c:pt>
                <c:pt idx="418">
                  <c:v>2024.2568</c:v>
                </c:pt>
                <c:pt idx="419">
                  <c:v>2024.2596</c:v>
                </c:pt>
                <c:pt idx="420">
                  <c:v>2024.2623</c:v>
                </c:pt>
                <c:pt idx="421">
                  <c:v>2024.265</c:v>
                </c:pt>
                <c:pt idx="422">
                  <c:v>2024.2678</c:v>
                </c:pt>
                <c:pt idx="423">
                  <c:v>2024.2705</c:v>
                </c:pt>
                <c:pt idx="424">
                  <c:v>2024.2732</c:v>
                </c:pt>
                <c:pt idx="425">
                  <c:v>2024.276</c:v>
                </c:pt>
                <c:pt idx="426">
                  <c:v>2024.2787</c:v>
                </c:pt>
                <c:pt idx="427">
                  <c:v>2024.2814</c:v>
                </c:pt>
                <c:pt idx="428">
                  <c:v>2024.2842</c:v>
                </c:pt>
                <c:pt idx="429">
                  <c:v>2024.2869</c:v>
                </c:pt>
                <c:pt idx="430">
                  <c:v>2024.2896</c:v>
                </c:pt>
                <c:pt idx="431">
                  <c:v>2024.2923</c:v>
                </c:pt>
                <c:pt idx="432">
                  <c:v>2024.2951</c:v>
                </c:pt>
                <c:pt idx="433">
                  <c:v>2024.2978</c:v>
                </c:pt>
                <c:pt idx="434">
                  <c:v>2024.3005</c:v>
                </c:pt>
                <c:pt idx="435">
                  <c:v>2024.3033</c:v>
                </c:pt>
                <c:pt idx="436">
                  <c:v>2024.306</c:v>
                </c:pt>
                <c:pt idx="437">
                  <c:v>2024.3087</c:v>
                </c:pt>
                <c:pt idx="438">
                  <c:v>2024.3115</c:v>
                </c:pt>
                <c:pt idx="439">
                  <c:v>2024.3142</c:v>
                </c:pt>
                <c:pt idx="440">
                  <c:v>2024.3169</c:v>
                </c:pt>
                <c:pt idx="441">
                  <c:v>2024.3197</c:v>
                </c:pt>
                <c:pt idx="442">
                  <c:v>2024.3224</c:v>
                </c:pt>
                <c:pt idx="443">
                  <c:v>2024.3251</c:v>
                </c:pt>
                <c:pt idx="444">
                  <c:v>2024.3279</c:v>
                </c:pt>
                <c:pt idx="445">
                  <c:v>2024.3306</c:v>
                </c:pt>
                <c:pt idx="446">
                  <c:v>2024.3333</c:v>
                </c:pt>
                <c:pt idx="447">
                  <c:v>2024.3361</c:v>
                </c:pt>
                <c:pt idx="448">
                  <c:v>2024.3388</c:v>
                </c:pt>
                <c:pt idx="449">
                  <c:v>2024.3415</c:v>
                </c:pt>
                <c:pt idx="450">
                  <c:v>2024.3443</c:v>
                </c:pt>
                <c:pt idx="451">
                  <c:v>2024.347</c:v>
                </c:pt>
                <c:pt idx="452">
                  <c:v>2024.3497</c:v>
                </c:pt>
                <c:pt idx="453">
                  <c:v>2024.3525</c:v>
                </c:pt>
                <c:pt idx="454">
                  <c:v>2024.3552</c:v>
                </c:pt>
                <c:pt idx="455">
                  <c:v>2024.3579</c:v>
                </c:pt>
                <c:pt idx="456">
                  <c:v>2024.3607</c:v>
                </c:pt>
                <c:pt idx="457">
                  <c:v>2024.3634</c:v>
                </c:pt>
                <c:pt idx="458">
                  <c:v>2024.3661</c:v>
                </c:pt>
                <c:pt idx="459">
                  <c:v>2024.3689</c:v>
                </c:pt>
                <c:pt idx="460">
                  <c:v>2024.3716</c:v>
                </c:pt>
                <c:pt idx="461">
                  <c:v>2024.3743</c:v>
                </c:pt>
                <c:pt idx="462">
                  <c:v>2024.377</c:v>
                </c:pt>
                <c:pt idx="463">
                  <c:v>2024.3798</c:v>
                </c:pt>
                <c:pt idx="464">
                  <c:v>2024.3825</c:v>
                </c:pt>
                <c:pt idx="465">
                  <c:v>2024.3852</c:v>
                </c:pt>
                <c:pt idx="466">
                  <c:v>2024.388</c:v>
                </c:pt>
                <c:pt idx="467">
                  <c:v>2024.3907</c:v>
                </c:pt>
                <c:pt idx="468">
                  <c:v>2024.3934</c:v>
                </c:pt>
                <c:pt idx="469">
                  <c:v>2024.3962</c:v>
                </c:pt>
                <c:pt idx="470">
                  <c:v>2024.3989</c:v>
                </c:pt>
                <c:pt idx="471">
                  <c:v>2024.4016</c:v>
                </c:pt>
                <c:pt idx="472">
                  <c:v>2024.4044</c:v>
                </c:pt>
                <c:pt idx="473">
                  <c:v>2024.4071</c:v>
                </c:pt>
                <c:pt idx="474">
                  <c:v>2024.4098</c:v>
                </c:pt>
                <c:pt idx="475">
                  <c:v>2024.4126</c:v>
                </c:pt>
                <c:pt idx="476">
                  <c:v>2024.4153</c:v>
                </c:pt>
                <c:pt idx="477">
                  <c:v>2024.418</c:v>
                </c:pt>
                <c:pt idx="478">
                  <c:v>2024.4208</c:v>
                </c:pt>
                <c:pt idx="479">
                  <c:v>2024.4235</c:v>
                </c:pt>
                <c:pt idx="480">
                  <c:v>2024.4262</c:v>
                </c:pt>
                <c:pt idx="481">
                  <c:v>2024.429</c:v>
                </c:pt>
                <c:pt idx="482">
                  <c:v>2024.4317</c:v>
                </c:pt>
                <c:pt idx="483">
                  <c:v>2024.4344</c:v>
                </c:pt>
                <c:pt idx="484">
                  <c:v>2024.4372</c:v>
                </c:pt>
                <c:pt idx="485">
                  <c:v>2024.4399</c:v>
                </c:pt>
                <c:pt idx="486">
                  <c:v>2024.4426</c:v>
                </c:pt>
                <c:pt idx="487">
                  <c:v>2024.4454</c:v>
                </c:pt>
                <c:pt idx="488">
                  <c:v>2024.4481</c:v>
                </c:pt>
                <c:pt idx="489">
                  <c:v>2024.4508</c:v>
                </c:pt>
                <c:pt idx="490">
                  <c:v>2024.4536</c:v>
                </c:pt>
                <c:pt idx="491">
                  <c:v>2024.4563</c:v>
                </c:pt>
                <c:pt idx="492">
                  <c:v>2024.459</c:v>
                </c:pt>
                <c:pt idx="493">
                  <c:v>2024.4617</c:v>
                </c:pt>
                <c:pt idx="494">
                  <c:v>2024.4645</c:v>
                </c:pt>
                <c:pt idx="495">
                  <c:v>2024.4672</c:v>
                </c:pt>
                <c:pt idx="496">
                  <c:v>2024.4699</c:v>
                </c:pt>
                <c:pt idx="497">
                  <c:v>2024.4727</c:v>
                </c:pt>
                <c:pt idx="498">
                  <c:v>2024.4754</c:v>
                </c:pt>
                <c:pt idx="499">
                  <c:v>2024.4781</c:v>
                </c:pt>
                <c:pt idx="500">
                  <c:v>2024.4809</c:v>
                </c:pt>
                <c:pt idx="501">
                  <c:v>2024.4891</c:v>
                </c:pt>
                <c:pt idx="502">
                  <c:v>2024.4918</c:v>
                </c:pt>
                <c:pt idx="503">
                  <c:v>2024.4945</c:v>
                </c:pt>
                <c:pt idx="504">
                  <c:v>2024.4973</c:v>
                </c:pt>
                <c:pt idx="505">
                  <c:v>2024.5</c:v>
                </c:pt>
                <c:pt idx="506">
                  <c:v>2024.5027</c:v>
                </c:pt>
                <c:pt idx="507">
                  <c:v>2024.5055</c:v>
                </c:pt>
                <c:pt idx="508">
                  <c:v>2024.5082</c:v>
                </c:pt>
                <c:pt idx="509">
                  <c:v>2024.5109</c:v>
                </c:pt>
                <c:pt idx="510">
                  <c:v>2024.5137</c:v>
                </c:pt>
                <c:pt idx="511">
                  <c:v>2024.5164</c:v>
                </c:pt>
                <c:pt idx="512">
                  <c:v>2024.5191</c:v>
                </c:pt>
                <c:pt idx="513">
                  <c:v>2024.5219</c:v>
                </c:pt>
                <c:pt idx="514">
                  <c:v>2024.5246</c:v>
                </c:pt>
                <c:pt idx="515">
                  <c:v>2024.5273</c:v>
                </c:pt>
                <c:pt idx="516">
                  <c:v>2024.5301</c:v>
                </c:pt>
                <c:pt idx="517">
                  <c:v>2024.5328</c:v>
                </c:pt>
                <c:pt idx="518">
                  <c:v>2024.5355</c:v>
                </c:pt>
                <c:pt idx="519">
                  <c:v>2024.5383</c:v>
                </c:pt>
                <c:pt idx="520">
                  <c:v>2024.541</c:v>
                </c:pt>
                <c:pt idx="521">
                  <c:v>2024.5437</c:v>
                </c:pt>
                <c:pt idx="522">
                  <c:v>2024.5464</c:v>
                </c:pt>
                <c:pt idx="523">
                  <c:v>2024.5492</c:v>
                </c:pt>
                <c:pt idx="524">
                  <c:v>2024.5519</c:v>
                </c:pt>
                <c:pt idx="525">
                  <c:v>2024.5546</c:v>
                </c:pt>
                <c:pt idx="526">
                  <c:v>2024.5574</c:v>
                </c:pt>
                <c:pt idx="527">
                  <c:v>2024.5601</c:v>
                </c:pt>
                <c:pt idx="528">
                  <c:v>2024.5628</c:v>
                </c:pt>
                <c:pt idx="529">
                  <c:v>2024.5656</c:v>
                </c:pt>
                <c:pt idx="530">
                  <c:v>2024.5683</c:v>
                </c:pt>
                <c:pt idx="531">
                  <c:v>2024.571</c:v>
                </c:pt>
                <c:pt idx="532">
                  <c:v>2024.5738</c:v>
                </c:pt>
                <c:pt idx="533">
                  <c:v>2024.5765</c:v>
                </c:pt>
                <c:pt idx="534">
                  <c:v>2024.5792</c:v>
                </c:pt>
                <c:pt idx="535">
                  <c:v>2024.582</c:v>
                </c:pt>
                <c:pt idx="536">
                  <c:v>2024.5847</c:v>
                </c:pt>
                <c:pt idx="537">
                  <c:v>2024.5874</c:v>
                </c:pt>
                <c:pt idx="538">
                  <c:v>2024.5902</c:v>
                </c:pt>
                <c:pt idx="539">
                  <c:v>2024.5929</c:v>
                </c:pt>
                <c:pt idx="540">
                  <c:v>2024.5956</c:v>
                </c:pt>
                <c:pt idx="541">
                  <c:v>2024.5984</c:v>
                </c:pt>
                <c:pt idx="542">
                  <c:v>2024.6011</c:v>
                </c:pt>
                <c:pt idx="543">
                  <c:v>2024.6038</c:v>
                </c:pt>
                <c:pt idx="544">
                  <c:v>2024.6066</c:v>
                </c:pt>
                <c:pt idx="545">
                  <c:v>2024.6093</c:v>
                </c:pt>
                <c:pt idx="546">
                  <c:v>2024.612</c:v>
                </c:pt>
                <c:pt idx="547">
                  <c:v>2024.6148</c:v>
                </c:pt>
                <c:pt idx="548">
                  <c:v>2024.6175</c:v>
                </c:pt>
                <c:pt idx="549">
                  <c:v>2024.6202</c:v>
                </c:pt>
                <c:pt idx="550">
                  <c:v>2024.623</c:v>
                </c:pt>
                <c:pt idx="551">
                  <c:v>2024.6257</c:v>
                </c:pt>
                <c:pt idx="552">
                  <c:v>2024.6284</c:v>
                </c:pt>
                <c:pt idx="553">
                  <c:v>2024.6311</c:v>
                </c:pt>
                <c:pt idx="554">
                  <c:v>2024.6339</c:v>
                </c:pt>
                <c:pt idx="555">
                  <c:v>2024.6366</c:v>
                </c:pt>
                <c:pt idx="556">
                  <c:v>2024.6393</c:v>
                </c:pt>
                <c:pt idx="557">
                  <c:v>2024.6421</c:v>
                </c:pt>
                <c:pt idx="558">
                  <c:v>2024.6448</c:v>
                </c:pt>
                <c:pt idx="559">
                  <c:v>2024.6475</c:v>
                </c:pt>
                <c:pt idx="560">
                  <c:v>2024.6503</c:v>
                </c:pt>
                <c:pt idx="561">
                  <c:v>2024.653</c:v>
                </c:pt>
                <c:pt idx="562">
                  <c:v>2024.6557</c:v>
                </c:pt>
                <c:pt idx="563">
                  <c:v>2024.6585</c:v>
                </c:pt>
                <c:pt idx="564">
                  <c:v>2024.6612</c:v>
                </c:pt>
                <c:pt idx="565">
                  <c:v>2024.6639</c:v>
                </c:pt>
                <c:pt idx="566">
                  <c:v>2024.6667</c:v>
                </c:pt>
                <c:pt idx="567">
                  <c:v>2024.6694</c:v>
                </c:pt>
                <c:pt idx="568">
                  <c:v>2024.6721</c:v>
                </c:pt>
                <c:pt idx="569">
                  <c:v>2024.6749</c:v>
                </c:pt>
                <c:pt idx="570">
                  <c:v>2024.6776</c:v>
                </c:pt>
                <c:pt idx="571">
                  <c:v>2024.6803</c:v>
                </c:pt>
                <c:pt idx="572">
                  <c:v>2024.6831</c:v>
                </c:pt>
                <c:pt idx="573">
                  <c:v>2024.6858</c:v>
                </c:pt>
                <c:pt idx="574">
                  <c:v>2024.6885</c:v>
                </c:pt>
                <c:pt idx="575">
                  <c:v>2024.6913</c:v>
                </c:pt>
                <c:pt idx="576">
                  <c:v>2024.694</c:v>
                </c:pt>
                <c:pt idx="577">
                  <c:v>2024.6967</c:v>
                </c:pt>
                <c:pt idx="578">
                  <c:v>2024.6995</c:v>
                </c:pt>
                <c:pt idx="579">
                  <c:v>2024.7022</c:v>
                </c:pt>
                <c:pt idx="580">
                  <c:v>2024.7049</c:v>
                </c:pt>
                <c:pt idx="581">
                  <c:v>2024.7077</c:v>
                </c:pt>
                <c:pt idx="582">
                  <c:v>2024.7104</c:v>
                </c:pt>
                <c:pt idx="583">
                  <c:v>2024.7131</c:v>
                </c:pt>
                <c:pt idx="584">
                  <c:v>2024.7158</c:v>
                </c:pt>
                <c:pt idx="585">
                  <c:v>2024.7186</c:v>
                </c:pt>
                <c:pt idx="586">
                  <c:v>2024.7213</c:v>
                </c:pt>
                <c:pt idx="587">
                  <c:v>2024.724</c:v>
                </c:pt>
                <c:pt idx="588">
                  <c:v>2024.7268</c:v>
                </c:pt>
                <c:pt idx="589">
                  <c:v>2024.7295</c:v>
                </c:pt>
                <c:pt idx="590">
                  <c:v>2024.7322</c:v>
                </c:pt>
                <c:pt idx="591">
                  <c:v>2024.735</c:v>
                </c:pt>
                <c:pt idx="592">
                  <c:v>2024.7377</c:v>
                </c:pt>
                <c:pt idx="593">
                  <c:v>2024.7404</c:v>
                </c:pt>
                <c:pt idx="594">
                  <c:v>2024.7432</c:v>
                </c:pt>
                <c:pt idx="595">
                  <c:v>2024.7459</c:v>
                </c:pt>
                <c:pt idx="596">
                  <c:v>2024.7486</c:v>
                </c:pt>
                <c:pt idx="597">
                  <c:v>2024.7514</c:v>
                </c:pt>
                <c:pt idx="598">
                  <c:v>2024.7541</c:v>
                </c:pt>
                <c:pt idx="599">
                  <c:v>2024.7568</c:v>
                </c:pt>
                <c:pt idx="600">
                  <c:v>2024.7596</c:v>
                </c:pt>
                <c:pt idx="601">
                  <c:v>2024.7623</c:v>
                </c:pt>
                <c:pt idx="602">
                  <c:v>2024.765</c:v>
                </c:pt>
                <c:pt idx="603">
                  <c:v>2024.7678</c:v>
                </c:pt>
                <c:pt idx="604">
                  <c:v>2024.7705</c:v>
                </c:pt>
                <c:pt idx="605">
                  <c:v>2024.7732</c:v>
                </c:pt>
                <c:pt idx="606">
                  <c:v>2024.8142</c:v>
                </c:pt>
                <c:pt idx="607">
                  <c:v>2024.8169</c:v>
                </c:pt>
                <c:pt idx="608">
                  <c:v>2024.8197</c:v>
                </c:pt>
                <c:pt idx="609">
                  <c:v>2024.8224</c:v>
                </c:pt>
                <c:pt idx="610">
                  <c:v>2024.8251</c:v>
                </c:pt>
                <c:pt idx="611">
                  <c:v>2024.8279</c:v>
                </c:pt>
                <c:pt idx="612">
                  <c:v>2024.8306</c:v>
                </c:pt>
                <c:pt idx="613">
                  <c:v>2024.8333</c:v>
                </c:pt>
                <c:pt idx="614">
                  <c:v>2024.8361</c:v>
                </c:pt>
                <c:pt idx="615">
                  <c:v>2024.8388</c:v>
                </c:pt>
                <c:pt idx="616">
                  <c:v>2024.8415</c:v>
                </c:pt>
                <c:pt idx="617">
                  <c:v>2024.8443</c:v>
                </c:pt>
                <c:pt idx="618">
                  <c:v>2024.847</c:v>
                </c:pt>
                <c:pt idx="619">
                  <c:v>2024.8497</c:v>
                </c:pt>
                <c:pt idx="620">
                  <c:v>2024.8525</c:v>
                </c:pt>
                <c:pt idx="621">
                  <c:v>2024.8552</c:v>
                </c:pt>
                <c:pt idx="622">
                  <c:v>2024.8579</c:v>
                </c:pt>
                <c:pt idx="623">
                  <c:v>2024.8607</c:v>
                </c:pt>
                <c:pt idx="624">
                  <c:v>2024.8634</c:v>
                </c:pt>
                <c:pt idx="625">
                  <c:v>2024.8661</c:v>
                </c:pt>
                <c:pt idx="626">
                  <c:v>2024.8689</c:v>
                </c:pt>
                <c:pt idx="627">
                  <c:v>2024.8716</c:v>
                </c:pt>
                <c:pt idx="628">
                  <c:v>2024.8743</c:v>
                </c:pt>
                <c:pt idx="629">
                  <c:v>2024.877</c:v>
                </c:pt>
                <c:pt idx="630">
                  <c:v>2024.8798</c:v>
                </c:pt>
                <c:pt idx="631">
                  <c:v>2024.8825</c:v>
                </c:pt>
                <c:pt idx="632">
                  <c:v>2024.8852</c:v>
                </c:pt>
                <c:pt idx="633">
                  <c:v>2024.888</c:v>
                </c:pt>
                <c:pt idx="634">
                  <c:v>2024.8907</c:v>
                </c:pt>
                <c:pt idx="635">
                  <c:v>2024.8934</c:v>
                </c:pt>
                <c:pt idx="636">
                  <c:v>2024.8962</c:v>
                </c:pt>
                <c:pt idx="637">
                  <c:v>2024.8989</c:v>
                </c:pt>
                <c:pt idx="638">
                  <c:v>2024.9016</c:v>
                </c:pt>
                <c:pt idx="639">
                  <c:v>2024.9044</c:v>
                </c:pt>
                <c:pt idx="640">
                  <c:v>2024.9071</c:v>
                </c:pt>
                <c:pt idx="641">
                  <c:v>2024.9098</c:v>
                </c:pt>
                <c:pt idx="642">
                  <c:v>2024.9126</c:v>
                </c:pt>
                <c:pt idx="643">
                  <c:v>2024.9153</c:v>
                </c:pt>
                <c:pt idx="644">
                  <c:v>2024.918</c:v>
                </c:pt>
                <c:pt idx="645">
                  <c:v>2024.9208</c:v>
                </c:pt>
                <c:pt idx="646">
                  <c:v>2024.9235</c:v>
                </c:pt>
                <c:pt idx="647">
                  <c:v>2024.9262</c:v>
                </c:pt>
                <c:pt idx="648">
                  <c:v>2024.929</c:v>
                </c:pt>
                <c:pt idx="649">
                  <c:v>2024.9317</c:v>
                </c:pt>
                <c:pt idx="650">
                  <c:v>2024.9344</c:v>
                </c:pt>
                <c:pt idx="651">
                  <c:v>2024.9372</c:v>
                </c:pt>
                <c:pt idx="652">
                  <c:v>2024.9399</c:v>
                </c:pt>
                <c:pt idx="653">
                  <c:v>2024.9426</c:v>
                </c:pt>
                <c:pt idx="654">
                  <c:v>2024.9454</c:v>
                </c:pt>
                <c:pt idx="655">
                  <c:v>2024.9481</c:v>
                </c:pt>
                <c:pt idx="656">
                  <c:v>2024.9508</c:v>
                </c:pt>
                <c:pt idx="657">
                  <c:v>2024.9536</c:v>
                </c:pt>
                <c:pt idx="658">
                  <c:v>2024.9563</c:v>
                </c:pt>
                <c:pt idx="659">
                  <c:v>2024.959</c:v>
                </c:pt>
                <c:pt idx="660">
                  <c:v>2024.9617</c:v>
                </c:pt>
                <c:pt idx="661">
                  <c:v>2024.9645</c:v>
                </c:pt>
                <c:pt idx="662">
                  <c:v>2024.9672</c:v>
                </c:pt>
                <c:pt idx="663">
                  <c:v>2024.9699</c:v>
                </c:pt>
                <c:pt idx="664">
                  <c:v>2024.9727</c:v>
                </c:pt>
                <c:pt idx="665">
                  <c:v>2024.9754</c:v>
                </c:pt>
                <c:pt idx="666">
                  <c:v>2024.9781</c:v>
                </c:pt>
                <c:pt idx="667">
                  <c:v>2024.9809</c:v>
                </c:pt>
                <c:pt idx="668">
                  <c:v>2024.9836</c:v>
                </c:pt>
                <c:pt idx="669">
                  <c:v>2024.9863</c:v>
                </c:pt>
                <c:pt idx="670">
                  <c:v>2024.9891</c:v>
                </c:pt>
                <c:pt idx="671">
                  <c:v>2024.9918</c:v>
                </c:pt>
                <c:pt idx="672">
                  <c:v>2024.9945</c:v>
                </c:pt>
                <c:pt idx="673">
                  <c:v>2024.9973</c:v>
                </c:pt>
                <c:pt idx="674">
                  <c:v>2025</c:v>
                </c:pt>
                <c:pt idx="675">
                  <c:v>2025.0027</c:v>
                </c:pt>
                <c:pt idx="676">
                  <c:v>2025.0055</c:v>
                </c:pt>
                <c:pt idx="677">
                  <c:v>2025.0082</c:v>
                </c:pt>
                <c:pt idx="678">
                  <c:v>2025.011</c:v>
                </c:pt>
                <c:pt idx="679">
                  <c:v>2025.0192</c:v>
                </c:pt>
                <c:pt idx="680">
                  <c:v>2025.0219</c:v>
                </c:pt>
                <c:pt idx="681">
                  <c:v>2025.0247</c:v>
                </c:pt>
                <c:pt idx="682">
                  <c:v>2025.0274</c:v>
                </c:pt>
                <c:pt idx="683">
                  <c:v>2025.0301</c:v>
                </c:pt>
                <c:pt idx="684">
                  <c:v>2025.0329</c:v>
                </c:pt>
                <c:pt idx="685">
                  <c:v>2025.0356</c:v>
                </c:pt>
                <c:pt idx="686">
                  <c:v>2025.0384</c:v>
                </c:pt>
                <c:pt idx="687">
                  <c:v>2025.0411</c:v>
                </c:pt>
                <c:pt idx="688">
                  <c:v>2025.0438</c:v>
                </c:pt>
                <c:pt idx="689">
                  <c:v>2025.0466</c:v>
                </c:pt>
                <c:pt idx="690">
                  <c:v>2025.0493</c:v>
                </c:pt>
                <c:pt idx="691">
                  <c:v>2025.0521</c:v>
                </c:pt>
                <c:pt idx="692">
                  <c:v>2025.0548</c:v>
                </c:pt>
                <c:pt idx="693">
                  <c:v>2025.0575</c:v>
                </c:pt>
                <c:pt idx="694">
                  <c:v>2025.0603</c:v>
                </c:pt>
                <c:pt idx="695">
                  <c:v>2025.063</c:v>
                </c:pt>
                <c:pt idx="696">
                  <c:v>2025.0658</c:v>
                </c:pt>
                <c:pt idx="697">
                  <c:v>2025.0685</c:v>
                </c:pt>
                <c:pt idx="698">
                  <c:v>2025.0712</c:v>
                </c:pt>
                <c:pt idx="699">
                  <c:v>2025.074</c:v>
                </c:pt>
                <c:pt idx="700">
                  <c:v>2025.0767</c:v>
                </c:pt>
                <c:pt idx="701">
                  <c:v>2025.0795</c:v>
                </c:pt>
                <c:pt idx="702">
                  <c:v>2025.0822</c:v>
                </c:pt>
                <c:pt idx="703">
                  <c:v>2025.0849</c:v>
                </c:pt>
                <c:pt idx="704">
                  <c:v>2025.0877</c:v>
                </c:pt>
                <c:pt idx="705">
                  <c:v>2025.0904</c:v>
                </c:pt>
                <c:pt idx="706">
                  <c:v>2025.0932</c:v>
                </c:pt>
                <c:pt idx="707">
                  <c:v>2025.0959</c:v>
                </c:pt>
                <c:pt idx="708">
                  <c:v>2025.0986</c:v>
                </c:pt>
                <c:pt idx="709">
                  <c:v>2025.1014</c:v>
                </c:pt>
                <c:pt idx="710">
                  <c:v>2025.1041</c:v>
                </c:pt>
                <c:pt idx="711">
                  <c:v>2025.1068</c:v>
                </c:pt>
                <c:pt idx="712">
                  <c:v>2025.1096</c:v>
                </c:pt>
                <c:pt idx="713">
                  <c:v>2025.1123</c:v>
                </c:pt>
                <c:pt idx="714">
                  <c:v>2025.1151</c:v>
                </c:pt>
                <c:pt idx="715">
                  <c:v>2025.1178</c:v>
                </c:pt>
                <c:pt idx="716">
                  <c:v>2025.1205</c:v>
                </c:pt>
                <c:pt idx="717">
                  <c:v>2025.1233</c:v>
                </c:pt>
                <c:pt idx="718">
                  <c:v>2025.126</c:v>
                </c:pt>
                <c:pt idx="719">
                  <c:v>2025.1288</c:v>
                </c:pt>
                <c:pt idx="720">
                  <c:v>2025.1315</c:v>
                </c:pt>
                <c:pt idx="721">
                  <c:v>2025.1342</c:v>
                </c:pt>
                <c:pt idx="722">
                  <c:v>2025.137</c:v>
                </c:pt>
                <c:pt idx="723">
                  <c:v>2025.1397</c:v>
                </c:pt>
                <c:pt idx="724">
                  <c:v>2025.1425</c:v>
                </c:pt>
                <c:pt idx="725">
                  <c:v>2025.1452</c:v>
                </c:pt>
                <c:pt idx="726">
                  <c:v>2025.1479</c:v>
                </c:pt>
                <c:pt idx="727">
                  <c:v>2025.1507</c:v>
                </c:pt>
                <c:pt idx="728">
                  <c:v>2025.1534</c:v>
                </c:pt>
                <c:pt idx="729">
                  <c:v>2025.1562</c:v>
                </c:pt>
                <c:pt idx="730">
                  <c:v>2025.1589</c:v>
                </c:pt>
                <c:pt idx="731">
                  <c:v>2025.1616</c:v>
                </c:pt>
                <c:pt idx="732">
                  <c:v>2025.1644</c:v>
                </c:pt>
                <c:pt idx="733">
                  <c:v>2025.1671</c:v>
                </c:pt>
                <c:pt idx="734">
                  <c:v>2025.1699</c:v>
                </c:pt>
                <c:pt idx="735">
                  <c:v>2025.1726</c:v>
                </c:pt>
                <c:pt idx="736">
                  <c:v>2025.1753</c:v>
                </c:pt>
                <c:pt idx="737">
                  <c:v>2025.1781</c:v>
                </c:pt>
                <c:pt idx="738">
                  <c:v>2025.1808</c:v>
                </c:pt>
                <c:pt idx="739">
                  <c:v>2025.1836</c:v>
                </c:pt>
                <c:pt idx="740">
                  <c:v>2025.1863</c:v>
                </c:pt>
                <c:pt idx="741">
                  <c:v>2025.189</c:v>
                </c:pt>
                <c:pt idx="742">
                  <c:v>2025.1918</c:v>
                </c:pt>
                <c:pt idx="743">
                  <c:v>2025.1945</c:v>
                </c:pt>
                <c:pt idx="744">
                  <c:v>2025.1973</c:v>
                </c:pt>
                <c:pt idx="745">
                  <c:v>2025.2</c:v>
                </c:pt>
                <c:pt idx="746">
                  <c:v>2025.2027</c:v>
                </c:pt>
                <c:pt idx="747">
                  <c:v>2025.2055</c:v>
                </c:pt>
                <c:pt idx="748">
                  <c:v>2025.2082</c:v>
                </c:pt>
                <c:pt idx="749">
                  <c:v>2025.211</c:v>
                </c:pt>
                <c:pt idx="750">
                  <c:v>2025.2137</c:v>
                </c:pt>
                <c:pt idx="751">
                  <c:v>2025.2164</c:v>
                </c:pt>
                <c:pt idx="752">
                  <c:v>2025.2192</c:v>
                </c:pt>
                <c:pt idx="753">
                  <c:v>2025.2219</c:v>
                </c:pt>
                <c:pt idx="754">
                  <c:v>2025.2247</c:v>
                </c:pt>
                <c:pt idx="755">
                  <c:v>2025.2274</c:v>
                </c:pt>
                <c:pt idx="756">
                  <c:v>2025.2301</c:v>
                </c:pt>
                <c:pt idx="757">
                  <c:v>2025.2329</c:v>
                </c:pt>
                <c:pt idx="758">
                  <c:v>2025.2356</c:v>
                </c:pt>
                <c:pt idx="759">
                  <c:v>2025.2384</c:v>
                </c:pt>
                <c:pt idx="760">
                  <c:v>2025.2411</c:v>
                </c:pt>
                <c:pt idx="761">
                  <c:v>2025.2438</c:v>
                </c:pt>
                <c:pt idx="762">
                  <c:v>2025.2466</c:v>
                </c:pt>
                <c:pt idx="763">
                  <c:v>2025.2493</c:v>
                </c:pt>
                <c:pt idx="764">
                  <c:v>2025.2521</c:v>
                </c:pt>
                <c:pt idx="765">
                  <c:v>2025.2548</c:v>
                </c:pt>
                <c:pt idx="766">
                  <c:v>2025.2575</c:v>
                </c:pt>
                <c:pt idx="767">
                  <c:v>2025.2603</c:v>
                </c:pt>
                <c:pt idx="768">
                  <c:v>2025.263</c:v>
                </c:pt>
                <c:pt idx="769">
                  <c:v>2025.2658</c:v>
                </c:pt>
                <c:pt idx="770">
                  <c:v>2025.2685</c:v>
                </c:pt>
                <c:pt idx="771">
                  <c:v>2025.2712</c:v>
                </c:pt>
                <c:pt idx="772">
                  <c:v>2025.274</c:v>
                </c:pt>
                <c:pt idx="773">
                  <c:v>2025.2767</c:v>
                </c:pt>
                <c:pt idx="774">
                  <c:v>2025.2795</c:v>
                </c:pt>
                <c:pt idx="775">
                  <c:v>2025.2822</c:v>
                </c:pt>
                <c:pt idx="776">
                  <c:v>2025.2849</c:v>
                </c:pt>
                <c:pt idx="777">
                  <c:v>2025.2877</c:v>
                </c:pt>
                <c:pt idx="778">
                  <c:v>2025.2904</c:v>
                </c:pt>
                <c:pt idx="779">
                  <c:v>2025.2932</c:v>
                </c:pt>
                <c:pt idx="780">
                  <c:v>2025.2959</c:v>
                </c:pt>
                <c:pt idx="781">
                  <c:v>2025.2986</c:v>
                </c:pt>
                <c:pt idx="782">
                  <c:v>2025.3014</c:v>
                </c:pt>
                <c:pt idx="783">
                  <c:v>2025.3041</c:v>
                </c:pt>
                <c:pt idx="784">
                  <c:v>2025.3068</c:v>
                </c:pt>
                <c:pt idx="785">
                  <c:v>2025.3096</c:v>
                </c:pt>
                <c:pt idx="786">
                  <c:v>2025.3123</c:v>
                </c:pt>
                <c:pt idx="787">
                  <c:v>2025.3151</c:v>
                </c:pt>
                <c:pt idx="788">
                  <c:v>2025.3178</c:v>
                </c:pt>
                <c:pt idx="789">
                  <c:v>2025.3205</c:v>
                </c:pt>
                <c:pt idx="790">
                  <c:v>2025.3233</c:v>
                </c:pt>
                <c:pt idx="791">
                  <c:v>2025.326</c:v>
                </c:pt>
                <c:pt idx="792">
                  <c:v>2025.3288</c:v>
                </c:pt>
                <c:pt idx="793">
                  <c:v>2025.3315</c:v>
                </c:pt>
                <c:pt idx="794">
                  <c:v>2025.3342</c:v>
                </c:pt>
                <c:pt idx="795">
                  <c:v>2025.337</c:v>
                </c:pt>
                <c:pt idx="796">
                  <c:v>2025.3397</c:v>
                </c:pt>
                <c:pt idx="797">
                  <c:v>2025.3425</c:v>
                </c:pt>
                <c:pt idx="798">
                  <c:v>2025.3452</c:v>
                </c:pt>
                <c:pt idx="799">
                  <c:v>2025.3479</c:v>
                </c:pt>
                <c:pt idx="800">
                  <c:v>2025.3507</c:v>
                </c:pt>
                <c:pt idx="801">
                  <c:v>2025.3534</c:v>
                </c:pt>
                <c:pt idx="802">
                  <c:v>2025.3562</c:v>
                </c:pt>
                <c:pt idx="803">
                  <c:v>2025.3589</c:v>
                </c:pt>
                <c:pt idx="804">
                  <c:v>2025.3616</c:v>
                </c:pt>
                <c:pt idx="805">
                  <c:v>2025.3644</c:v>
                </c:pt>
                <c:pt idx="806">
                  <c:v>2025.3671</c:v>
                </c:pt>
                <c:pt idx="807">
                  <c:v>2025.3699</c:v>
                </c:pt>
                <c:pt idx="808">
                  <c:v>2025.3726</c:v>
                </c:pt>
                <c:pt idx="809">
                  <c:v>2025.3753</c:v>
                </c:pt>
                <c:pt idx="810">
                  <c:v>2025.3781</c:v>
                </c:pt>
                <c:pt idx="811">
                  <c:v>2025.3808</c:v>
                </c:pt>
                <c:pt idx="812">
                  <c:v>2025.3836</c:v>
                </c:pt>
                <c:pt idx="813">
                  <c:v>2025.3863</c:v>
                </c:pt>
                <c:pt idx="814">
                  <c:v>2025.389</c:v>
                </c:pt>
                <c:pt idx="815">
                  <c:v>2025.3918</c:v>
                </c:pt>
                <c:pt idx="816">
                  <c:v>2025.3945</c:v>
                </c:pt>
                <c:pt idx="817">
                  <c:v>2025.3973</c:v>
                </c:pt>
                <c:pt idx="818">
                  <c:v>2025.4</c:v>
                </c:pt>
                <c:pt idx="819">
                  <c:v>2025.4027</c:v>
                </c:pt>
                <c:pt idx="820">
                  <c:v>2025.4055</c:v>
                </c:pt>
                <c:pt idx="821">
                  <c:v>2025.4082</c:v>
                </c:pt>
                <c:pt idx="822">
                  <c:v>2025.411</c:v>
                </c:pt>
                <c:pt idx="823">
                  <c:v>2025.4137</c:v>
                </c:pt>
                <c:pt idx="824">
                  <c:v>2025.4164</c:v>
                </c:pt>
                <c:pt idx="825">
                  <c:v>2025.4192</c:v>
                </c:pt>
                <c:pt idx="826">
                  <c:v>2025.4219</c:v>
                </c:pt>
                <c:pt idx="827">
                  <c:v>2025.4247</c:v>
                </c:pt>
                <c:pt idx="828">
                  <c:v>2025.4274</c:v>
                </c:pt>
                <c:pt idx="829">
                  <c:v>2025.4301</c:v>
                </c:pt>
                <c:pt idx="830">
                  <c:v>2025.4329</c:v>
                </c:pt>
                <c:pt idx="831">
                  <c:v>2025.4356</c:v>
                </c:pt>
                <c:pt idx="832">
                  <c:v>2025.4384</c:v>
                </c:pt>
                <c:pt idx="833">
                  <c:v>2025.4411</c:v>
                </c:pt>
                <c:pt idx="834">
                  <c:v>2025.4438</c:v>
                </c:pt>
                <c:pt idx="835">
                  <c:v>2025.4466</c:v>
                </c:pt>
                <c:pt idx="836">
                  <c:v>2025.4493</c:v>
                </c:pt>
                <c:pt idx="837">
                  <c:v>2025.4521</c:v>
                </c:pt>
                <c:pt idx="838">
                  <c:v>2025.4548</c:v>
                </c:pt>
                <c:pt idx="839">
                  <c:v>2025.4575</c:v>
                </c:pt>
                <c:pt idx="840">
                  <c:v>2025.4603</c:v>
                </c:pt>
                <c:pt idx="841">
                  <c:v>2025.463</c:v>
                </c:pt>
                <c:pt idx="842">
                  <c:v>2025.4658</c:v>
                </c:pt>
                <c:pt idx="843">
                  <c:v>2025.4685</c:v>
                </c:pt>
                <c:pt idx="844">
                  <c:v>2025.4712</c:v>
                </c:pt>
                <c:pt idx="845">
                  <c:v>2025.474</c:v>
                </c:pt>
                <c:pt idx="846">
                  <c:v>2025.4767</c:v>
                </c:pt>
                <c:pt idx="847">
                  <c:v>2025.4795</c:v>
                </c:pt>
                <c:pt idx="848">
                  <c:v>2025.4822</c:v>
                </c:pt>
                <c:pt idx="849">
                  <c:v>2025.4849</c:v>
                </c:pt>
                <c:pt idx="850">
                  <c:v>2025.4877</c:v>
                </c:pt>
                <c:pt idx="851">
                  <c:v>2025.4904</c:v>
                </c:pt>
                <c:pt idx="852">
                  <c:v>2025.4932</c:v>
                </c:pt>
                <c:pt idx="853">
                  <c:v>2025.4959</c:v>
                </c:pt>
                <c:pt idx="854">
                  <c:v>2025.4986</c:v>
                </c:pt>
                <c:pt idx="855">
                  <c:v>2025.5014</c:v>
                </c:pt>
                <c:pt idx="856">
                  <c:v>2025.5041</c:v>
                </c:pt>
                <c:pt idx="857">
                  <c:v>2025.5068</c:v>
                </c:pt>
                <c:pt idx="858">
                  <c:v>2025.5096</c:v>
                </c:pt>
                <c:pt idx="859">
                  <c:v>2025.5123</c:v>
                </c:pt>
                <c:pt idx="860">
                  <c:v>2025.5151</c:v>
                </c:pt>
                <c:pt idx="861">
                  <c:v>2025.5178</c:v>
                </c:pt>
                <c:pt idx="862">
                  <c:v>2025.5205</c:v>
                </c:pt>
                <c:pt idx="863">
                  <c:v>2025.5233</c:v>
                </c:pt>
                <c:pt idx="864">
                  <c:v>2025.526</c:v>
                </c:pt>
                <c:pt idx="865">
                  <c:v>2025.5288</c:v>
                </c:pt>
                <c:pt idx="866">
                  <c:v>2025.5315</c:v>
                </c:pt>
                <c:pt idx="867">
                  <c:v>2025.5342</c:v>
                </c:pt>
                <c:pt idx="868">
                  <c:v>2025.537</c:v>
                </c:pt>
                <c:pt idx="869">
                  <c:v>2025.5397</c:v>
                </c:pt>
                <c:pt idx="870">
                  <c:v>2025.5425</c:v>
                </c:pt>
                <c:pt idx="871">
                  <c:v>2025.5452</c:v>
                </c:pt>
                <c:pt idx="872">
                  <c:v>2025.5479</c:v>
                </c:pt>
                <c:pt idx="873">
                  <c:v>2025.5534</c:v>
                </c:pt>
                <c:pt idx="874">
                  <c:v>2025.5562</c:v>
                </c:pt>
                <c:pt idx="875">
                  <c:v>2025.5589</c:v>
                </c:pt>
                <c:pt idx="876">
                  <c:v>2025.5616</c:v>
                </c:pt>
                <c:pt idx="877">
                  <c:v>2025.5644</c:v>
                </c:pt>
                <c:pt idx="878">
                  <c:v>2025.5671</c:v>
                </c:pt>
                <c:pt idx="879">
                  <c:v>2025.5699</c:v>
                </c:pt>
                <c:pt idx="880">
                  <c:v>2025.5726</c:v>
                </c:pt>
                <c:pt idx="881">
                  <c:v>2025.5753</c:v>
                </c:pt>
                <c:pt idx="882">
                  <c:v>2025.5781</c:v>
                </c:pt>
                <c:pt idx="883">
                  <c:v>2025.5808</c:v>
                </c:pt>
                <c:pt idx="884">
                  <c:v>2025.5836</c:v>
                </c:pt>
                <c:pt idx="885">
                  <c:v>2025.5863</c:v>
                </c:pt>
                <c:pt idx="886">
                  <c:v>2025.589</c:v>
                </c:pt>
                <c:pt idx="887">
                  <c:v>2025.5918</c:v>
                </c:pt>
                <c:pt idx="888">
                  <c:v>2025.5945</c:v>
                </c:pt>
                <c:pt idx="889">
                  <c:v>2025.5973</c:v>
                </c:pt>
                <c:pt idx="890">
                  <c:v>2025.6</c:v>
                </c:pt>
                <c:pt idx="891">
                  <c:v>2025.6027</c:v>
                </c:pt>
                <c:pt idx="892">
                  <c:v>2025.6055</c:v>
                </c:pt>
                <c:pt idx="893">
                  <c:v>2025.6082</c:v>
                </c:pt>
                <c:pt idx="894">
                  <c:v>2025.611</c:v>
                </c:pt>
                <c:pt idx="895">
                  <c:v>2025.6137</c:v>
                </c:pt>
                <c:pt idx="896">
                  <c:v>2025.6164</c:v>
                </c:pt>
                <c:pt idx="897">
                  <c:v>2025.6192</c:v>
                </c:pt>
                <c:pt idx="898">
                  <c:v>2025.6219</c:v>
                </c:pt>
                <c:pt idx="899">
                  <c:v>2025.6247</c:v>
                </c:pt>
                <c:pt idx="900">
                  <c:v>2025.6274</c:v>
                </c:pt>
                <c:pt idx="901">
                  <c:v>2025.6301</c:v>
                </c:pt>
                <c:pt idx="902">
                  <c:v>2025.6329</c:v>
                </c:pt>
                <c:pt idx="903">
                  <c:v>2025.6356</c:v>
                </c:pt>
                <c:pt idx="904">
                  <c:v>2025.6384</c:v>
                </c:pt>
                <c:pt idx="905">
                  <c:v>2025.6411</c:v>
                </c:pt>
                <c:pt idx="906">
                  <c:v>2025.6438</c:v>
                </c:pt>
                <c:pt idx="907">
                  <c:v>2025.6466</c:v>
                </c:pt>
                <c:pt idx="908">
                  <c:v>2025.6493</c:v>
                </c:pt>
                <c:pt idx="909">
                  <c:v>2025.6521</c:v>
                </c:pt>
                <c:pt idx="910">
                  <c:v>2025.6548</c:v>
                </c:pt>
                <c:pt idx="911">
                  <c:v>2025.6575</c:v>
                </c:pt>
                <c:pt idx="912">
                  <c:v>2025.6603</c:v>
                </c:pt>
                <c:pt idx="913">
                  <c:v>2025.663</c:v>
                </c:pt>
                <c:pt idx="914">
                  <c:v>2025.6658</c:v>
                </c:pt>
                <c:pt idx="915">
                  <c:v>2025.6685</c:v>
                </c:pt>
                <c:pt idx="916">
                  <c:v>2025.6712</c:v>
                </c:pt>
                <c:pt idx="917">
                  <c:v>2025.674</c:v>
                </c:pt>
                <c:pt idx="918">
                  <c:v>2025.6767</c:v>
                </c:pt>
                <c:pt idx="919">
                  <c:v>2025.6795</c:v>
                </c:pt>
                <c:pt idx="920">
                  <c:v>2025.6822</c:v>
                </c:pt>
                <c:pt idx="921">
                  <c:v>2025.6849</c:v>
                </c:pt>
                <c:pt idx="922">
                  <c:v>2025.6877</c:v>
                </c:pt>
                <c:pt idx="923">
                  <c:v>2025.6904</c:v>
                </c:pt>
                <c:pt idx="924">
                  <c:v>2025.6932</c:v>
                </c:pt>
                <c:pt idx="925">
                  <c:v>2025.6959</c:v>
                </c:pt>
                <c:pt idx="926">
                  <c:v>2025.6986</c:v>
                </c:pt>
                <c:pt idx="927">
                  <c:v>2025.7014</c:v>
                </c:pt>
                <c:pt idx="928">
                  <c:v>2025.7041</c:v>
                </c:pt>
                <c:pt idx="929">
                  <c:v>2025.7068</c:v>
                </c:pt>
                <c:pt idx="930">
                  <c:v>2025.7096</c:v>
                </c:pt>
                <c:pt idx="931">
                  <c:v>2025.7123</c:v>
                </c:pt>
                <c:pt idx="932">
                  <c:v>2025.7151</c:v>
                </c:pt>
                <c:pt idx="933">
                  <c:v>2025.7178</c:v>
                </c:pt>
                <c:pt idx="934">
                  <c:v>2025.7205</c:v>
                </c:pt>
                <c:pt idx="935">
                  <c:v>2025.7233</c:v>
                </c:pt>
                <c:pt idx="936">
                  <c:v>2025.726</c:v>
                </c:pt>
                <c:pt idx="937">
                  <c:v>2025.7288</c:v>
                </c:pt>
                <c:pt idx="938">
                  <c:v>2025.7315</c:v>
                </c:pt>
                <c:pt idx="939">
                  <c:v>2025.7342</c:v>
                </c:pt>
                <c:pt idx="940">
                  <c:v>2025.737</c:v>
                </c:pt>
                <c:pt idx="941">
                  <c:v>2025.7397</c:v>
                </c:pt>
                <c:pt idx="942">
                  <c:v>2025.7425</c:v>
                </c:pt>
                <c:pt idx="943">
                  <c:v>2025.7452</c:v>
                </c:pt>
                <c:pt idx="944">
                  <c:v>2025.7479</c:v>
                </c:pt>
                <c:pt idx="945">
                  <c:v>2025.7507</c:v>
                </c:pt>
                <c:pt idx="946">
                  <c:v>2025.7534</c:v>
                </c:pt>
                <c:pt idx="947">
                  <c:v>2025.7562</c:v>
                </c:pt>
                <c:pt idx="948">
                  <c:v>2025.7589</c:v>
                </c:pt>
                <c:pt idx="949">
                  <c:v>2025.7616</c:v>
                </c:pt>
                <c:pt idx="950">
                  <c:v>2025.7726</c:v>
                </c:pt>
                <c:pt idx="951">
                  <c:v>2025.7753</c:v>
                </c:pt>
                <c:pt idx="952">
                  <c:v>2025.7781</c:v>
                </c:pt>
                <c:pt idx="953">
                  <c:v>2025.7808</c:v>
                </c:pt>
                <c:pt idx="954">
                  <c:v>2025.7836</c:v>
                </c:pt>
                <c:pt idx="955">
                  <c:v>2025.7863</c:v>
                </c:pt>
                <c:pt idx="956">
                  <c:v>2025.789</c:v>
                </c:pt>
                <c:pt idx="957">
                  <c:v>2025.7918</c:v>
                </c:pt>
                <c:pt idx="958">
                  <c:v>2025.7945</c:v>
                </c:pt>
                <c:pt idx="959">
                  <c:v>2025.7973</c:v>
                </c:pt>
                <c:pt idx="960">
                  <c:v>2025.8</c:v>
                </c:pt>
                <c:pt idx="961">
                  <c:v>2025.8027</c:v>
                </c:pt>
                <c:pt idx="962">
                  <c:v>2025.8055</c:v>
                </c:pt>
                <c:pt idx="963">
                  <c:v>2025.8082</c:v>
                </c:pt>
                <c:pt idx="964">
                  <c:v>2025.811</c:v>
                </c:pt>
                <c:pt idx="965">
                  <c:v>2025.8137</c:v>
                </c:pt>
                <c:pt idx="966">
                  <c:v>2025.8164</c:v>
                </c:pt>
                <c:pt idx="967">
                  <c:v>2025.8192</c:v>
                </c:pt>
                <c:pt idx="968">
                  <c:v>2025.8219</c:v>
                </c:pt>
                <c:pt idx="969">
                  <c:v>2025.8247</c:v>
                </c:pt>
                <c:pt idx="970">
                  <c:v>2025.8274</c:v>
                </c:pt>
                <c:pt idx="971">
                  <c:v>2025.8301</c:v>
                </c:pt>
                <c:pt idx="972">
                  <c:v>2025.8329</c:v>
                </c:pt>
                <c:pt idx="973">
                  <c:v>2025.8356</c:v>
                </c:pt>
                <c:pt idx="974">
                  <c:v>2025.8384</c:v>
                </c:pt>
                <c:pt idx="975">
                  <c:v>2025.8411</c:v>
                </c:pt>
                <c:pt idx="976">
                  <c:v>2025.8438</c:v>
                </c:pt>
                <c:pt idx="977">
                  <c:v>2025.8466</c:v>
                </c:pt>
                <c:pt idx="978">
                  <c:v>2025.863</c:v>
                </c:pt>
                <c:pt idx="979">
                  <c:v>2025.8658</c:v>
                </c:pt>
                <c:pt idx="980">
                  <c:v>2025.8685</c:v>
                </c:pt>
                <c:pt idx="981">
                  <c:v>2025.8712</c:v>
                </c:pt>
                <c:pt idx="982">
                  <c:v>2025.874</c:v>
                </c:pt>
                <c:pt idx="983">
                  <c:v>2025.8767</c:v>
                </c:pt>
                <c:pt idx="984">
                  <c:v>2025.8795</c:v>
                </c:pt>
                <c:pt idx="985">
                  <c:v>2025.8822</c:v>
                </c:pt>
                <c:pt idx="986">
                  <c:v>2025.8849</c:v>
                </c:pt>
                <c:pt idx="987">
                  <c:v>2025.8877</c:v>
                </c:pt>
                <c:pt idx="988">
                  <c:v>2025.8904</c:v>
                </c:pt>
                <c:pt idx="989">
                  <c:v>2025.8932</c:v>
                </c:pt>
                <c:pt idx="990">
                  <c:v>2025.8959</c:v>
                </c:pt>
                <c:pt idx="991">
                  <c:v>2025.8986</c:v>
                </c:pt>
                <c:pt idx="992">
                  <c:v>2025.9014</c:v>
                </c:pt>
                <c:pt idx="993">
                  <c:v>2025.9041</c:v>
                </c:pt>
                <c:pt idx="994">
                  <c:v>2025.9068</c:v>
                </c:pt>
                <c:pt idx="995">
                  <c:v>2025.9096</c:v>
                </c:pt>
                <c:pt idx="996">
                  <c:v>2025.9123</c:v>
                </c:pt>
                <c:pt idx="997">
                  <c:v>2025.9151</c:v>
                </c:pt>
                <c:pt idx="998">
                  <c:v>2025.9178</c:v>
                </c:pt>
                <c:pt idx="999">
                  <c:v>2025.9205</c:v>
                </c:pt>
                <c:pt idx="1000">
                  <c:v>2025.9233</c:v>
                </c:pt>
                <c:pt idx="1001">
                  <c:v>2025.926</c:v>
                </c:pt>
                <c:pt idx="1002">
                  <c:v>2025.9288</c:v>
                </c:pt>
                <c:pt idx="1003">
                  <c:v>2025.9315</c:v>
                </c:pt>
                <c:pt idx="1004">
                  <c:v>2025.9342</c:v>
                </c:pt>
                <c:pt idx="1005">
                  <c:v>2025.937</c:v>
                </c:pt>
                <c:pt idx="1006">
                  <c:v>2025.9397</c:v>
                </c:pt>
                <c:pt idx="1007">
                  <c:v>2025.9425</c:v>
                </c:pt>
                <c:pt idx="1008">
                  <c:v>2025.9452</c:v>
                </c:pt>
                <c:pt idx="1009">
                  <c:v>2025.9479</c:v>
                </c:pt>
                <c:pt idx="1010">
                  <c:v>2025.9507</c:v>
                </c:pt>
                <c:pt idx="1011">
                  <c:v>2025.9534</c:v>
                </c:pt>
                <c:pt idx="1012">
                  <c:v>2025.9562</c:v>
                </c:pt>
                <c:pt idx="1013">
                  <c:v>2025.9589</c:v>
                </c:pt>
                <c:pt idx="1014">
                  <c:v>2025.9616</c:v>
                </c:pt>
                <c:pt idx="1015">
                  <c:v>2025.9644</c:v>
                </c:pt>
                <c:pt idx="1016">
                  <c:v>2025.9671</c:v>
                </c:pt>
                <c:pt idx="1017">
                  <c:v>2025.9699</c:v>
                </c:pt>
                <c:pt idx="1018">
                  <c:v>2025.9726</c:v>
                </c:pt>
                <c:pt idx="1019">
                  <c:v>2025.9753</c:v>
                </c:pt>
                <c:pt idx="1020">
                  <c:v>2025.9781</c:v>
                </c:pt>
                <c:pt idx="1021">
                  <c:v>2025.9808</c:v>
                </c:pt>
                <c:pt idx="1022">
                  <c:v>2025.9836</c:v>
                </c:pt>
                <c:pt idx="1023">
                  <c:v>2025.9863</c:v>
                </c:pt>
                <c:pt idx="1024">
                  <c:v>2025.989</c:v>
                </c:pt>
                <c:pt idx="1025">
                  <c:v>2025.9918</c:v>
                </c:pt>
                <c:pt idx="1026">
                  <c:v>2025.9945</c:v>
                </c:pt>
                <c:pt idx="1027">
                  <c:v>2025.9973</c:v>
                </c:pt>
                <c:pt idx="1028">
                  <c:v>2026</c:v>
                </c:pt>
                <c:pt idx="1029">
                  <c:v>2026.0027</c:v>
                </c:pt>
                <c:pt idx="1030">
                  <c:v>2026.0055</c:v>
                </c:pt>
                <c:pt idx="1031">
                  <c:v>2026.0082</c:v>
                </c:pt>
                <c:pt idx="1032">
                  <c:v>2026.011</c:v>
                </c:pt>
                <c:pt idx="1033">
                  <c:v>2026.0137</c:v>
                </c:pt>
                <c:pt idx="1034">
                  <c:v>2026.0164</c:v>
                </c:pt>
                <c:pt idx="1035">
                  <c:v>2026.0192</c:v>
                </c:pt>
                <c:pt idx="1036">
                  <c:v>2026.0219</c:v>
                </c:pt>
                <c:pt idx="1037">
                  <c:v>2026.0247</c:v>
                </c:pt>
                <c:pt idx="1038">
                  <c:v>2026.0274</c:v>
                </c:pt>
                <c:pt idx="1039">
                  <c:v>2026.0301</c:v>
                </c:pt>
                <c:pt idx="1040">
                  <c:v>2026.0329</c:v>
                </c:pt>
                <c:pt idx="1041">
                  <c:v>2026.0356</c:v>
                </c:pt>
                <c:pt idx="1042">
                  <c:v>2026.0384</c:v>
                </c:pt>
                <c:pt idx="1043">
                  <c:v>2026.0411</c:v>
                </c:pt>
                <c:pt idx="1044">
                  <c:v>2026.0438</c:v>
                </c:pt>
                <c:pt idx="1045">
                  <c:v>2026.0466</c:v>
                </c:pt>
                <c:pt idx="1046">
                  <c:v>2026.0493</c:v>
                </c:pt>
                <c:pt idx="1047">
                  <c:v>2026.0521</c:v>
                </c:pt>
                <c:pt idx="1048">
                  <c:v>2026.0548</c:v>
                </c:pt>
                <c:pt idx="1049">
                  <c:v>2026.0575</c:v>
                </c:pt>
                <c:pt idx="1050">
                  <c:v>2026.0603</c:v>
                </c:pt>
                <c:pt idx="1051">
                  <c:v>2026.063</c:v>
                </c:pt>
                <c:pt idx="1052">
                  <c:v>2026.0658</c:v>
                </c:pt>
                <c:pt idx="1053">
                  <c:v>2026.0685</c:v>
                </c:pt>
                <c:pt idx="1054">
                  <c:v>2026.0712</c:v>
                </c:pt>
                <c:pt idx="1055">
                  <c:v>2026.074</c:v>
                </c:pt>
                <c:pt idx="1056">
                  <c:v>2026.0767</c:v>
                </c:pt>
                <c:pt idx="1057">
                  <c:v>2026.0795</c:v>
                </c:pt>
                <c:pt idx="1058">
                  <c:v>2026.0822</c:v>
                </c:pt>
                <c:pt idx="1059">
                  <c:v>2026.0849</c:v>
                </c:pt>
                <c:pt idx="1060">
                  <c:v>2026.0877</c:v>
                </c:pt>
                <c:pt idx="1061">
                  <c:v>2026.0904</c:v>
                </c:pt>
                <c:pt idx="1062">
                  <c:v>2026.0932</c:v>
                </c:pt>
                <c:pt idx="1063">
                  <c:v>2026.0959</c:v>
                </c:pt>
                <c:pt idx="1064">
                  <c:v>2026.0986</c:v>
                </c:pt>
                <c:pt idx="1065">
                  <c:v>2026.1014</c:v>
                </c:pt>
                <c:pt idx="1066">
                  <c:v>2026.1041</c:v>
                </c:pt>
                <c:pt idx="1067">
                  <c:v>2026.1068</c:v>
                </c:pt>
                <c:pt idx="1068">
                  <c:v>2026.1096</c:v>
                </c:pt>
                <c:pt idx="1069">
                  <c:v>2026.1123</c:v>
                </c:pt>
                <c:pt idx="1070">
                  <c:v>2026.1151</c:v>
                </c:pt>
                <c:pt idx="1071">
                  <c:v>2026.1178</c:v>
                </c:pt>
                <c:pt idx="1072">
                  <c:v>2026.1205</c:v>
                </c:pt>
                <c:pt idx="1073">
                  <c:v>2026.1233</c:v>
                </c:pt>
                <c:pt idx="1074">
                  <c:v>2026.126</c:v>
                </c:pt>
                <c:pt idx="1075">
                  <c:v>2026.1288</c:v>
                </c:pt>
                <c:pt idx="1076">
                  <c:v>2026.1315</c:v>
                </c:pt>
                <c:pt idx="1077">
                  <c:v>2026.1342</c:v>
                </c:pt>
                <c:pt idx="1078">
                  <c:v>2026.137</c:v>
                </c:pt>
                <c:pt idx="1079">
                  <c:v>2026.1397</c:v>
                </c:pt>
                <c:pt idx="1080">
                  <c:v>2026.1425</c:v>
                </c:pt>
                <c:pt idx="1081">
                  <c:v>2026.1452</c:v>
                </c:pt>
                <c:pt idx="1082">
                  <c:v>2026.1479</c:v>
                </c:pt>
                <c:pt idx="1083">
                  <c:v>2026.1507</c:v>
                </c:pt>
                <c:pt idx="1084">
                  <c:v>2026.1534</c:v>
                </c:pt>
                <c:pt idx="1085">
                  <c:v>2026.1562</c:v>
                </c:pt>
                <c:pt idx="1086">
                  <c:v>2026.1589</c:v>
                </c:pt>
                <c:pt idx="1087">
                  <c:v>2026.1616</c:v>
                </c:pt>
                <c:pt idx="1088">
                  <c:v>2026.1644</c:v>
                </c:pt>
                <c:pt idx="1089">
                  <c:v>2026.1671</c:v>
                </c:pt>
                <c:pt idx="1090">
                  <c:v>2026.1699</c:v>
                </c:pt>
                <c:pt idx="1091">
                  <c:v>2026.1726</c:v>
                </c:pt>
                <c:pt idx="1092">
                  <c:v>2026.1753</c:v>
                </c:pt>
                <c:pt idx="1093">
                  <c:v>2026.1781</c:v>
                </c:pt>
                <c:pt idx="1094">
                  <c:v>2026.1808</c:v>
                </c:pt>
                <c:pt idx="1095">
                  <c:v>2026.1836</c:v>
                </c:pt>
                <c:pt idx="1096">
                  <c:v>2026.1863</c:v>
                </c:pt>
                <c:pt idx="1097">
                  <c:v>2026.189</c:v>
                </c:pt>
                <c:pt idx="1098">
                  <c:v>2026.1918</c:v>
                </c:pt>
                <c:pt idx="1099">
                  <c:v>2026.1945</c:v>
                </c:pt>
                <c:pt idx="1100">
                  <c:v>2026.1973</c:v>
                </c:pt>
                <c:pt idx="1101">
                  <c:v>2026.2</c:v>
                </c:pt>
                <c:pt idx="1102">
                  <c:v>2026.2027</c:v>
                </c:pt>
                <c:pt idx="1103">
                  <c:v>2026.2055</c:v>
                </c:pt>
                <c:pt idx="1104">
                  <c:v>2026.2082</c:v>
                </c:pt>
                <c:pt idx="1105">
                  <c:v>2026.211</c:v>
                </c:pt>
                <c:pt idx="1106">
                  <c:v>2026.2137</c:v>
                </c:pt>
                <c:pt idx="1107">
                  <c:v>2026.2192</c:v>
                </c:pt>
                <c:pt idx="1108">
                  <c:v>2026.2274</c:v>
                </c:pt>
                <c:pt idx="1109">
                  <c:v>2026.2301</c:v>
                </c:pt>
                <c:pt idx="1110">
                  <c:v>2026.2329</c:v>
                </c:pt>
                <c:pt idx="1111">
                  <c:v>2026.2356</c:v>
                </c:pt>
                <c:pt idx="1112">
                  <c:v>2026.2384</c:v>
                </c:pt>
                <c:pt idx="1113">
                  <c:v>2026.2411</c:v>
                </c:pt>
                <c:pt idx="1114">
                  <c:v>2026.2438</c:v>
                </c:pt>
                <c:pt idx="1115">
                  <c:v>2026.2466</c:v>
                </c:pt>
                <c:pt idx="1116">
                  <c:v>2026.2493</c:v>
                </c:pt>
                <c:pt idx="1117">
                  <c:v>2026.2521</c:v>
                </c:pt>
                <c:pt idx="1118">
                  <c:v>2026.2548</c:v>
                </c:pt>
                <c:pt idx="1119">
                  <c:v>2026.2575</c:v>
                </c:pt>
                <c:pt idx="1120">
                  <c:v>2026.2603</c:v>
                </c:pt>
                <c:pt idx="1121">
                  <c:v>2026.263</c:v>
                </c:pt>
                <c:pt idx="1122">
                  <c:v>2026.2658</c:v>
                </c:pt>
                <c:pt idx="1123">
                  <c:v>2026.2685</c:v>
                </c:pt>
                <c:pt idx="1124">
                  <c:v>2026.2712</c:v>
                </c:pt>
                <c:pt idx="1125">
                  <c:v>2026.274</c:v>
                </c:pt>
                <c:pt idx="1126">
                  <c:v>2026.2767</c:v>
                </c:pt>
                <c:pt idx="1127">
                  <c:v>2026.2795</c:v>
                </c:pt>
                <c:pt idx="1128">
                  <c:v>2026.2822</c:v>
                </c:pt>
                <c:pt idx="1129">
                  <c:v>2026.2849</c:v>
                </c:pt>
                <c:pt idx="1130">
                  <c:v>2026.2877</c:v>
                </c:pt>
                <c:pt idx="1131">
                  <c:v>2026.2904</c:v>
                </c:pt>
                <c:pt idx="1132">
                  <c:v>2026.2932</c:v>
                </c:pt>
                <c:pt idx="1133">
                  <c:v>2026.2959</c:v>
                </c:pt>
                <c:pt idx="1134">
                  <c:v>2026.3014</c:v>
                </c:pt>
                <c:pt idx="1135">
                  <c:v>2026.3041</c:v>
                </c:pt>
                <c:pt idx="1136">
                  <c:v>2026.3068</c:v>
                </c:pt>
                <c:pt idx="1137">
                  <c:v>2026.3096</c:v>
                </c:pt>
                <c:pt idx="1138">
                  <c:v>2026.3151</c:v>
                </c:pt>
                <c:pt idx="1139">
                  <c:v>2026.3178</c:v>
                </c:pt>
                <c:pt idx="1140">
                  <c:v>2026.3205</c:v>
                </c:pt>
                <c:pt idx="1141">
                  <c:v>2026.3233</c:v>
                </c:pt>
                <c:pt idx="1142">
                  <c:v>2026.326</c:v>
                </c:pt>
                <c:pt idx="1143">
                  <c:v>2026.3288</c:v>
                </c:pt>
                <c:pt idx="1144">
                  <c:v>2026.3315</c:v>
                </c:pt>
                <c:pt idx="1145">
                  <c:v>2026.3342</c:v>
                </c:pt>
                <c:pt idx="1146">
                  <c:v>2026.337</c:v>
                </c:pt>
                <c:pt idx="1147">
                  <c:v>2026.3397</c:v>
                </c:pt>
                <c:pt idx="1148">
                  <c:v>2026.3425</c:v>
                </c:pt>
                <c:pt idx="1149">
                  <c:v>2026.3452</c:v>
                </c:pt>
                <c:pt idx="1150">
                  <c:v>2026.3479</c:v>
                </c:pt>
                <c:pt idx="1151">
                  <c:v>2026.3507</c:v>
                </c:pt>
                <c:pt idx="1152">
                  <c:v>2026.3534</c:v>
                </c:pt>
                <c:pt idx="1153">
                  <c:v>2026.3562</c:v>
                </c:pt>
                <c:pt idx="1154">
                  <c:v>2026.3616</c:v>
                </c:pt>
                <c:pt idx="1155">
                  <c:v>2026.3644</c:v>
                </c:pt>
                <c:pt idx="1156">
                  <c:v>2026.3671</c:v>
                </c:pt>
                <c:pt idx="1157">
                  <c:v>2026.3699</c:v>
                </c:pt>
                <c:pt idx="1158">
                  <c:v>2026.3726</c:v>
                </c:pt>
                <c:pt idx="1159">
                  <c:v>2026.3753</c:v>
                </c:pt>
                <c:pt idx="1160">
                  <c:v>2026.3781</c:v>
                </c:pt>
                <c:pt idx="1161">
                  <c:v>2026.3808</c:v>
                </c:pt>
                <c:pt idx="1162">
                  <c:v>2026.3836</c:v>
                </c:pt>
                <c:pt idx="1163">
                  <c:v>2026.3863</c:v>
                </c:pt>
                <c:pt idx="1164">
                  <c:v>2026.389</c:v>
                </c:pt>
                <c:pt idx="1165">
                  <c:v>2026.3918</c:v>
                </c:pt>
                <c:pt idx="1166">
                  <c:v>2026.3945</c:v>
                </c:pt>
                <c:pt idx="1167">
                  <c:v>2026.3973</c:v>
                </c:pt>
                <c:pt idx="1168">
                  <c:v>2026.4</c:v>
                </c:pt>
                <c:pt idx="1169">
                  <c:v>2026.4027</c:v>
                </c:pt>
                <c:pt idx="1170">
                  <c:v>2026.4055</c:v>
                </c:pt>
                <c:pt idx="1171">
                  <c:v>2026.4082</c:v>
                </c:pt>
                <c:pt idx="1172">
                  <c:v>2026.411</c:v>
                </c:pt>
                <c:pt idx="1173">
                  <c:v>2026.4137</c:v>
                </c:pt>
                <c:pt idx="1174">
                  <c:v>2026.4164</c:v>
                </c:pt>
                <c:pt idx="1175">
                  <c:v>2026.4192</c:v>
                </c:pt>
                <c:pt idx="1176">
                  <c:v>2026.4219</c:v>
                </c:pt>
                <c:pt idx="1177">
                  <c:v>2026.4247</c:v>
                </c:pt>
                <c:pt idx="1178">
                  <c:v>2026.4274</c:v>
                </c:pt>
                <c:pt idx="1179">
                  <c:v>2026.4301</c:v>
                </c:pt>
                <c:pt idx="1180">
                  <c:v>2026.4329</c:v>
                </c:pt>
                <c:pt idx="1181">
                  <c:v>2026.4356</c:v>
                </c:pt>
                <c:pt idx="1182">
                  <c:v>2026.4384</c:v>
                </c:pt>
                <c:pt idx="1183">
                  <c:v>2026.4411</c:v>
                </c:pt>
                <c:pt idx="1184">
                  <c:v>2026.4438</c:v>
                </c:pt>
                <c:pt idx="1185">
                  <c:v>2026.4466</c:v>
                </c:pt>
                <c:pt idx="1186">
                  <c:v>2026.4493</c:v>
                </c:pt>
                <c:pt idx="1187">
                  <c:v>2026.4521</c:v>
                </c:pt>
                <c:pt idx="1188">
                  <c:v>2026.4548</c:v>
                </c:pt>
                <c:pt idx="1189">
                  <c:v>2026.4575</c:v>
                </c:pt>
                <c:pt idx="1190">
                  <c:v>2026.4849</c:v>
                </c:pt>
                <c:pt idx="1191">
                  <c:v>2026.4877</c:v>
                </c:pt>
                <c:pt idx="1192">
                  <c:v>2026.4904</c:v>
                </c:pt>
                <c:pt idx="1193">
                  <c:v>2026.4932</c:v>
                </c:pt>
                <c:pt idx="1194">
                  <c:v>2026.4959</c:v>
                </c:pt>
                <c:pt idx="1195">
                  <c:v>2026.4986</c:v>
                </c:pt>
                <c:pt idx="1196">
                  <c:v>2026.5014</c:v>
                </c:pt>
                <c:pt idx="1197">
                  <c:v>2026.5041</c:v>
                </c:pt>
                <c:pt idx="1198">
                  <c:v>2026.5068</c:v>
                </c:pt>
                <c:pt idx="1199">
                  <c:v>2026.5096</c:v>
                </c:pt>
                <c:pt idx="1200">
                  <c:v>2026.5123</c:v>
                </c:pt>
                <c:pt idx="1201">
                  <c:v>2026.5151</c:v>
                </c:pt>
                <c:pt idx="1202">
                  <c:v>2026.5178</c:v>
                </c:pt>
                <c:pt idx="1203">
                  <c:v>2026.5205</c:v>
                </c:pt>
                <c:pt idx="1204">
                  <c:v>2026.5233</c:v>
                </c:pt>
                <c:pt idx="1205">
                  <c:v>2026.526</c:v>
                </c:pt>
                <c:pt idx="1206">
                  <c:v>2026.5288</c:v>
                </c:pt>
                <c:pt idx="1207">
                  <c:v>2026.5315</c:v>
                </c:pt>
                <c:pt idx="1208">
                  <c:v>2026.5342</c:v>
                </c:pt>
                <c:pt idx="1209">
                  <c:v>2026.537</c:v>
                </c:pt>
                <c:pt idx="1210">
                  <c:v>2026.5397</c:v>
                </c:pt>
                <c:pt idx="1211">
                  <c:v>2026.5425</c:v>
                </c:pt>
                <c:pt idx="1212">
                  <c:v>2026.5452</c:v>
                </c:pt>
                <c:pt idx="1213">
                  <c:v>2026.5479</c:v>
                </c:pt>
                <c:pt idx="1214">
                  <c:v>2026.5507</c:v>
                </c:pt>
                <c:pt idx="1215">
                  <c:v>2026.5534</c:v>
                </c:pt>
                <c:pt idx="1216">
                  <c:v>2026.5562</c:v>
                </c:pt>
                <c:pt idx="1217">
                  <c:v>2026.5589</c:v>
                </c:pt>
                <c:pt idx="1218">
                  <c:v>2026.5616</c:v>
                </c:pt>
                <c:pt idx="1219">
                  <c:v>2026.5644</c:v>
                </c:pt>
                <c:pt idx="1220">
                  <c:v>2026.5671</c:v>
                </c:pt>
                <c:pt idx="1221">
                  <c:v>2026.5699</c:v>
                </c:pt>
                <c:pt idx="1222">
                  <c:v>2026.5726</c:v>
                </c:pt>
                <c:pt idx="1223">
                  <c:v>2026.5753</c:v>
                </c:pt>
                <c:pt idx="1224">
                  <c:v>2026.5781</c:v>
                </c:pt>
                <c:pt idx="1225">
                  <c:v>2026.5808</c:v>
                </c:pt>
                <c:pt idx="1226">
                  <c:v>2026.5836</c:v>
                </c:pt>
                <c:pt idx="1227">
                  <c:v>2026.5863</c:v>
                </c:pt>
                <c:pt idx="1228">
                  <c:v>2026.589</c:v>
                </c:pt>
                <c:pt idx="1229">
                  <c:v>2026.5918</c:v>
                </c:pt>
                <c:pt idx="1230">
                  <c:v>2026.5945</c:v>
                </c:pt>
                <c:pt idx="1231">
                  <c:v>2026.5973</c:v>
                </c:pt>
                <c:pt idx="1232">
                  <c:v>2026.6027</c:v>
                </c:pt>
                <c:pt idx="1233">
                  <c:v>2026.6055</c:v>
                </c:pt>
                <c:pt idx="1234">
                  <c:v>2026.6082</c:v>
                </c:pt>
                <c:pt idx="1235">
                  <c:v>2026.611</c:v>
                </c:pt>
                <c:pt idx="1236">
                  <c:v>2026.6137</c:v>
                </c:pt>
                <c:pt idx="1237">
                  <c:v>2026.6164</c:v>
                </c:pt>
                <c:pt idx="1238">
                  <c:v>2026.6192</c:v>
                </c:pt>
                <c:pt idx="1239">
                  <c:v>2026.6219</c:v>
                </c:pt>
                <c:pt idx="1240">
                  <c:v>2026.6247</c:v>
                </c:pt>
                <c:pt idx="1241">
                  <c:v>2026.6274</c:v>
                </c:pt>
                <c:pt idx="1242">
                  <c:v>2026.6301</c:v>
                </c:pt>
                <c:pt idx="1243">
                  <c:v>2026.6329</c:v>
                </c:pt>
                <c:pt idx="1244">
                  <c:v>2026.6438</c:v>
                </c:pt>
                <c:pt idx="1245">
                  <c:v>2026.6466</c:v>
                </c:pt>
                <c:pt idx="1246">
                  <c:v>2026.6493</c:v>
                </c:pt>
                <c:pt idx="1247">
                  <c:v>2026.6521</c:v>
                </c:pt>
                <c:pt idx="1248">
                  <c:v>2026.6548</c:v>
                </c:pt>
                <c:pt idx="1249">
                  <c:v>2026.6575</c:v>
                </c:pt>
                <c:pt idx="1250">
                  <c:v>2026.6603</c:v>
                </c:pt>
                <c:pt idx="1251">
                  <c:v>2026.663</c:v>
                </c:pt>
                <c:pt idx="1252">
                  <c:v>2026.6658</c:v>
                </c:pt>
                <c:pt idx="1253">
                  <c:v>2026.6685</c:v>
                </c:pt>
                <c:pt idx="1254">
                  <c:v>2026.6712</c:v>
                </c:pt>
                <c:pt idx="1255">
                  <c:v>2026.674</c:v>
                </c:pt>
                <c:pt idx="1256">
                  <c:v>2026.6767</c:v>
                </c:pt>
                <c:pt idx="1257">
                  <c:v>2026.6795</c:v>
                </c:pt>
                <c:pt idx="1258">
                  <c:v>2026.6822</c:v>
                </c:pt>
                <c:pt idx="1259">
                  <c:v>2026.6849</c:v>
                </c:pt>
                <c:pt idx="1260">
                  <c:v>2026.6932</c:v>
                </c:pt>
                <c:pt idx="1261">
                  <c:v>2026.6959</c:v>
                </c:pt>
                <c:pt idx="1262">
                  <c:v>2026.6986</c:v>
                </c:pt>
                <c:pt idx="1263">
                  <c:v>2026.7014</c:v>
                </c:pt>
                <c:pt idx="1264">
                  <c:v>2026.7041</c:v>
                </c:pt>
                <c:pt idx="1265">
                  <c:v>2026.7068</c:v>
                </c:pt>
                <c:pt idx="1266">
                  <c:v>2026.7096</c:v>
                </c:pt>
                <c:pt idx="1267">
                  <c:v>2026.7123</c:v>
                </c:pt>
                <c:pt idx="1268">
                  <c:v>2026.7151</c:v>
                </c:pt>
                <c:pt idx="1269">
                  <c:v>2026.7178</c:v>
                </c:pt>
                <c:pt idx="1270">
                  <c:v>2026.7205</c:v>
                </c:pt>
                <c:pt idx="1271">
                  <c:v>2026.7233</c:v>
                </c:pt>
                <c:pt idx="1272">
                  <c:v>2026.726</c:v>
                </c:pt>
                <c:pt idx="1273">
                  <c:v>2026.7288</c:v>
                </c:pt>
                <c:pt idx="1274">
                  <c:v>2026.7315</c:v>
                </c:pt>
                <c:pt idx="1275">
                  <c:v>2026.7342</c:v>
                </c:pt>
                <c:pt idx="1276">
                  <c:v>2026.737</c:v>
                </c:pt>
                <c:pt idx="1277">
                  <c:v>2026.7397</c:v>
                </c:pt>
                <c:pt idx="1278">
                  <c:v>2026.7425</c:v>
                </c:pt>
                <c:pt idx="1279">
                  <c:v>2026.7452</c:v>
                </c:pt>
                <c:pt idx="1280">
                  <c:v>2026.7479</c:v>
                </c:pt>
                <c:pt idx="1281">
                  <c:v>2026.7507</c:v>
                </c:pt>
              </c:numCache>
            </c:numRef>
          </c:xVal>
          <c:yVal>
            <c:numRef>
              <c:f>'Chart Data'!$D$2:$D$1283</c:f>
              <c:numCache>
                <c:formatCode>0</c:formatCode>
                <c:ptCount val="1282"/>
                <c:pt idx="0">
                  <c:v>4</c:v>
                </c:pt>
                <c:pt idx="1">
                  <c:v>4</c:v>
                </c:pt>
                <c:pt idx="2">
                  <c:v>2</c:v>
                </c:pt>
                <c:pt idx="3">
                  <c:v>3</c:v>
                </c:pt>
                <c:pt idx="4">
                  <c:v>16</c:v>
                </c:pt>
                <c:pt idx="5">
                  <c:v>1</c:v>
                </c:pt>
                <c:pt idx="6">
                  <c:v>7</c:v>
                </c:pt>
                <c:pt idx="7">
                  <c:v>14</c:v>
                </c:pt>
                <c:pt idx="8">
                  <c:v>3</c:v>
                </c:pt>
                <c:pt idx="9">
                  <c:v>1</c:v>
                </c:pt>
                <c:pt idx="10">
                  <c:v>3</c:v>
                </c:pt>
                <c:pt idx="11">
                  <c:v>0</c:v>
                </c:pt>
                <c:pt idx="12">
                  <c:v>0</c:v>
                </c:pt>
                <c:pt idx="13">
                  <c:v>7</c:v>
                </c:pt>
                <c:pt idx="14">
                  <c:v>0</c:v>
                </c:pt>
                <c:pt idx="15">
                  <c:v>4</c:v>
                </c:pt>
                <c:pt idx="16">
                  <c:v>7</c:v>
                </c:pt>
                <c:pt idx="17">
                  <c:v>4</c:v>
                </c:pt>
                <c:pt idx="18">
                  <c:v>5</c:v>
                </c:pt>
                <c:pt idx="19">
                  <c:v>11</c:v>
                </c:pt>
                <c:pt idx="20">
                  <c:v>5</c:v>
                </c:pt>
                <c:pt idx="21">
                  <c:v>9</c:v>
                </c:pt>
                <c:pt idx="22">
                  <c:v>6</c:v>
                </c:pt>
                <c:pt idx="23">
                  <c:v>4</c:v>
                </c:pt>
                <c:pt idx="24">
                  <c:v>7</c:v>
                </c:pt>
                <c:pt idx="25">
                  <c:v>5</c:v>
                </c:pt>
                <c:pt idx="26">
                  <c:v>9</c:v>
                </c:pt>
                <c:pt idx="27">
                  <c:v>3</c:v>
                </c:pt>
                <c:pt idx="28">
                  <c:v>2</c:v>
                </c:pt>
                <c:pt idx="29">
                  <c:v>7</c:v>
                </c:pt>
                <c:pt idx="30">
                  <c:v>8</c:v>
                </c:pt>
                <c:pt idx="31">
                  <c:v>6</c:v>
                </c:pt>
                <c:pt idx="32">
                  <c:v>6</c:v>
                </c:pt>
                <c:pt idx="33">
                  <c:v>10</c:v>
                </c:pt>
                <c:pt idx="34">
                  <c:v>3</c:v>
                </c:pt>
                <c:pt idx="35">
                  <c:v>1</c:v>
                </c:pt>
                <c:pt idx="36">
                  <c:v>3</c:v>
                </c:pt>
                <c:pt idx="37">
                  <c:v>3</c:v>
                </c:pt>
                <c:pt idx="38">
                  <c:v>6</c:v>
                </c:pt>
                <c:pt idx="39">
                  <c:v>5</c:v>
                </c:pt>
                <c:pt idx="40">
                  <c:v>3</c:v>
                </c:pt>
                <c:pt idx="41">
                  <c:v>2</c:v>
                </c:pt>
                <c:pt idx="42">
                  <c:v>7</c:v>
                </c:pt>
                <c:pt idx="43">
                  <c:v>7</c:v>
                </c:pt>
                <c:pt idx="44">
                  <c:v>21</c:v>
                </c:pt>
                <c:pt idx="45">
                  <c:v>2</c:v>
                </c:pt>
                <c:pt idx="46">
                  <c:v>1</c:v>
                </c:pt>
                <c:pt idx="47">
                  <c:v>2</c:v>
                </c:pt>
                <c:pt idx="48">
                  <c:v>2</c:v>
                </c:pt>
                <c:pt idx="49">
                  <c:v>10</c:v>
                </c:pt>
                <c:pt idx="50">
                  <c:v>16</c:v>
                </c:pt>
                <c:pt idx="51">
                  <c:v>10</c:v>
                </c:pt>
                <c:pt idx="52">
                  <c:v>2</c:v>
                </c:pt>
                <c:pt idx="53">
                  <c:v>1</c:v>
                </c:pt>
                <c:pt idx="54">
                  <c:v>3</c:v>
                </c:pt>
                <c:pt idx="55">
                  <c:v>15</c:v>
                </c:pt>
                <c:pt idx="56">
                  <c:v>7</c:v>
                </c:pt>
                <c:pt idx="57">
                  <c:v>5</c:v>
                </c:pt>
                <c:pt idx="58">
                  <c:v>12</c:v>
                </c:pt>
                <c:pt idx="59">
                  <c:v>9</c:v>
                </c:pt>
                <c:pt idx="60">
                  <c:v>1</c:v>
                </c:pt>
                <c:pt idx="61">
                  <c:v>10</c:v>
                </c:pt>
                <c:pt idx="62">
                  <c:v>4</c:v>
                </c:pt>
                <c:pt idx="63">
                  <c:v>1</c:v>
                </c:pt>
                <c:pt idx="64">
                  <c:v>5</c:v>
                </c:pt>
                <c:pt idx="65">
                  <c:v>3</c:v>
                </c:pt>
                <c:pt idx="66">
                  <c:v>1</c:v>
                </c:pt>
                <c:pt idx="67">
                  <c:v>3</c:v>
                </c:pt>
                <c:pt idx="68">
                  <c:v>7</c:v>
                </c:pt>
                <c:pt idx="69">
                  <c:v>1</c:v>
                </c:pt>
                <c:pt idx="70">
                  <c:v>4</c:v>
                </c:pt>
                <c:pt idx="71">
                  <c:v>6</c:v>
                </c:pt>
                <c:pt idx="72">
                  <c:v>1</c:v>
                </c:pt>
                <c:pt idx="73">
                  <c:v>1</c:v>
                </c:pt>
                <c:pt idx="74">
                  <c:v>5</c:v>
                </c:pt>
                <c:pt idx="75">
                  <c:v>3</c:v>
                </c:pt>
                <c:pt idx="76">
                  <c:v>3</c:v>
                </c:pt>
                <c:pt idx="77">
                  <c:v>1</c:v>
                </c:pt>
                <c:pt idx="78">
                  <c:v>0</c:v>
                </c:pt>
                <c:pt idx="79">
                  <c:v>14</c:v>
                </c:pt>
                <c:pt idx="80">
                  <c:v>0</c:v>
                </c:pt>
                <c:pt idx="81">
                  <c:v>12</c:v>
                </c:pt>
                <c:pt idx="82">
                  <c:v>3</c:v>
                </c:pt>
                <c:pt idx="83">
                  <c:v>0</c:v>
                </c:pt>
                <c:pt idx="84">
                  <c:v>3</c:v>
                </c:pt>
                <c:pt idx="85">
                  <c:v>1</c:v>
                </c:pt>
                <c:pt idx="86">
                  <c:v>11</c:v>
                </c:pt>
                <c:pt idx="87">
                  <c:v>20</c:v>
                </c:pt>
                <c:pt idx="88">
                  <c:v>6</c:v>
                </c:pt>
                <c:pt idx="89">
                  <c:v>2</c:v>
                </c:pt>
                <c:pt idx="90">
                  <c:v>0</c:v>
                </c:pt>
                <c:pt idx="91">
                  <c:v>5</c:v>
                </c:pt>
                <c:pt idx="92">
                  <c:v>1</c:v>
                </c:pt>
                <c:pt idx="93">
                  <c:v>1</c:v>
                </c:pt>
                <c:pt idx="94">
                  <c:v>3</c:v>
                </c:pt>
                <c:pt idx="95">
                  <c:v>8</c:v>
                </c:pt>
                <c:pt idx="96">
                  <c:v>11</c:v>
                </c:pt>
                <c:pt idx="97">
                  <c:v>57</c:v>
                </c:pt>
                <c:pt idx="98">
                  <c:v>2</c:v>
                </c:pt>
                <c:pt idx="99">
                  <c:v>6</c:v>
                </c:pt>
                <c:pt idx="100">
                  <c:v>5</c:v>
                </c:pt>
                <c:pt idx="101">
                  <c:v>3</c:v>
                </c:pt>
                <c:pt idx="102">
                  <c:v>0</c:v>
                </c:pt>
                <c:pt idx="103">
                  <c:v>20</c:v>
                </c:pt>
                <c:pt idx="104">
                  <c:v>3</c:v>
                </c:pt>
                <c:pt idx="105">
                  <c:v>2</c:v>
                </c:pt>
                <c:pt idx="106">
                  <c:v>4</c:v>
                </c:pt>
                <c:pt idx="107">
                  <c:v>8</c:v>
                </c:pt>
                <c:pt idx="108">
                  <c:v>6</c:v>
                </c:pt>
                <c:pt idx="109">
                  <c:v>9</c:v>
                </c:pt>
                <c:pt idx="110">
                  <c:v>2</c:v>
                </c:pt>
                <c:pt idx="111">
                  <c:v>5</c:v>
                </c:pt>
                <c:pt idx="112">
                  <c:v>11</c:v>
                </c:pt>
                <c:pt idx="113">
                  <c:v>7</c:v>
                </c:pt>
                <c:pt idx="114">
                  <c:v>9</c:v>
                </c:pt>
                <c:pt idx="115">
                  <c:v>3</c:v>
                </c:pt>
                <c:pt idx="116">
                  <c:v>2</c:v>
                </c:pt>
                <c:pt idx="117">
                  <c:v>0</c:v>
                </c:pt>
                <c:pt idx="118">
                  <c:v>3</c:v>
                </c:pt>
                <c:pt idx="119">
                  <c:v>3</c:v>
                </c:pt>
                <c:pt idx="120">
                  <c:v>8</c:v>
                </c:pt>
                <c:pt idx="121">
                  <c:v>6</c:v>
                </c:pt>
                <c:pt idx="122">
                  <c:v>2</c:v>
                </c:pt>
                <c:pt idx="123">
                  <c:v>7</c:v>
                </c:pt>
                <c:pt idx="124">
                  <c:v>9</c:v>
                </c:pt>
                <c:pt idx="125">
                  <c:v>2</c:v>
                </c:pt>
                <c:pt idx="126">
                  <c:v>2</c:v>
                </c:pt>
                <c:pt idx="127">
                  <c:v>3</c:v>
                </c:pt>
                <c:pt idx="128">
                  <c:v>0</c:v>
                </c:pt>
                <c:pt idx="129">
                  <c:v>6</c:v>
                </c:pt>
                <c:pt idx="130">
                  <c:v>4</c:v>
                </c:pt>
                <c:pt idx="131">
                  <c:v>3</c:v>
                </c:pt>
                <c:pt idx="132">
                  <c:v>5</c:v>
                </c:pt>
                <c:pt idx="133">
                  <c:v>0</c:v>
                </c:pt>
                <c:pt idx="134">
                  <c:v>8</c:v>
                </c:pt>
                <c:pt idx="135">
                  <c:v>15</c:v>
                </c:pt>
                <c:pt idx="136">
                  <c:v>0</c:v>
                </c:pt>
                <c:pt idx="137">
                  <c:v>1</c:v>
                </c:pt>
                <c:pt idx="138">
                  <c:v>5</c:v>
                </c:pt>
                <c:pt idx="139">
                  <c:v>5</c:v>
                </c:pt>
                <c:pt idx="140">
                  <c:v>0</c:v>
                </c:pt>
                <c:pt idx="141">
                  <c:v>2</c:v>
                </c:pt>
                <c:pt idx="142">
                  <c:v>7</c:v>
                </c:pt>
                <c:pt idx="143">
                  <c:v>3</c:v>
                </c:pt>
                <c:pt idx="144">
                  <c:v>5</c:v>
                </c:pt>
                <c:pt idx="145">
                  <c:v>1</c:v>
                </c:pt>
                <c:pt idx="146">
                  <c:v>6</c:v>
                </c:pt>
                <c:pt idx="147">
                  <c:v>0</c:v>
                </c:pt>
                <c:pt idx="148">
                  <c:v>0</c:v>
                </c:pt>
                <c:pt idx="149">
                  <c:v>12</c:v>
                </c:pt>
                <c:pt idx="150">
                  <c:v>11</c:v>
                </c:pt>
                <c:pt idx="151">
                  <c:v>8</c:v>
                </c:pt>
                <c:pt idx="152">
                  <c:v>2</c:v>
                </c:pt>
                <c:pt idx="153">
                  <c:v>3</c:v>
                </c:pt>
                <c:pt idx="154">
                  <c:v>3</c:v>
                </c:pt>
                <c:pt idx="155">
                  <c:v>0</c:v>
                </c:pt>
                <c:pt idx="156">
                  <c:v>1</c:v>
                </c:pt>
                <c:pt idx="157">
                  <c:v>1</c:v>
                </c:pt>
                <c:pt idx="158">
                  <c:v>2</c:v>
                </c:pt>
                <c:pt idx="159">
                  <c:v>2</c:v>
                </c:pt>
                <c:pt idx="160">
                  <c:v>3</c:v>
                </c:pt>
                <c:pt idx="161">
                  <c:v>0</c:v>
                </c:pt>
                <c:pt idx="162">
                  <c:v>2</c:v>
                </c:pt>
                <c:pt idx="163">
                  <c:v>1</c:v>
                </c:pt>
                <c:pt idx="164">
                  <c:v>1</c:v>
                </c:pt>
                <c:pt idx="165">
                  <c:v>1</c:v>
                </c:pt>
                <c:pt idx="166">
                  <c:v>1</c:v>
                </c:pt>
                <c:pt idx="167">
                  <c:v>3</c:v>
                </c:pt>
                <c:pt idx="168">
                  <c:v>16</c:v>
                </c:pt>
                <c:pt idx="169">
                  <c:v>3</c:v>
                </c:pt>
                <c:pt idx="170">
                  <c:v>3</c:v>
                </c:pt>
                <c:pt idx="171">
                  <c:v>0</c:v>
                </c:pt>
                <c:pt idx="172">
                  <c:v>4</c:v>
                </c:pt>
                <c:pt idx="173">
                  <c:v>1</c:v>
                </c:pt>
                <c:pt idx="174">
                  <c:v>1</c:v>
                </c:pt>
                <c:pt idx="175">
                  <c:v>2</c:v>
                </c:pt>
                <c:pt idx="176">
                  <c:v>4</c:v>
                </c:pt>
                <c:pt idx="177">
                  <c:v>2</c:v>
                </c:pt>
                <c:pt idx="178">
                  <c:v>3</c:v>
                </c:pt>
                <c:pt idx="179">
                  <c:v>2</c:v>
                </c:pt>
                <c:pt idx="180">
                  <c:v>2</c:v>
                </c:pt>
                <c:pt idx="181">
                  <c:v>1</c:v>
                </c:pt>
                <c:pt idx="182">
                  <c:v>0</c:v>
                </c:pt>
                <c:pt idx="183">
                  <c:v>0</c:v>
                </c:pt>
                <c:pt idx="184">
                  <c:v>1</c:v>
                </c:pt>
                <c:pt idx="185">
                  <c:v>0</c:v>
                </c:pt>
                <c:pt idx="186">
                  <c:v>2</c:v>
                </c:pt>
                <c:pt idx="187">
                  <c:v>7</c:v>
                </c:pt>
                <c:pt idx="188">
                  <c:v>3</c:v>
                </c:pt>
                <c:pt idx="189">
                  <c:v>19</c:v>
                </c:pt>
                <c:pt idx="190">
                  <c:v>4</c:v>
                </c:pt>
                <c:pt idx="191">
                  <c:v>0</c:v>
                </c:pt>
                <c:pt idx="192">
                  <c:v>0</c:v>
                </c:pt>
                <c:pt idx="193">
                  <c:v>4</c:v>
                </c:pt>
                <c:pt idx="194">
                  <c:v>1</c:v>
                </c:pt>
                <c:pt idx="195">
                  <c:v>3</c:v>
                </c:pt>
                <c:pt idx="196">
                  <c:v>9</c:v>
                </c:pt>
                <c:pt idx="197">
                  <c:v>13</c:v>
                </c:pt>
                <c:pt idx="198">
                  <c:v>7</c:v>
                </c:pt>
                <c:pt idx="199">
                  <c:v>12</c:v>
                </c:pt>
                <c:pt idx="200">
                  <c:v>2</c:v>
                </c:pt>
                <c:pt idx="201">
                  <c:v>1</c:v>
                </c:pt>
                <c:pt idx="202">
                  <c:v>3</c:v>
                </c:pt>
                <c:pt idx="203">
                  <c:v>2</c:v>
                </c:pt>
                <c:pt idx="204">
                  <c:v>3</c:v>
                </c:pt>
                <c:pt idx="205">
                  <c:v>0</c:v>
                </c:pt>
                <c:pt idx="206">
                  <c:v>1</c:v>
                </c:pt>
                <c:pt idx="207">
                  <c:v>6</c:v>
                </c:pt>
                <c:pt idx="208">
                  <c:v>0</c:v>
                </c:pt>
                <c:pt idx="209">
                  <c:v>1</c:v>
                </c:pt>
                <c:pt idx="210">
                  <c:v>2</c:v>
                </c:pt>
                <c:pt idx="211">
                  <c:v>5</c:v>
                </c:pt>
                <c:pt idx="212">
                  <c:v>4</c:v>
                </c:pt>
                <c:pt idx="213">
                  <c:v>3</c:v>
                </c:pt>
                <c:pt idx="214">
                  <c:v>5</c:v>
                </c:pt>
                <c:pt idx="215">
                  <c:v>0</c:v>
                </c:pt>
                <c:pt idx="216">
                  <c:v>0</c:v>
                </c:pt>
                <c:pt idx="217">
                  <c:v>2</c:v>
                </c:pt>
                <c:pt idx="218">
                  <c:v>2</c:v>
                </c:pt>
                <c:pt idx="219">
                  <c:v>3</c:v>
                </c:pt>
                <c:pt idx="220">
                  <c:v>11</c:v>
                </c:pt>
                <c:pt idx="221">
                  <c:v>5</c:v>
                </c:pt>
                <c:pt idx="222">
                  <c:v>5</c:v>
                </c:pt>
                <c:pt idx="223">
                  <c:v>2</c:v>
                </c:pt>
                <c:pt idx="224">
                  <c:v>6</c:v>
                </c:pt>
                <c:pt idx="225">
                  <c:v>7</c:v>
                </c:pt>
                <c:pt idx="226">
                  <c:v>8</c:v>
                </c:pt>
                <c:pt idx="227">
                  <c:v>7</c:v>
                </c:pt>
                <c:pt idx="228">
                  <c:v>5</c:v>
                </c:pt>
                <c:pt idx="229">
                  <c:v>4</c:v>
                </c:pt>
                <c:pt idx="230">
                  <c:v>9</c:v>
                </c:pt>
                <c:pt idx="231">
                  <c:v>0</c:v>
                </c:pt>
                <c:pt idx="232">
                  <c:v>2</c:v>
                </c:pt>
                <c:pt idx="233">
                  <c:v>4</c:v>
                </c:pt>
                <c:pt idx="234">
                  <c:v>3</c:v>
                </c:pt>
                <c:pt idx="235">
                  <c:v>17</c:v>
                </c:pt>
                <c:pt idx="236">
                  <c:v>38</c:v>
                </c:pt>
                <c:pt idx="237">
                  <c:v>10</c:v>
                </c:pt>
                <c:pt idx="238">
                  <c:v>18</c:v>
                </c:pt>
                <c:pt idx="239">
                  <c:v>4</c:v>
                </c:pt>
                <c:pt idx="240">
                  <c:v>7</c:v>
                </c:pt>
                <c:pt idx="241">
                  <c:v>1</c:v>
                </c:pt>
                <c:pt idx="242">
                  <c:v>1</c:v>
                </c:pt>
                <c:pt idx="243">
                  <c:v>4</c:v>
                </c:pt>
                <c:pt idx="244">
                  <c:v>16</c:v>
                </c:pt>
                <c:pt idx="245">
                  <c:v>0</c:v>
                </c:pt>
                <c:pt idx="246">
                  <c:v>3</c:v>
                </c:pt>
                <c:pt idx="247">
                  <c:v>6</c:v>
                </c:pt>
                <c:pt idx="248">
                  <c:v>2</c:v>
                </c:pt>
                <c:pt idx="249">
                  <c:v>4</c:v>
                </c:pt>
                <c:pt idx="250">
                  <c:v>4</c:v>
                </c:pt>
                <c:pt idx="251">
                  <c:v>1</c:v>
                </c:pt>
                <c:pt idx="252">
                  <c:v>3</c:v>
                </c:pt>
                <c:pt idx="253">
                  <c:v>24</c:v>
                </c:pt>
                <c:pt idx="254">
                  <c:v>2</c:v>
                </c:pt>
                <c:pt idx="255">
                  <c:v>6</c:v>
                </c:pt>
                <c:pt idx="256">
                  <c:v>2</c:v>
                </c:pt>
                <c:pt idx="257">
                  <c:v>12</c:v>
                </c:pt>
                <c:pt idx="258">
                  <c:v>2</c:v>
                </c:pt>
                <c:pt idx="259">
                  <c:v>3</c:v>
                </c:pt>
                <c:pt idx="260">
                  <c:v>18</c:v>
                </c:pt>
                <c:pt idx="261">
                  <c:v>1</c:v>
                </c:pt>
                <c:pt idx="262">
                  <c:v>5</c:v>
                </c:pt>
                <c:pt idx="263">
                  <c:v>8</c:v>
                </c:pt>
                <c:pt idx="264">
                  <c:v>62</c:v>
                </c:pt>
                <c:pt idx="265">
                  <c:v>4</c:v>
                </c:pt>
                <c:pt idx="266">
                  <c:v>3</c:v>
                </c:pt>
                <c:pt idx="267">
                  <c:v>8</c:v>
                </c:pt>
                <c:pt idx="268">
                  <c:v>9</c:v>
                </c:pt>
                <c:pt idx="269">
                  <c:v>11</c:v>
                </c:pt>
                <c:pt idx="270">
                  <c:v>4</c:v>
                </c:pt>
                <c:pt idx="271">
                  <c:v>5</c:v>
                </c:pt>
                <c:pt idx="272">
                  <c:v>7</c:v>
                </c:pt>
                <c:pt idx="273">
                  <c:v>9</c:v>
                </c:pt>
                <c:pt idx="274">
                  <c:v>10</c:v>
                </c:pt>
                <c:pt idx="275">
                  <c:v>2</c:v>
                </c:pt>
                <c:pt idx="276">
                  <c:v>9</c:v>
                </c:pt>
                <c:pt idx="277">
                  <c:v>1</c:v>
                </c:pt>
                <c:pt idx="278">
                  <c:v>2</c:v>
                </c:pt>
                <c:pt idx="279">
                  <c:v>7</c:v>
                </c:pt>
                <c:pt idx="280">
                  <c:v>1</c:v>
                </c:pt>
                <c:pt idx="281">
                  <c:v>5</c:v>
                </c:pt>
                <c:pt idx="282">
                  <c:v>2</c:v>
                </c:pt>
                <c:pt idx="283">
                  <c:v>1</c:v>
                </c:pt>
                <c:pt idx="284">
                  <c:v>4</c:v>
                </c:pt>
                <c:pt idx="285">
                  <c:v>3</c:v>
                </c:pt>
                <c:pt idx="286">
                  <c:v>0</c:v>
                </c:pt>
                <c:pt idx="287">
                  <c:v>0</c:v>
                </c:pt>
                <c:pt idx="288">
                  <c:v>1</c:v>
                </c:pt>
                <c:pt idx="289">
                  <c:v>3</c:v>
                </c:pt>
                <c:pt idx="290">
                  <c:v>10</c:v>
                </c:pt>
                <c:pt idx="291">
                  <c:v>10</c:v>
                </c:pt>
                <c:pt idx="292">
                  <c:v>4</c:v>
                </c:pt>
                <c:pt idx="293">
                  <c:v>12</c:v>
                </c:pt>
                <c:pt idx="294">
                  <c:v>4</c:v>
                </c:pt>
                <c:pt idx="295">
                  <c:v>5</c:v>
                </c:pt>
                <c:pt idx="296">
                  <c:v>1</c:v>
                </c:pt>
                <c:pt idx="297">
                  <c:v>89</c:v>
                </c:pt>
                <c:pt idx="298">
                  <c:v>1</c:v>
                </c:pt>
                <c:pt idx="299">
                  <c:v>13</c:v>
                </c:pt>
                <c:pt idx="300">
                  <c:v>6</c:v>
                </c:pt>
                <c:pt idx="301">
                  <c:v>0</c:v>
                </c:pt>
                <c:pt idx="302">
                  <c:v>9</c:v>
                </c:pt>
                <c:pt idx="303">
                  <c:v>0</c:v>
                </c:pt>
                <c:pt idx="304">
                  <c:v>0</c:v>
                </c:pt>
                <c:pt idx="305">
                  <c:v>4</c:v>
                </c:pt>
                <c:pt idx="306">
                  <c:v>5</c:v>
                </c:pt>
                <c:pt idx="307">
                  <c:v>3</c:v>
                </c:pt>
                <c:pt idx="308">
                  <c:v>2</c:v>
                </c:pt>
                <c:pt idx="309">
                  <c:v>2</c:v>
                </c:pt>
                <c:pt idx="310">
                  <c:v>3</c:v>
                </c:pt>
                <c:pt idx="311">
                  <c:v>0</c:v>
                </c:pt>
                <c:pt idx="312">
                  <c:v>5</c:v>
                </c:pt>
                <c:pt idx="313">
                  <c:v>4</c:v>
                </c:pt>
                <c:pt idx="314">
                  <c:v>4</c:v>
                </c:pt>
                <c:pt idx="315">
                  <c:v>1</c:v>
                </c:pt>
                <c:pt idx="316">
                  <c:v>11</c:v>
                </c:pt>
                <c:pt idx="317">
                  <c:v>0</c:v>
                </c:pt>
                <c:pt idx="318">
                  <c:v>1</c:v>
                </c:pt>
                <c:pt idx="319">
                  <c:v>3</c:v>
                </c:pt>
                <c:pt idx="320">
                  <c:v>0</c:v>
                </c:pt>
                <c:pt idx="321">
                  <c:v>24</c:v>
                </c:pt>
                <c:pt idx="322">
                  <c:v>1</c:v>
                </c:pt>
                <c:pt idx="323">
                  <c:v>3</c:v>
                </c:pt>
                <c:pt idx="324">
                  <c:v>6</c:v>
                </c:pt>
                <c:pt idx="325">
                  <c:v>6</c:v>
                </c:pt>
                <c:pt idx="326">
                  <c:v>1</c:v>
                </c:pt>
                <c:pt idx="327">
                  <c:v>10</c:v>
                </c:pt>
                <c:pt idx="328">
                  <c:v>1</c:v>
                </c:pt>
                <c:pt idx="329">
                  <c:v>2</c:v>
                </c:pt>
                <c:pt idx="330">
                  <c:v>2</c:v>
                </c:pt>
                <c:pt idx="331">
                  <c:v>1</c:v>
                </c:pt>
                <c:pt idx="332">
                  <c:v>0</c:v>
                </c:pt>
                <c:pt idx="333">
                  <c:v>3</c:v>
                </c:pt>
                <c:pt idx="334">
                  <c:v>0</c:v>
                </c:pt>
                <c:pt idx="335">
                  <c:v>3</c:v>
                </c:pt>
                <c:pt idx="336">
                  <c:v>5</c:v>
                </c:pt>
                <c:pt idx="337">
                  <c:v>1</c:v>
                </c:pt>
                <c:pt idx="338">
                  <c:v>3</c:v>
                </c:pt>
                <c:pt idx="339">
                  <c:v>3</c:v>
                </c:pt>
                <c:pt idx="340">
                  <c:v>1</c:v>
                </c:pt>
                <c:pt idx="341">
                  <c:v>3</c:v>
                </c:pt>
                <c:pt idx="342">
                  <c:v>2</c:v>
                </c:pt>
                <c:pt idx="343">
                  <c:v>8</c:v>
                </c:pt>
                <c:pt idx="344">
                  <c:v>239</c:v>
                </c:pt>
                <c:pt idx="345">
                  <c:v>133</c:v>
                </c:pt>
                <c:pt idx="346">
                  <c:v>6</c:v>
                </c:pt>
                <c:pt idx="347">
                  <c:v>14</c:v>
                </c:pt>
                <c:pt idx="348">
                  <c:v>21</c:v>
                </c:pt>
                <c:pt idx="349">
                  <c:v>23</c:v>
                </c:pt>
                <c:pt idx="350">
                  <c:v>7</c:v>
                </c:pt>
                <c:pt idx="351">
                  <c:v>67</c:v>
                </c:pt>
                <c:pt idx="352">
                  <c:v>2</c:v>
                </c:pt>
                <c:pt idx="353">
                  <c:v>6</c:v>
                </c:pt>
                <c:pt idx="354">
                  <c:v>0</c:v>
                </c:pt>
                <c:pt idx="355">
                  <c:v>1</c:v>
                </c:pt>
                <c:pt idx="356">
                  <c:v>1</c:v>
                </c:pt>
                <c:pt idx="357">
                  <c:v>5</c:v>
                </c:pt>
                <c:pt idx="358">
                  <c:v>6</c:v>
                </c:pt>
                <c:pt idx="359">
                  <c:v>6</c:v>
                </c:pt>
                <c:pt idx="360">
                  <c:v>8</c:v>
                </c:pt>
                <c:pt idx="361">
                  <c:v>6</c:v>
                </c:pt>
                <c:pt idx="362">
                  <c:v>3</c:v>
                </c:pt>
                <c:pt idx="363">
                  <c:v>10</c:v>
                </c:pt>
                <c:pt idx="364">
                  <c:v>4</c:v>
                </c:pt>
                <c:pt idx="365">
                  <c:v>10</c:v>
                </c:pt>
                <c:pt idx="366">
                  <c:v>6</c:v>
                </c:pt>
                <c:pt idx="367">
                  <c:v>5</c:v>
                </c:pt>
                <c:pt idx="368">
                  <c:v>2</c:v>
                </c:pt>
                <c:pt idx="369">
                  <c:v>5</c:v>
                </c:pt>
                <c:pt idx="370">
                  <c:v>2</c:v>
                </c:pt>
                <c:pt idx="371">
                  <c:v>2</c:v>
                </c:pt>
                <c:pt idx="372">
                  <c:v>9</c:v>
                </c:pt>
                <c:pt idx="373">
                  <c:v>6</c:v>
                </c:pt>
                <c:pt idx="374">
                  <c:v>4</c:v>
                </c:pt>
                <c:pt idx="375">
                  <c:v>0</c:v>
                </c:pt>
                <c:pt idx="376">
                  <c:v>0</c:v>
                </c:pt>
                <c:pt idx="377">
                  <c:v>4</c:v>
                </c:pt>
                <c:pt idx="378">
                  <c:v>2</c:v>
                </c:pt>
                <c:pt idx="379">
                  <c:v>1</c:v>
                </c:pt>
                <c:pt idx="380">
                  <c:v>2</c:v>
                </c:pt>
                <c:pt idx="381">
                  <c:v>0</c:v>
                </c:pt>
                <c:pt idx="382">
                  <c:v>3</c:v>
                </c:pt>
                <c:pt idx="383">
                  <c:v>0</c:v>
                </c:pt>
                <c:pt idx="384">
                  <c:v>2</c:v>
                </c:pt>
                <c:pt idx="385">
                  <c:v>0</c:v>
                </c:pt>
                <c:pt idx="386">
                  <c:v>0</c:v>
                </c:pt>
                <c:pt idx="387">
                  <c:v>5</c:v>
                </c:pt>
                <c:pt idx="388">
                  <c:v>4</c:v>
                </c:pt>
                <c:pt idx="389">
                  <c:v>2</c:v>
                </c:pt>
                <c:pt idx="390">
                  <c:v>0</c:v>
                </c:pt>
                <c:pt idx="391">
                  <c:v>0</c:v>
                </c:pt>
                <c:pt idx="392">
                  <c:v>0</c:v>
                </c:pt>
                <c:pt idx="393">
                  <c:v>1</c:v>
                </c:pt>
                <c:pt idx="394">
                  <c:v>1</c:v>
                </c:pt>
                <c:pt idx="395">
                  <c:v>4</c:v>
                </c:pt>
                <c:pt idx="396">
                  <c:v>12</c:v>
                </c:pt>
                <c:pt idx="397">
                  <c:v>12</c:v>
                </c:pt>
                <c:pt idx="398">
                  <c:v>3</c:v>
                </c:pt>
                <c:pt idx="399">
                  <c:v>1</c:v>
                </c:pt>
                <c:pt idx="400">
                  <c:v>3</c:v>
                </c:pt>
                <c:pt idx="401">
                  <c:v>3</c:v>
                </c:pt>
                <c:pt idx="402">
                  <c:v>5</c:v>
                </c:pt>
                <c:pt idx="403">
                  <c:v>2</c:v>
                </c:pt>
                <c:pt idx="404">
                  <c:v>0</c:v>
                </c:pt>
                <c:pt idx="405">
                  <c:v>1</c:v>
                </c:pt>
                <c:pt idx="406">
                  <c:v>4</c:v>
                </c:pt>
                <c:pt idx="407">
                  <c:v>2</c:v>
                </c:pt>
                <c:pt idx="408">
                  <c:v>0</c:v>
                </c:pt>
                <c:pt idx="409">
                  <c:v>0</c:v>
                </c:pt>
                <c:pt idx="410">
                  <c:v>0</c:v>
                </c:pt>
                <c:pt idx="411">
                  <c:v>1</c:v>
                </c:pt>
                <c:pt idx="412">
                  <c:v>1</c:v>
                </c:pt>
                <c:pt idx="413">
                  <c:v>2</c:v>
                </c:pt>
                <c:pt idx="414">
                  <c:v>1</c:v>
                </c:pt>
                <c:pt idx="415">
                  <c:v>7</c:v>
                </c:pt>
                <c:pt idx="416">
                  <c:v>1</c:v>
                </c:pt>
                <c:pt idx="417">
                  <c:v>2</c:v>
                </c:pt>
                <c:pt idx="418">
                  <c:v>2</c:v>
                </c:pt>
                <c:pt idx="419">
                  <c:v>0</c:v>
                </c:pt>
                <c:pt idx="420">
                  <c:v>1</c:v>
                </c:pt>
                <c:pt idx="421">
                  <c:v>0</c:v>
                </c:pt>
                <c:pt idx="422">
                  <c:v>8</c:v>
                </c:pt>
                <c:pt idx="423">
                  <c:v>10</c:v>
                </c:pt>
                <c:pt idx="424">
                  <c:v>8</c:v>
                </c:pt>
                <c:pt idx="425">
                  <c:v>4</c:v>
                </c:pt>
                <c:pt idx="426">
                  <c:v>1</c:v>
                </c:pt>
                <c:pt idx="427">
                  <c:v>3</c:v>
                </c:pt>
                <c:pt idx="428">
                  <c:v>5</c:v>
                </c:pt>
                <c:pt idx="429">
                  <c:v>0</c:v>
                </c:pt>
                <c:pt idx="430">
                  <c:v>2</c:v>
                </c:pt>
                <c:pt idx="431">
                  <c:v>2</c:v>
                </c:pt>
                <c:pt idx="432">
                  <c:v>2</c:v>
                </c:pt>
                <c:pt idx="433">
                  <c:v>1</c:v>
                </c:pt>
                <c:pt idx="434">
                  <c:v>4</c:v>
                </c:pt>
                <c:pt idx="435">
                  <c:v>35</c:v>
                </c:pt>
                <c:pt idx="436">
                  <c:v>66</c:v>
                </c:pt>
                <c:pt idx="437">
                  <c:v>29</c:v>
                </c:pt>
                <c:pt idx="438">
                  <c:v>13</c:v>
                </c:pt>
                <c:pt idx="439">
                  <c:v>1</c:v>
                </c:pt>
                <c:pt idx="440">
                  <c:v>3</c:v>
                </c:pt>
                <c:pt idx="441">
                  <c:v>0</c:v>
                </c:pt>
                <c:pt idx="442">
                  <c:v>3</c:v>
                </c:pt>
                <c:pt idx="443">
                  <c:v>3</c:v>
                </c:pt>
                <c:pt idx="444">
                  <c:v>2</c:v>
                </c:pt>
                <c:pt idx="445">
                  <c:v>5</c:v>
                </c:pt>
                <c:pt idx="446">
                  <c:v>1</c:v>
                </c:pt>
                <c:pt idx="447">
                  <c:v>21</c:v>
                </c:pt>
                <c:pt idx="448">
                  <c:v>3</c:v>
                </c:pt>
                <c:pt idx="449">
                  <c:v>10</c:v>
                </c:pt>
                <c:pt idx="450">
                  <c:v>2</c:v>
                </c:pt>
                <c:pt idx="451">
                  <c:v>7</c:v>
                </c:pt>
                <c:pt idx="452">
                  <c:v>4</c:v>
                </c:pt>
                <c:pt idx="453">
                  <c:v>1</c:v>
                </c:pt>
                <c:pt idx="454">
                  <c:v>5</c:v>
                </c:pt>
                <c:pt idx="455">
                  <c:v>7</c:v>
                </c:pt>
                <c:pt idx="456">
                  <c:v>8</c:v>
                </c:pt>
                <c:pt idx="457">
                  <c:v>0</c:v>
                </c:pt>
                <c:pt idx="458">
                  <c:v>1</c:v>
                </c:pt>
                <c:pt idx="459">
                  <c:v>3</c:v>
                </c:pt>
                <c:pt idx="460">
                  <c:v>1</c:v>
                </c:pt>
                <c:pt idx="461">
                  <c:v>1</c:v>
                </c:pt>
                <c:pt idx="462">
                  <c:v>0</c:v>
                </c:pt>
                <c:pt idx="463">
                  <c:v>1</c:v>
                </c:pt>
                <c:pt idx="464">
                  <c:v>4</c:v>
                </c:pt>
                <c:pt idx="465">
                  <c:v>7</c:v>
                </c:pt>
                <c:pt idx="466">
                  <c:v>0</c:v>
                </c:pt>
                <c:pt idx="467">
                  <c:v>0</c:v>
                </c:pt>
                <c:pt idx="468">
                  <c:v>3</c:v>
                </c:pt>
                <c:pt idx="469">
                  <c:v>5</c:v>
                </c:pt>
                <c:pt idx="470">
                  <c:v>2</c:v>
                </c:pt>
                <c:pt idx="471">
                  <c:v>1</c:v>
                </c:pt>
                <c:pt idx="472">
                  <c:v>4</c:v>
                </c:pt>
                <c:pt idx="473">
                  <c:v>9</c:v>
                </c:pt>
                <c:pt idx="474">
                  <c:v>8</c:v>
                </c:pt>
                <c:pt idx="475">
                  <c:v>5</c:v>
                </c:pt>
                <c:pt idx="476">
                  <c:v>1</c:v>
                </c:pt>
                <c:pt idx="477">
                  <c:v>2</c:v>
                </c:pt>
                <c:pt idx="478">
                  <c:v>4</c:v>
                </c:pt>
                <c:pt idx="479">
                  <c:v>0</c:v>
                </c:pt>
                <c:pt idx="480">
                  <c:v>4</c:v>
                </c:pt>
                <c:pt idx="481">
                  <c:v>3</c:v>
                </c:pt>
                <c:pt idx="482">
                  <c:v>0</c:v>
                </c:pt>
                <c:pt idx="483">
                  <c:v>2</c:v>
                </c:pt>
                <c:pt idx="484">
                  <c:v>7</c:v>
                </c:pt>
                <c:pt idx="485">
                  <c:v>1</c:v>
                </c:pt>
                <c:pt idx="486">
                  <c:v>0</c:v>
                </c:pt>
                <c:pt idx="487">
                  <c:v>6</c:v>
                </c:pt>
                <c:pt idx="488">
                  <c:v>2</c:v>
                </c:pt>
                <c:pt idx="489">
                  <c:v>9</c:v>
                </c:pt>
                <c:pt idx="490">
                  <c:v>9</c:v>
                </c:pt>
                <c:pt idx="491">
                  <c:v>3</c:v>
                </c:pt>
                <c:pt idx="492">
                  <c:v>4</c:v>
                </c:pt>
                <c:pt idx="493">
                  <c:v>4</c:v>
                </c:pt>
                <c:pt idx="494">
                  <c:v>4</c:v>
                </c:pt>
                <c:pt idx="495">
                  <c:v>9</c:v>
                </c:pt>
                <c:pt idx="496">
                  <c:v>2</c:v>
                </c:pt>
                <c:pt idx="497">
                  <c:v>1</c:v>
                </c:pt>
                <c:pt idx="498">
                  <c:v>8</c:v>
                </c:pt>
                <c:pt idx="499">
                  <c:v>4</c:v>
                </c:pt>
                <c:pt idx="500">
                  <c:v>1</c:v>
                </c:pt>
                <c:pt idx="501">
                  <c:v>3</c:v>
                </c:pt>
                <c:pt idx="502">
                  <c:v>1</c:v>
                </c:pt>
                <c:pt idx="503">
                  <c:v>4</c:v>
                </c:pt>
                <c:pt idx="504">
                  <c:v>1</c:v>
                </c:pt>
                <c:pt idx="505">
                  <c:v>1</c:v>
                </c:pt>
                <c:pt idx="506">
                  <c:v>1</c:v>
                </c:pt>
                <c:pt idx="507">
                  <c:v>2</c:v>
                </c:pt>
                <c:pt idx="508">
                  <c:v>0</c:v>
                </c:pt>
                <c:pt idx="509">
                  <c:v>4</c:v>
                </c:pt>
                <c:pt idx="510">
                  <c:v>5</c:v>
                </c:pt>
                <c:pt idx="511">
                  <c:v>6</c:v>
                </c:pt>
                <c:pt idx="512">
                  <c:v>3</c:v>
                </c:pt>
                <c:pt idx="513">
                  <c:v>4</c:v>
                </c:pt>
                <c:pt idx="514">
                  <c:v>31</c:v>
                </c:pt>
                <c:pt idx="515">
                  <c:v>0</c:v>
                </c:pt>
                <c:pt idx="516">
                  <c:v>2</c:v>
                </c:pt>
                <c:pt idx="517">
                  <c:v>2</c:v>
                </c:pt>
                <c:pt idx="518">
                  <c:v>1</c:v>
                </c:pt>
                <c:pt idx="519">
                  <c:v>0</c:v>
                </c:pt>
                <c:pt idx="520">
                  <c:v>1</c:v>
                </c:pt>
                <c:pt idx="521">
                  <c:v>0</c:v>
                </c:pt>
                <c:pt idx="522">
                  <c:v>0</c:v>
                </c:pt>
                <c:pt idx="523">
                  <c:v>3</c:v>
                </c:pt>
                <c:pt idx="524">
                  <c:v>6</c:v>
                </c:pt>
                <c:pt idx="525">
                  <c:v>1</c:v>
                </c:pt>
                <c:pt idx="526">
                  <c:v>5</c:v>
                </c:pt>
                <c:pt idx="527">
                  <c:v>5</c:v>
                </c:pt>
                <c:pt idx="528">
                  <c:v>0</c:v>
                </c:pt>
                <c:pt idx="529">
                  <c:v>1</c:v>
                </c:pt>
                <c:pt idx="530">
                  <c:v>22</c:v>
                </c:pt>
                <c:pt idx="531">
                  <c:v>5</c:v>
                </c:pt>
                <c:pt idx="532">
                  <c:v>6</c:v>
                </c:pt>
                <c:pt idx="533">
                  <c:v>15</c:v>
                </c:pt>
                <c:pt idx="534">
                  <c:v>12</c:v>
                </c:pt>
                <c:pt idx="535">
                  <c:v>17</c:v>
                </c:pt>
                <c:pt idx="536">
                  <c:v>4</c:v>
                </c:pt>
                <c:pt idx="537">
                  <c:v>14</c:v>
                </c:pt>
                <c:pt idx="538">
                  <c:v>3</c:v>
                </c:pt>
                <c:pt idx="539">
                  <c:v>6</c:v>
                </c:pt>
                <c:pt idx="540">
                  <c:v>3</c:v>
                </c:pt>
                <c:pt idx="541">
                  <c:v>0</c:v>
                </c:pt>
                <c:pt idx="542">
                  <c:v>1</c:v>
                </c:pt>
                <c:pt idx="543">
                  <c:v>0</c:v>
                </c:pt>
                <c:pt idx="544">
                  <c:v>2</c:v>
                </c:pt>
                <c:pt idx="545">
                  <c:v>1</c:v>
                </c:pt>
                <c:pt idx="546">
                  <c:v>0</c:v>
                </c:pt>
                <c:pt idx="547">
                  <c:v>1</c:v>
                </c:pt>
                <c:pt idx="548">
                  <c:v>3</c:v>
                </c:pt>
                <c:pt idx="549">
                  <c:v>2</c:v>
                </c:pt>
                <c:pt idx="550">
                  <c:v>1</c:v>
                </c:pt>
                <c:pt idx="551">
                  <c:v>0</c:v>
                </c:pt>
                <c:pt idx="552">
                  <c:v>0</c:v>
                </c:pt>
                <c:pt idx="553">
                  <c:v>9</c:v>
                </c:pt>
                <c:pt idx="554">
                  <c:v>5</c:v>
                </c:pt>
                <c:pt idx="555">
                  <c:v>10</c:v>
                </c:pt>
                <c:pt idx="556">
                  <c:v>0</c:v>
                </c:pt>
                <c:pt idx="557">
                  <c:v>7</c:v>
                </c:pt>
                <c:pt idx="558">
                  <c:v>6</c:v>
                </c:pt>
                <c:pt idx="559">
                  <c:v>2</c:v>
                </c:pt>
                <c:pt idx="560">
                  <c:v>0</c:v>
                </c:pt>
                <c:pt idx="561">
                  <c:v>3</c:v>
                </c:pt>
                <c:pt idx="562">
                  <c:v>0</c:v>
                </c:pt>
                <c:pt idx="563">
                  <c:v>2</c:v>
                </c:pt>
                <c:pt idx="564">
                  <c:v>1</c:v>
                </c:pt>
                <c:pt idx="565">
                  <c:v>1</c:v>
                </c:pt>
                <c:pt idx="566">
                  <c:v>0</c:v>
                </c:pt>
                <c:pt idx="567">
                  <c:v>3</c:v>
                </c:pt>
                <c:pt idx="568">
                  <c:v>0</c:v>
                </c:pt>
                <c:pt idx="569">
                  <c:v>1</c:v>
                </c:pt>
                <c:pt idx="570">
                  <c:v>1</c:v>
                </c:pt>
                <c:pt idx="571">
                  <c:v>0</c:v>
                </c:pt>
                <c:pt idx="572">
                  <c:v>5</c:v>
                </c:pt>
                <c:pt idx="573">
                  <c:v>3</c:v>
                </c:pt>
                <c:pt idx="574">
                  <c:v>8</c:v>
                </c:pt>
                <c:pt idx="575">
                  <c:v>4</c:v>
                </c:pt>
                <c:pt idx="576">
                  <c:v>1</c:v>
                </c:pt>
                <c:pt idx="577">
                  <c:v>2</c:v>
                </c:pt>
                <c:pt idx="578">
                  <c:v>0</c:v>
                </c:pt>
                <c:pt idx="579">
                  <c:v>1</c:v>
                </c:pt>
                <c:pt idx="580">
                  <c:v>3</c:v>
                </c:pt>
                <c:pt idx="581">
                  <c:v>40</c:v>
                </c:pt>
                <c:pt idx="582">
                  <c:v>3</c:v>
                </c:pt>
                <c:pt idx="583">
                  <c:v>7</c:v>
                </c:pt>
                <c:pt idx="584">
                  <c:v>3</c:v>
                </c:pt>
                <c:pt idx="585">
                  <c:v>2</c:v>
                </c:pt>
                <c:pt idx="586">
                  <c:v>7</c:v>
                </c:pt>
                <c:pt idx="587">
                  <c:v>2</c:v>
                </c:pt>
                <c:pt idx="588">
                  <c:v>1</c:v>
                </c:pt>
                <c:pt idx="589">
                  <c:v>3</c:v>
                </c:pt>
                <c:pt idx="590">
                  <c:v>10</c:v>
                </c:pt>
                <c:pt idx="591">
                  <c:v>5</c:v>
                </c:pt>
                <c:pt idx="592">
                  <c:v>2</c:v>
                </c:pt>
                <c:pt idx="593">
                  <c:v>1</c:v>
                </c:pt>
                <c:pt idx="594">
                  <c:v>1</c:v>
                </c:pt>
                <c:pt idx="595">
                  <c:v>1</c:v>
                </c:pt>
                <c:pt idx="596">
                  <c:v>2</c:v>
                </c:pt>
                <c:pt idx="597">
                  <c:v>3</c:v>
                </c:pt>
                <c:pt idx="598">
                  <c:v>2</c:v>
                </c:pt>
                <c:pt idx="599">
                  <c:v>1</c:v>
                </c:pt>
                <c:pt idx="600">
                  <c:v>8</c:v>
                </c:pt>
                <c:pt idx="601">
                  <c:v>11</c:v>
                </c:pt>
                <c:pt idx="602">
                  <c:v>12</c:v>
                </c:pt>
                <c:pt idx="603">
                  <c:v>1</c:v>
                </c:pt>
                <c:pt idx="604">
                  <c:v>0</c:v>
                </c:pt>
                <c:pt idx="605">
                  <c:v>0</c:v>
                </c:pt>
                <c:pt idx="606">
                  <c:v>5</c:v>
                </c:pt>
                <c:pt idx="607">
                  <c:v>4</c:v>
                </c:pt>
                <c:pt idx="608">
                  <c:v>10</c:v>
                </c:pt>
                <c:pt idx="609">
                  <c:v>0</c:v>
                </c:pt>
                <c:pt idx="610">
                  <c:v>2</c:v>
                </c:pt>
                <c:pt idx="611">
                  <c:v>1</c:v>
                </c:pt>
                <c:pt idx="612">
                  <c:v>0</c:v>
                </c:pt>
                <c:pt idx="613">
                  <c:v>2</c:v>
                </c:pt>
                <c:pt idx="614">
                  <c:v>7</c:v>
                </c:pt>
                <c:pt idx="615">
                  <c:v>2</c:v>
                </c:pt>
                <c:pt idx="616">
                  <c:v>2</c:v>
                </c:pt>
                <c:pt idx="617">
                  <c:v>3</c:v>
                </c:pt>
                <c:pt idx="618">
                  <c:v>1</c:v>
                </c:pt>
                <c:pt idx="619">
                  <c:v>9</c:v>
                </c:pt>
                <c:pt idx="620">
                  <c:v>23</c:v>
                </c:pt>
                <c:pt idx="621">
                  <c:v>60</c:v>
                </c:pt>
                <c:pt idx="622">
                  <c:v>1</c:v>
                </c:pt>
                <c:pt idx="623">
                  <c:v>4</c:v>
                </c:pt>
                <c:pt idx="624">
                  <c:v>2</c:v>
                </c:pt>
                <c:pt idx="625">
                  <c:v>1</c:v>
                </c:pt>
                <c:pt idx="626">
                  <c:v>1</c:v>
                </c:pt>
                <c:pt idx="627">
                  <c:v>6</c:v>
                </c:pt>
                <c:pt idx="628">
                  <c:v>50</c:v>
                </c:pt>
                <c:pt idx="629">
                  <c:v>52</c:v>
                </c:pt>
                <c:pt idx="630">
                  <c:v>1</c:v>
                </c:pt>
                <c:pt idx="631">
                  <c:v>1</c:v>
                </c:pt>
                <c:pt idx="632">
                  <c:v>0</c:v>
                </c:pt>
                <c:pt idx="633">
                  <c:v>21</c:v>
                </c:pt>
                <c:pt idx="634">
                  <c:v>16</c:v>
                </c:pt>
                <c:pt idx="635">
                  <c:v>5</c:v>
                </c:pt>
                <c:pt idx="636">
                  <c:v>5</c:v>
                </c:pt>
                <c:pt idx="637">
                  <c:v>1</c:v>
                </c:pt>
                <c:pt idx="638">
                  <c:v>2</c:v>
                </c:pt>
                <c:pt idx="639">
                  <c:v>4</c:v>
                </c:pt>
                <c:pt idx="640">
                  <c:v>0</c:v>
                </c:pt>
                <c:pt idx="641">
                  <c:v>6</c:v>
                </c:pt>
                <c:pt idx="642">
                  <c:v>1</c:v>
                </c:pt>
                <c:pt idx="643">
                  <c:v>9</c:v>
                </c:pt>
                <c:pt idx="644">
                  <c:v>6</c:v>
                </c:pt>
                <c:pt idx="645">
                  <c:v>8</c:v>
                </c:pt>
                <c:pt idx="646">
                  <c:v>5</c:v>
                </c:pt>
                <c:pt idx="647">
                  <c:v>1</c:v>
                </c:pt>
                <c:pt idx="648">
                  <c:v>1</c:v>
                </c:pt>
                <c:pt idx="649">
                  <c:v>8</c:v>
                </c:pt>
                <c:pt idx="650">
                  <c:v>10</c:v>
                </c:pt>
                <c:pt idx="651">
                  <c:v>5</c:v>
                </c:pt>
                <c:pt idx="652">
                  <c:v>2</c:v>
                </c:pt>
                <c:pt idx="653">
                  <c:v>0</c:v>
                </c:pt>
                <c:pt idx="654">
                  <c:v>5</c:v>
                </c:pt>
                <c:pt idx="655">
                  <c:v>2</c:v>
                </c:pt>
                <c:pt idx="656">
                  <c:v>4</c:v>
                </c:pt>
                <c:pt idx="657">
                  <c:v>8</c:v>
                </c:pt>
                <c:pt idx="658">
                  <c:v>0</c:v>
                </c:pt>
                <c:pt idx="659">
                  <c:v>2</c:v>
                </c:pt>
                <c:pt idx="660">
                  <c:v>3</c:v>
                </c:pt>
                <c:pt idx="661">
                  <c:v>16</c:v>
                </c:pt>
                <c:pt idx="662">
                  <c:v>5</c:v>
                </c:pt>
                <c:pt idx="663">
                  <c:v>2</c:v>
                </c:pt>
                <c:pt idx="664">
                  <c:v>1</c:v>
                </c:pt>
                <c:pt idx="665">
                  <c:v>3</c:v>
                </c:pt>
                <c:pt idx="666">
                  <c:v>0</c:v>
                </c:pt>
                <c:pt idx="667">
                  <c:v>1</c:v>
                </c:pt>
                <c:pt idx="668">
                  <c:v>2</c:v>
                </c:pt>
                <c:pt idx="669">
                  <c:v>6</c:v>
                </c:pt>
                <c:pt idx="670">
                  <c:v>1</c:v>
                </c:pt>
                <c:pt idx="671">
                  <c:v>0</c:v>
                </c:pt>
                <c:pt idx="672">
                  <c:v>0</c:v>
                </c:pt>
                <c:pt idx="673">
                  <c:v>12</c:v>
                </c:pt>
                <c:pt idx="674">
                  <c:v>6</c:v>
                </c:pt>
                <c:pt idx="675">
                  <c:v>0</c:v>
                </c:pt>
                <c:pt idx="676">
                  <c:v>1</c:v>
                </c:pt>
                <c:pt idx="677">
                  <c:v>0</c:v>
                </c:pt>
                <c:pt idx="678">
                  <c:v>0</c:v>
                </c:pt>
                <c:pt idx="679">
                  <c:v>2</c:v>
                </c:pt>
                <c:pt idx="680">
                  <c:v>1</c:v>
                </c:pt>
                <c:pt idx="681">
                  <c:v>5</c:v>
                </c:pt>
                <c:pt idx="682">
                  <c:v>0</c:v>
                </c:pt>
                <c:pt idx="683">
                  <c:v>0</c:v>
                </c:pt>
                <c:pt idx="684">
                  <c:v>0</c:v>
                </c:pt>
                <c:pt idx="685">
                  <c:v>1</c:v>
                </c:pt>
                <c:pt idx="686">
                  <c:v>6</c:v>
                </c:pt>
                <c:pt idx="687">
                  <c:v>3</c:v>
                </c:pt>
                <c:pt idx="688">
                  <c:v>13</c:v>
                </c:pt>
                <c:pt idx="689">
                  <c:v>2</c:v>
                </c:pt>
                <c:pt idx="690">
                  <c:v>1</c:v>
                </c:pt>
                <c:pt idx="691">
                  <c:v>0</c:v>
                </c:pt>
                <c:pt idx="692">
                  <c:v>3</c:v>
                </c:pt>
                <c:pt idx="693">
                  <c:v>4</c:v>
                </c:pt>
                <c:pt idx="694">
                  <c:v>1</c:v>
                </c:pt>
                <c:pt idx="695">
                  <c:v>4</c:v>
                </c:pt>
                <c:pt idx="696">
                  <c:v>5</c:v>
                </c:pt>
                <c:pt idx="697">
                  <c:v>26</c:v>
                </c:pt>
                <c:pt idx="698">
                  <c:v>1</c:v>
                </c:pt>
                <c:pt idx="699">
                  <c:v>4</c:v>
                </c:pt>
                <c:pt idx="700">
                  <c:v>0</c:v>
                </c:pt>
                <c:pt idx="701">
                  <c:v>0</c:v>
                </c:pt>
                <c:pt idx="702">
                  <c:v>2</c:v>
                </c:pt>
                <c:pt idx="703">
                  <c:v>4</c:v>
                </c:pt>
                <c:pt idx="704">
                  <c:v>2</c:v>
                </c:pt>
                <c:pt idx="705">
                  <c:v>0</c:v>
                </c:pt>
                <c:pt idx="706">
                  <c:v>0</c:v>
                </c:pt>
                <c:pt idx="707">
                  <c:v>2</c:v>
                </c:pt>
                <c:pt idx="708">
                  <c:v>2</c:v>
                </c:pt>
                <c:pt idx="709">
                  <c:v>0</c:v>
                </c:pt>
                <c:pt idx="710">
                  <c:v>0</c:v>
                </c:pt>
                <c:pt idx="711">
                  <c:v>7</c:v>
                </c:pt>
                <c:pt idx="712">
                  <c:v>2</c:v>
                </c:pt>
                <c:pt idx="713">
                  <c:v>8</c:v>
                </c:pt>
                <c:pt idx="714">
                  <c:v>2</c:v>
                </c:pt>
                <c:pt idx="715">
                  <c:v>2</c:v>
                </c:pt>
                <c:pt idx="716">
                  <c:v>1</c:v>
                </c:pt>
                <c:pt idx="717">
                  <c:v>0</c:v>
                </c:pt>
                <c:pt idx="718">
                  <c:v>0</c:v>
                </c:pt>
                <c:pt idx="719">
                  <c:v>3</c:v>
                </c:pt>
                <c:pt idx="720">
                  <c:v>1</c:v>
                </c:pt>
                <c:pt idx="721">
                  <c:v>2</c:v>
                </c:pt>
                <c:pt idx="722">
                  <c:v>1</c:v>
                </c:pt>
                <c:pt idx="723">
                  <c:v>2</c:v>
                </c:pt>
                <c:pt idx="724">
                  <c:v>5</c:v>
                </c:pt>
                <c:pt idx="725">
                  <c:v>2</c:v>
                </c:pt>
                <c:pt idx="726">
                  <c:v>4</c:v>
                </c:pt>
                <c:pt idx="727">
                  <c:v>2</c:v>
                </c:pt>
                <c:pt idx="728">
                  <c:v>14</c:v>
                </c:pt>
                <c:pt idx="729">
                  <c:v>2</c:v>
                </c:pt>
                <c:pt idx="730">
                  <c:v>5</c:v>
                </c:pt>
                <c:pt idx="731">
                  <c:v>0</c:v>
                </c:pt>
                <c:pt idx="732">
                  <c:v>4</c:v>
                </c:pt>
                <c:pt idx="733">
                  <c:v>0</c:v>
                </c:pt>
                <c:pt idx="734">
                  <c:v>2</c:v>
                </c:pt>
                <c:pt idx="735">
                  <c:v>0</c:v>
                </c:pt>
                <c:pt idx="736">
                  <c:v>5</c:v>
                </c:pt>
                <c:pt idx="737">
                  <c:v>1</c:v>
                </c:pt>
                <c:pt idx="738">
                  <c:v>4</c:v>
                </c:pt>
                <c:pt idx="739">
                  <c:v>3</c:v>
                </c:pt>
                <c:pt idx="740">
                  <c:v>10</c:v>
                </c:pt>
                <c:pt idx="741">
                  <c:v>0</c:v>
                </c:pt>
                <c:pt idx="742">
                  <c:v>1</c:v>
                </c:pt>
                <c:pt idx="743">
                  <c:v>4</c:v>
                </c:pt>
                <c:pt idx="744">
                  <c:v>6</c:v>
                </c:pt>
                <c:pt idx="745">
                  <c:v>4</c:v>
                </c:pt>
                <c:pt idx="746">
                  <c:v>2</c:v>
                </c:pt>
                <c:pt idx="747">
                  <c:v>1</c:v>
                </c:pt>
                <c:pt idx="748">
                  <c:v>0</c:v>
                </c:pt>
                <c:pt idx="749">
                  <c:v>0</c:v>
                </c:pt>
                <c:pt idx="750">
                  <c:v>1</c:v>
                </c:pt>
                <c:pt idx="751">
                  <c:v>4</c:v>
                </c:pt>
                <c:pt idx="752">
                  <c:v>10</c:v>
                </c:pt>
                <c:pt idx="753">
                  <c:v>7</c:v>
                </c:pt>
                <c:pt idx="754">
                  <c:v>0</c:v>
                </c:pt>
                <c:pt idx="755">
                  <c:v>5</c:v>
                </c:pt>
                <c:pt idx="756">
                  <c:v>0</c:v>
                </c:pt>
                <c:pt idx="757">
                  <c:v>2</c:v>
                </c:pt>
                <c:pt idx="758">
                  <c:v>1</c:v>
                </c:pt>
                <c:pt idx="759">
                  <c:v>9</c:v>
                </c:pt>
                <c:pt idx="760">
                  <c:v>6</c:v>
                </c:pt>
                <c:pt idx="761">
                  <c:v>3</c:v>
                </c:pt>
                <c:pt idx="762">
                  <c:v>6</c:v>
                </c:pt>
                <c:pt idx="763">
                  <c:v>1</c:v>
                </c:pt>
                <c:pt idx="764">
                  <c:v>2</c:v>
                </c:pt>
                <c:pt idx="765">
                  <c:v>1</c:v>
                </c:pt>
                <c:pt idx="766">
                  <c:v>0</c:v>
                </c:pt>
                <c:pt idx="767">
                  <c:v>1</c:v>
                </c:pt>
                <c:pt idx="768">
                  <c:v>0</c:v>
                </c:pt>
                <c:pt idx="769">
                  <c:v>3</c:v>
                </c:pt>
                <c:pt idx="770">
                  <c:v>1</c:v>
                </c:pt>
                <c:pt idx="771">
                  <c:v>2</c:v>
                </c:pt>
                <c:pt idx="772">
                  <c:v>1</c:v>
                </c:pt>
                <c:pt idx="773">
                  <c:v>1</c:v>
                </c:pt>
                <c:pt idx="774">
                  <c:v>1</c:v>
                </c:pt>
                <c:pt idx="775">
                  <c:v>0</c:v>
                </c:pt>
                <c:pt idx="776">
                  <c:v>1</c:v>
                </c:pt>
                <c:pt idx="777">
                  <c:v>1</c:v>
                </c:pt>
                <c:pt idx="778">
                  <c:v>1</c:v>
                </c:pt>
                <c:pt idx="779">
                  <c:v>4</c:v>
                </c:pt>
                <c:pt idx="780">
                  <c:v>6</c:v>
                </c:pt>
                <c:pt idx="781">
                  <c:v>8</c:v>
                </c:pt>
                <c:pt idx="782">
                  <c:v>5</c:v>
                </c:pt>
                <c:pt idx="783">
                  <c:v>27</c:v>
                </c:pt>
                <c:pt idx="784">
                  <c:v>21</c:v>
                </c:pt>
                <c:pt idx="785">
                  <c:v>10</c:v>
                </c:pt>
                <c:pt idx="786">
                  <c:v>27</c:v>
                </c:pt>
                <c:pt idx="787">
                  <c:v>21</c:v>
                </c:pt>
                <c:pt idx="788">
                  <c:v>5</c:v>
                </c:pt>
                <c:pt idx="789">
                  <c:v>3</c:v>
                </c:pt>
                <c:pt idx="790">
                  <c:v>0</c:v>
                </c:pt>
                <c:pt idx="791">
                  <c:v>3</c:v>
                </c:pt>
                <c:pt idx="792">
                  <c:v>1</c:v>
                </c:pt>
                <c:pt idx="793">
                  <c:v>1</c:v>
                </c:pt>
                <c:pt idx="794">
                  <c:v>0</c:v>
                </c:pt>
                <c:pt idx="795">
                  <c:v>10</c:v>
                </c:pt>
                <c:pt idx="796">
                  <c:v>2</c:v>
                </c:pt>
                <c:pt idx="797">
                  <c:v>0</c:v>
                </c:pt>
                <c:pt idx="798">
                  <c:v>5</c:v>
                </c:pt>
                <c:pt idx="799">
                  <c:v>4</c:v>
                </c:pt>
                <c:pt idx="800">
                  <c:v>5</c:v>
                </c:pt>
                <c:pt idx="801">
                  <c:v>2</c:v>
                </c:pt>
                <c:pt idx="802">
                  <c:v>7</c:v>
                </c:pt>
                <c:pt idx="803">
                  <c:v>1</c:v>
                </c:pt>
                <c:pt idx="804">
                  <c:v>4</c:v>
                </c:pt>
                <c:pt idx="805">
                  <c:v>6</c:v>
                </c:pt>
                <c:pt idx="806">
                  <c:v>0</c:v>
                </c:pt>
                <c:pt idx="807">
                  <c:v>0</c:v>
                </c:pt>
                <c:pt idx="808">
                  <c:v>5</c:v>
                </c:pt>
                <c:pt idx="809">
                  <c:v>1</c:v>
                </c:pt>
                <c:pt idx="810">
                  <c:v>0</c:v>
                </c:pt>
                <c:pt idx="811">
                  <c:v>0</c:v>
                </c:pt>
                <c:pt idx="812">
                  <c:v>0</c:v>
                </c:pt>
                <c:pt idx="813">
                  <c:v>1</c:v>
                </c:pt>
                <c:pt idx="814">
                  <c:v>1</c:v>
                </c:pt>
                <c:pt idx="815">
                  <c:v>1</c:v>
                </c:pt>
                <c:pt idx="816">
                  <c:v>3</c:v>
                </c:pt>
                <c:pt idx="817">
                  <c:v>0</c:v>
                </c:pt>
                <c:pt idx="818">
                  <c:v>1</c:v>
                </c:pt>
                <c:pt idx="819">
                  <c:v>3</c:v>
                </c:pt>
                <c:pt idx="820">
                  <c:v>6</c:v>
                </c:pt>
                <c:pt idx="821">
                  <c:v>3</c:v>
                </c:pt>
                <c:pt idx="822">
                  <c:v>16</c:v>
                </c:pt>
                <c:pt idx="823">
                  <c:v>2</c:v>
                </c:pt>
                <c:pt idx="824">
                  <c:v>2</c:v>
                </c:pt>
                <c:pt idx="825">
                  <c:v>0</c:v>
                </c:pt>
                <c:pt idx="826">
                  <c:v>3</c:v>
                </c:pt>
                <c:pt idx="827">
                  <c:v>4</c:v>
                </c:pt>
                <c:pt idx="828">
                  <c:v>1</c:v>
                </c:pt>
                <c:pt idx="829">
                  <c:v>1</c:v>
                </c:pt>
                <c:pt idx="830">
                  <c:v>0</c:v>
                </c:pt>
                <c:pt idx="831">
                  <c:v>4</c:v>
                </c:pt>
                <c:pt idx="832">
                  <c:v>8</c:v>
                </c:pt>
                <c:pt idx="833">
                  <c:v>4</c:v>
                </c:pt>
                <c:pt idx="834">
                  <c:v>4</c:v>
                </c:pt>
                <c:pt idx="835">
                  <c:v>4</c:v>
                </c:pt>
                <c:pt idx="836">
                  <c:v>0</c:v>
                </c:pt>
                <c:pt idx="837">
                  <c:v>1</c:v>
                </c:pt>
                <c:pt idx="838">
                  <c:v>1</c:v>
                </c:pt>
                <c:pt idx="839">
                  <c:v>0</c:v>
                </c:pt>
                <c:pt idx="840">
                  <c:v>14</c:v>
                </c:pt>
                <c:pt idx="841">
                  <c:v>2</c:v>
                </c:pt>
                <c:pt idx="842">
                  <c:v>1</c:v>
                </c:pt>
                <c:pt idx="843">
                  <c:v>7</c:v>
                </c:pt>
                <c:pt idx="844">
                  <c:v>2</c:v>
                </c:pt>
                <c:pt idx="845">
                  <c:v>1</c:v>
                </c:pt>
                <c:pt idx="846">
                  <c:v>2</c:v>
                </c:pt>
                <c:pt idx="847">
                  <c:v>0</c:v>
                </c:pt>
                <c:pt idx="848">
                  <c:v>4</c:v>
                </c:pt>
                <c:pt idx="849">
                  <c:v>1</c:v>
                </c:pt>
                <c:pt idx="850">
                  <c:v>2</c:v>
                </c:pt>
                <c:pt idx="851">
                  <c:v>2</c:v>
                </c:pt>
                <c:pt idx="852">
                  <c:v>0</c:v>
                </c:pt>
                <c:pt idx="853">
                  <c:v>2</c:v>
                </c:pt>
                <c:pt idx="854">
                  <c:v>3</c:v>
                </c:pt>
                <c:pt idx="855">
                  <c:v>4</c:v>
                </c:pt>
                <c:pt idx="856">
                  <c:v>0</c:v>
                </c:pt>
                <c:pt idx="857">
                  <c:v>5</c:v>
                </c:pt>
                <c:pt idx="858">
                  <c:v>4</c:v>
                </c:pt>
                <c:pt idx="859">
                  <c:v>2</c:v>
                </c:pt>
                <c:pt idx="860">
                  <c:v>3</c:v>
                </c:pt>
                <c:pt idx="861">
                  <c:v>7</c:v>
                </c:pt>
                <c:pt idx="862">
                  <c:v>1</c:v>
                </c:pt>
                <c:pt idx="863">
                  <c:v>0</c:v>
                </c:pt>
                <c:pt idx="864">
                  <c:v>2</c:v>
                </c:pt>
                <c:pt idx="865">
                  <c:v>1</c:v>
                </c:pt>
                <c:pt idx="866">
                  <c:v>0</c:v>
                </c:pt>
                <c:pt idx="867">
                  <c:v>3</c:v>
                </c:pt>
                <c:pt idx="868">
                  <c:v>4</c:v>
                </c:pt>
                <c:pt idx="869">
                  <c:v>0</c:v>
                </c:pt>
                <c:pt idx="870">
                  <c:v>4</c:v>
                </c:pt>
                <c:pt idx="871">
                  <c:v>13</c:v>
                </c:pt>
                <c:pt idx="872">
                  <c:v>9</c:v>
                </c:pt>
                <c:pt idx="873">
                  <c:v>0</c:v>
                </c:pt>
                <c:pt idx="874">
                  <c:v>1</c:v>
                </c:pt>
                <c:pt idx="875">
                  <c:v>0</c:v>
                </c:pt>
                <c:pt idx="876">
                  <c:v>1</c:v>
                </c:pt>
                <c:pt idx="877">
                  <c:v>0</c:v>
                </c:pt>
                <c:pt idx="878">
                  <c:v>3</c:v>
                </c:pt>
                <c:pt idx="879">
                  <c:v>2</c:v>
                </c:pt>
                <c:pt idx="880">
                  <c:v>2</c:v>
                </c:pt>
                <c:pt idx="881">
                  <c:v>1</c:v>
                </c:pt>
                <c:pt idx="882">
                  <c:v>0</c:v>
                </c:pt>
                <c:pt idx="883">
                  <c:v>0</c:v>
                </c:pt>
                <c:pt idx="884">
                  <c:v>1</c:v>
                </c:pt>
                <c:pt idx="885">
                  <c:v>2</c:v>
                </c:pt>
                <c:pt idx="886">
                  <c:v>3</c:v>
                </c:pt>
                <c:pt idx="887">
                  <c:v>1</c:v>
                </c:pt>
                <c:pt idx="888">
                  <c:v>0</c:v>
                </c:pt>
                <c:pt idx="889">
                  <c:v>0</c:v>
                </c:pt>
                <c:pt idx="890">
                  <c:v>1</c:v>
                </c:pt>
                <c:pt idx="891">
                  <c:v>1</c:v>
                </c:pt>
                <c:pt idx="892">
                  <c:v>2</c:v>
                </c:pt>
                <c:pt idx="893">
                  <c:v>0</c:v>
                </c:pt>
                <c:pt idx="894">
                  <c:v>2</c:v>
                </c:pt>
                <c:pt idx="895">
                  <c:v>1</c:v>
                </c:pt>
                <c:pt idx="896">
                  <c:v>0</c:v>
                </c:pt>
                <c:pt idx="897">
                  <c:v>1</c:v>
                </c:pt>
                <c:pt idx="898">
                  <c:v>0</c:v>
                </c:pt>
                <c:pt idx="899">
                  <c:v>1</c:v>
                </c:pt>
                <c:pt idx="900">
                  <c:v>0</c:v>
                </c:pt>
                <c:pt idx="901">
                  <c:v>2</c:v>
                </c:pt>
                <c:pt idx="902">
                  <c:v>5</c:v>
                </c:pt>
                <c:pt idx="903">
                  <c:v>1</c:v>
                </c:pt>
                <c:pt idx="904">
                  <c:v>5</c:v>
                </c:pt>
                <c:pt idx="905">
                  <c:v>5</c:v>
                </c:pt>
                <c:pt idx="906">
                  <c:v>1</c:v>
                </c:pt>
                <c:pt idx="907">
                  <c:v>3</c:v>
                </c:pt>
                <c:pt idx="908">
                  <c:v>1</c:v>
                </c:pt>
                <c:pt idx="909">
                  <c:v>3</c:v>
                </c:pt>
                <c:pt idx="910">
                  <c:v>2</c:v>
                </c:pt>
                <c:pt idx="911">
                  <c:v>0</c:v>
                </c:pt>
                <c:pt idx="912">
                  <c:v>4</c:v>
                </c:pt>
                <c:pt idx="913">
                  <c:v>3</c:v>
                </c:pt>
                <c:pt idx="914">
                  <c:v>2</c:v>
                </c:pt>
                <c:pt idx="915">
                  <c:v>0</c:v>
                </c:pt>
                <c:pt idx="916">
                  <c:v>1</c:v>
                </c:pt>
                <c:pt idx="917">
                  <c:v>0</c:v>
                </c:pt>
                <c:pt idx="918">
                  <c:v>2</c:v>
                </c:pt>
                <c:pt idx="919">
                  <c:v>2</c:v>
                </c:pt>
                <c:pt idx="920">
                  <c:v>3</c:v>
                </c:pt>
                <c:pt idx="921">
                  <c:v>4</c:v>
                </c:pt>
                <c:pt idx="922">
                  <c:v>0</c:v>
                </c:pt>
                <c:pt idx="923">
                  <c:v>2</c:v>
                </c:pt>
                <c:pt idx="924">
                  <c:v>0</c:v>
                </c:pt>
                <c:pt idx="925">
                  <c:v>0</c:v>
                </c:pt>
                <c:pt idx="926">
                  <c:v>4</c:v>
                </c:pt>
                <c:pt idx="927">
                  <c:v>8</c:v>
                </c:pt>
                <c:pt idx="928">
                  <c:v>5</c:v>
                </c:pt>
                <c:pt idx="929">
                  <c:v>7</c:v>
                </c:pt>
                <c:pt idx="930">
                  <c:v>1</c:v>
                </c:pt>
                <c:pt idx="931">
                  <c:v>1</c:v>
                </c:pt>
                <c:pt idx="932">
                  <c:v>2</c:v>
                </c:pt>
                <c:pt idx="933">
                  <c:v>4</c:v>
                </c:pt>
                <c:pt idx="934">
                  <c:v>3</c:v>
                </c:pt>
                <c:pt idx="935">
                  <c:v>4</c:v>
                </c:pt>
                <c:pt idx="936">
                  <c:v>0</c:v>
                </c:pt>
                <c:pt idx="937">
                  <c:v>0</c:v>
                </c:pt>
                <c:pt idx="938">
                  <c:v>0</c:v>
                </c:pt>
                <c:pt idx="939">
                  <c:v>3</c:v>
                </c:pt>
                <c:pt idx="940">
                  <c:v>1</c:v>
                </c:pt>
                <c:pt idx="941">
                  <c:v>0</c:v>
                </c:pt>
                <c:pt idx="942">
                  <c:v>2</c:v>
                </c:pt>
                <c:pt idx="943">
                  <c:v>3</c:v>
                </c:pt>
                <c:pt idx="944">
                  <c:v>0</c:v>
                </c:pt>
                <c:pt idx="945">
                  <c:v>1</c:v>
                </c:pt>
                <c:pt idx="946">
                  <c:v>1</c:v>
                </c:pt>
                <c:pt idx="947">
                  <c:v>4</c:v>
                </c:pt>
                <c:pt idx="948">
                  <c:v>2</c:v>
                </c:pt>
                <c:pt idx="949">
                  <c:v>2</c:v>
                </c:pt>
                <c:pt idx="950">
                  <c:v>18</c:v>
                </c:pt>
                <c:pt idx="951">
                  <c:v>6</c:v>
                </c:pt>
                <c:pt idx="952">
                  <c:v>0</c:v>
                </c:pt>
                <c:pt idx="953">
                  <c:v>3</c:v>
                </c:pt>
                <c:pt idx="954">
                  <c:v>4</c:v>
                </c:pt>
                <c:pt idx="955">
                  <c:v>0</c:v>
                </c:pt>
                <c:pt idx="956">
                  <c:v>8</c:v>
                </c:pt>
                <c:pt idx="957">
                  <c:v>1</c:v>
                </c:pt>
                <c:pt idx="958">
                  <c:v>11</c:v>
                </c:pt>
                <c:pt idx="959">
                  <c:v>3</c:v>
                </c:pt>
                <c:pt idx="960">
                  <c:v>38</c:v>
                </c:pt>
                <c:pt idx="961">
                  <c:v>14</c:v>
                </c:pt>
                <c:pt idx="962">
                  <c:v>8</c:v>
                </c:pt>
                <c:pt idx="963">
                  <c:v>6</c:v>
                </c:pt>
                <c:pt idx="964">
                  <c:v>4</c:v>
                </c:pt>
                <c:pt idx="965">
                  <c:v>10</c:v>
                </c:pt>
                <c:pt idx="966">
                  <c:v>17</c:v>
                </c:pt>
                <c:pt idx="967">
                  <c:v>9</c:v>
                </c:pt>
                <c:pt idx="968">
                  <c:v>3</c:v>
                </c:pt>
                <c:pt idx="969">
                  <c:v>3</c:v>
                </c:pt>
                <c:pt idx="970">
                  <c:v>10</c:v>
                </c:pt>
                <c:pt idx="971">
                  <c:v>7</c:v>
                </c:pt>
                <c:pt idx="972">
                  <c:v>10</c:v>
                </c:pt>
                <c:pt idx="973">
                  <c:v>4</c:v>
                </c:pt>
                <c:pt idx="974">
                  <c:v>13</c:v>
                </c:pt>
                <c:pt idx="975">
                  <c:v>0</c:v>
                </c:pt>
                <c:pt idx="976">
                  <c:v>5</c:v>
                </c:pt>
                <c:pt idx="977">
                  <c:v>2</c:v>
                </c:pt>
                <c:pt idx="978">
                  <c:v>1</c:v>
                </c:pt>
                <c:pt idx="979">
                  <c:v>4</c:v>
                </c:pt>
                <c:pt idx="980">
                  <c:v>5</c:v>
                </c:pt>
                <c:pt idx="981">
                  <c:v>9</c:v>
                </c:pt>
                <c:pt idx="982">
                  <c:v>2</c:v>
                </c:pt>
                <c:pt idx="983">
                  <c:v>8</c:v>
                </c:pt>
                <c:pt idx="984">
                  <c:v>2</c:v>
                </c:pt>
                <c:pt idx="985">
                  <c:v>0</c:v>
                </c:pt>
                <c:pt idx="986">
                  <c:v>1</c:v>
                </c:pt>
                <c:pt idx="987">
                  <c:v>0</c:v>
                </c:pt>
                <c:pt idx="988">
                  <c:v>4</c:v>
                </c:pt>
                <c:pt idx="989">
                  <c:v>0</c:v>
                </c:pt>
                <c:pt idx="990">
                  <c:v>0</c:v>
                </c:pt>
                <c:pt idx="991">
                  <c:v>0</c:v>
                </c:pt>
                <c:pt idx="992">
                  <c:v>1</c:v>
                </c:pt>
                <c:pt idx="993">
                  <c:v>0</c:v>
                </c:pt>
                <c:pt idx="994">
                  <c:v>6</c:v>
                </c:pt>
                <c:pt idx="995">
                  <c:v>13</c:v>
                </c:pt>
                <c:pt idx="996">
                  <c:v>5</c:v>
                </c:pt>
                <c:pt idx="997">
                  <c:v>1</c:v>
                </c:pt>
                <c:pt idx="998">
                  <c:v>1</c:v>
                </c:pt>
                <c:pt idx="999">
                  <c:v>2</c:v>
                </c:pt>
                <c:pt idx="1000">
                  <c:v>0</c:v>
                </c:pt>
                <c:pt idx="1001">
                  <c:v>1</c:v>
                </c:pt>
                <c:pt idx="1002">
                  <c:v>2</c:v>
                </c:pt>
                <c:pt idx="1003">
                  <c:v>0</c:v>
                </c:pt>
                <c:pt idx="1004">
                  <c:v>5</c:v>
                </c:pt>
                <c:pt idx="1005">
                  <c:v>2</c:v>
                </c:pt>
                <c:pt idx="1006">
                  <c:v>2</c:v>
                </c:pt>
                <c:pt idx="1007">
                  <c:v>0</c:v>
                </c:pt>
                <c:pt idx="1008">
                  <c:v>1</c:v>
                </c:pt>
                <c:pt idx="1009">
                  <c:v>8</c:v>
                </c:pt>
                <c:pt idx="1010">
                  <c:v>2</c:v>
                </c:pt>
                <c:pt idx="1011">
                  <c:v>1</c:v>
                </c:pt>
                <c:pt idx="1012">
                  <c:v>0</c:v>
                </c:pt>
                <c:pt idx="1013">
                  <c:v>0</c:v>
                </c:pt>
                <c:pt idx="1014">
                  <c:v>7</c:v>
                </c:pt>
                <c:pt idx="1015">
                  <c:v>0</c:v>
                </c:pt>
                <c:pt idx="1016">
                  <c:v>4</c:v>
                </c:pt>
                <c:pt idx="1017">
                  <c:v>2</c:v>
                </c:pt>
                <c:pt idx="1018">
                  <c:v>0</c:v>
                </c:pt>
                <c:pt idx="1019">
                  <c:v>6</c:v>
                </c:pt>
                <c:pt idx="1020">
                  <c:v>4</c:v>
                </c:pt>
                <c:pt idx="1021">
                  <c:v>1</c:v>
                </c:pt>
                <c:pt idx="1022">
                  <c:v>1</c:v>
                </c:pt>
                <c:pt idx="1023">
                  <c:v>2</c:v>
                </c:pt>
                <c:pt idx="1024">
                  <c:v>2</c:v>
                </c:pt>
                <c:pt idx="1025">
                  <c:v>1</c:v>
                </c:pt>
                <c:pt idx="1026">
                  <c:v>8</c:v>
                </c:pt>
                <c:pt idx="1027">
                  <c:v>4</c:v>
                </c:pt>
                <c:pt idx="1028">
                  <c:v>3</c:v>
                </c:pt>
                <c:pt idx="1029">
                  <c:v>7</c:v>
                </c:pt>
                <c:pt idx="1030">
                  <c:v>1</c:v>
                </c:pt>
                <c:pt idx="1031">
                  <c:v>6</c:v>
                </c:pt>
                <c:pt idx="1032">
                  <c:v>2</c:v>
                </c:pt>
                <c:pt idx="1033">
                  <c:v>0</c:v>
                </c:pt>
                <c:pt idx="1034">
                  <c:v>1</c:v>
                </c:pt>
                <c:pt idx="1035">
                  <c:v>4</c:v>
                </c:pt>
                <c:pt idx="1036">
                  <c:v>12</c:v>
                </c:pt>
                <c:pt idx="1037">
                  <c:v>5</c:v>
                </c:pt>
                <c:pt idx="1038">
                  <c:v>1</c:v>
                </c:pt>
                <c:pt idx="1039">
                  <c:v>1</c:v>
                </c:pt>
                <c:pt idx="1040">
                  <c:v>2</c:v>
                </c:pt>
                <c:pt idx="1041">
                  <c:v>0</c:v>
                </c:pt>
                <c:pt idx="1042">
                  <c:v>1</c:v>
                </c:pt>
                <c:pt idx="1043">
                  <c:v>0</c:v>
                </c:pt>
                <c:pt idx="1044">
                  <c:v>0</c:v>
                </c:pt>
                <c:pt idx="1045">
                  <c:v>0</c:v>
                </c:pt>
                <c:pt idx="1046">
                  <c:v>0</c:v>
                </c:pt>
                <c:pt idx="1047">
                  <c:v>8</c:v>
                </c:pt>
                <c:pt idx="1048">
                  <c:v>7</c:v>
                </c:pt>
                <c:pt idx="1049">
                  <c:v>34</c:v>
                </c:pt>
                <c:pt idx="1050">
                  <c:v>0</c:v>
                </c:pt>
                <c:pt idx="1051">
                  <c:v>2</c:v>
                </c:pt>
                <c:pt idx="1052">
                  <c:v>1</c:v>
                </c:pt>
                <c:pt idx="1053">
                  <c:v>1</c:v>
                </c:pt>
                <c:pt idx="1054">
                  <c:v>0</c:v>
                </c:pt>
                <c:pt idx="1055">
                  <c:v>3</c:v>
                </c:pt>
                <c:pt idx="1056">
                  <c:v>1</c:v>
                </c:pt>
                <c:pt idx="1057">
                  <c:v>2</c:v>
                </c:pt>
                <c:pt idx="1058">
                  <c:v>1</c:v>
                </c:pt>
                <c:pt idx="1059">
                  <c:v>1</c:v>
                </c:pt>
                <c:pt idx="1060">
                  <c:v>7</c:v>
                </c:pt>
                <c:pt idx="1061">
                  <c:v>3</c:v>
                </c:pt>
                <c:pt idx="1062">
                  <c:v>1</c:v>
                </c:pt>
                <c:pt idx="1063">
                  <c:v>20</c:v>
                </c:pt>
                <c:pt idx="1064">
                  <c:v>3</c:v>
                </c:pt>
                <c:pt idx="1065">
                  <c:v>1</c:v>
                </c:pt>
                <c:pt idx="1066">
                  <c:v>3</c:v>
                </c:pt>
                <c:pt idx="1067">
                  <c:v>2</c:v>
                </c:pt>
                <c:pt idx="1068">
                  <c:v>4</c:v>
                </c:pt>
                <c:pt idx="1069">
                  <c:v>3</c:v>
                </c:pt>
                <c:pt idx="1070">
                  <c:v>0</c:v>
                </c:pt>
                <c:pt idx="1071">
                  <c:v>3</c:v>
                </c:pt>
                <c:pt idx="1072">
                  <c:v>3</c:v>
                </c:pt>
                <c:pt idx="1073">
                  <c:v>1</c:v>
                </c:pt>
                <c:pt idx="1074">
                  <c:v>5</c:v>
                </c:pt>
                <c:pt idx="1075">
                  <c:v>4</c:v>
                </c:pt>
                <c:pt idx="1076">
                  <c:v>5</c:v>
                </c:pt>
                <c:pt idx="1077">
                  <c:v>0</c:v>
                </c:pt>
                <c:pt idx="1078">
                  <c:v>0</c:v>
                </c:pt>
                <c:pt idx="1079">
                  <c:v>2</c:v>
                </c:pt>
                <c:pt idx="1080">
                  <c:v>3</c:v>
                </c:pt>
                <c:pt idx="1081">
                  <c:v>1</c:v>
                </c:pt>
                <c:pt idx="1082">
                  <c:v>0</c:v>
                </c:pt>
                <c:pt idx="1083">
                  <c:v>1</c:v>
                </c:pt>
                <c:pt idx="1084">
                  <c:v>4</c:v>
                </c:pt>
                <c:pt idx="1085">
                  <c:v>2</c:v>
                </c:pt>
                <c:pt idx="1086">
                  <c:v>3</c:v>
                </c:pt>
                <c:pt idx="1087">
                  <c:v>1</c:v>
                </c:pt>
                <c:pt idx="1088">
                  <c:v>0</c:v>
                </c:pt>
                <c:pt idx="1089">
                  <c:v>1</c:v>
                </c:pt>
                <c:pt idx="1090">
                  <c:v>1</c:v>
                </c:pt>
                <c:pt idx="1091">
                  <c:v>0</c:v>
                </c:pt>
                <c:pt idx="1092">
                  <c:v>1</c:v>
                </c:pt>
                <c:pt idx="1093">
                  <c:v>1</c:v>
                </c:pt>
                <c:pt idx="1094">
                  <c:v>1</c:v>
                </c:pt>
                <c:pt idx="1095">
                  <c:v>0</c:v>
                </c:pt>
                <c:pt idx="1096">
                  <c:v>0</c:v>
                </c:pt>
                <c:pt idx="1097">
                  <c:v>1</c:v>
                </c:pt>
                <c:pt idx="1098">
                  <c:v>1</c:v>
                </c:pt>
                <c:pt idx="1099">
                  <c:v>1</c:v>
                </c:pt>
                <c:pt idx="1100">
                  <c:v>0</c:v>
                </c:pt>
                <c:pt idx="1101">
                  <c:v>0</c:v>
                </c:pt>
                <c:pt idx="1102">
                  <c:v>0</c:v>
                </c:pt>
                <c:pt idx="1103">
                  <c:v>0</c:v>
                </c:pt>
                <c:pt idx="1104">
                  <c:v>0</c:v>
                </c:pt>
                <c:pt idx="1105">
                  <c:v>2</c:v>
                </c:pt>
                <c:pt idx="1106">
                  <c:v>0</c:v>
                </c:pt>
                <c:pt idx="1107">
                  <c:v>0</c:v>
                </c:pt>
                <c:pt idx="1108">
                  <c:v>4</c:v>
                </c:pt>
                <c:pt idx="1109">
                  <c:v>0</c:v>
                </c:pt>
                <c:pt idx="1110">
                  <c:v>6</c:v>
                </c:pt>
                <c:pt idx="1111">
                  <c:v>1</c:v>
                </c:pt>
                <c:pt idx="1112">
                  <c:v>0</c:v>
                </c:pt>
                <c:pt idx="1113">
                  <c:v>1</c:v>
                </c:pt>
                <c:pt idx="1114">
                  <c:v>1</c:v>
                </c:pt>
                <c:pt idx="1115">
                  <c:v>2</c:v>
                </c:pt>
                <c:pt idx="1116">
                  <c:v>2</c:v>
                </c:pt>
                <c:pt idx="1117">
                  <c:v>4</c:v>
                </c:pt>
                <c:pt idx="1118">
                  <c:v>17</c:v>
                </c:pt>
                <c:pt idx="1119">
                  <c:v>0</c:v>
                </c:pt>
                <c:pt idx="1120">
                  <c:v>0</c:v>
                </c:pt>
                <c:pt idx="1121">
                  <c:v>2</c:v>
                </c:pt>
                <c:pt idx="1122">
                  <c:v>0</c:v>
                </c:pt>
                <c:pt idx="1123">
                  <c:v>5</c:v>
                </c:pt>
                <c:pt idx="1124">
                  <c:v>2</c:v>
                </c:pt>
                <c:pt idx="1125">
                  <c:v>1</c:v>
                </c:pt>
                <c:pt idx="1126">
                  <c:v>0</c:v>
                </c:pt>
                <c:pt idx="1127">
                  <c:v>2</c:v>
                </c:pt>
                <c:pt idx="1128">
                  <c:v>2</c:v>
                </c:pt>
                <c:pt idx="1129">
                  <c:v>0</c:v>
                </c:pt>
                <c:pt idx="1130">
                  <c:v>1</c:v>
                </c:pt>
                <c:pt idx="1131">
                  <c:v>6</c:v>
                </c:pt>
                <c:pt idx="1132">
                  <c:v>1</c:v>
                </c:pt>
                <c:pt idx="1133">
                  <c:v>2</c:v>
                </c:pt>
                <c:pt idx="1134">
                  <c:v>2</c:v>
                </c:pt>
                <c:pt idx="1135">
                  <c:v>18</c:v>
                </c:pt>
                <c:pt idx="1136">
                  <c:v>5</c:v>
                </c:pt>
                <c:pt idx="1137">
                  <c:v>14</c:v>
                </c:pt>
                <c:pt idx="1138">
                  <c:v>3</c:v>
                </c:pt>
                <c:pt idx="1139">
                  <c:v>2</c:v>
                </c:pt>
                <c:pt idx="1140">
                  <c:v>2</c:v>
                </c:pt>
                <c:pt idx="1141">
                  <c:v>0</c:v>
                </c:pt>
                <c:pt idx="1142">
                  <c:v>0</c:v>
                </c:pt>
                <c:pt idx="1143">
                  <c:v>1</c:v>
                </c:pt>
                <c:pt idx="1144">
                  <c:v>0</c:v>
                </c:pt>
                <c:pt idx="1145">
                  <c:v>1</c:v>
                </c:pt>
                <c:pt idx="1146">
                  <c:v>1</c:v>
                </c:pt>
                <c:pt idx="1147">
                  <c:v>3</c:v>
                </c:pt>
                <c:pt idx="1148">
                  <c:v>6</c:v>
                </c:pt>
                <c:pt idx="1149">
                  <c:v>3</c:v>
                </c:pt>
                <c:pt idx="1150">
                  <c:v>7</c:v>
                </c:pt>
                <c:pt idx="1151">
                  <c:v>3</c:v>
                </c:pt>
                <c:pt idx="1152">
                  <c:v>3</c:v>
                </c:pt>
                <c:pt idx="1153">
                  <c:v>0</c:v>
                </c:pt>
                <c:pt idx="1154">
                  <c:v>1</c:v>
                </c:pt>
                <c:pt idx="1155">
                  <c:v>3</c:v>
                </c:pt>
                <c:pt idx="1156">
                  <c:v>0</c:v>
                </c:pt>
                <c:pt idx="1157">
                  <c:v>1</c:v>
                </c:pt>
                <c:pt idx="1158">
                  <c:v>1</c:v>
                </c:pt>
                <c:pt idx="1159">
                  <c:v>4</c:v>
                </c:pt>
                <c:pt idx="1160">
                  <c:v>0</c:v>
                </c:pt>
                <c:pt idx="1161">
                  <c:v>2</c:v>
                </c:pt>
                <c:pt idx="1162">
                  <c:v>10</c:v>
                </c:pt>
                <c:pt idx="1163">
                  <c:v>0</c:v>
                </c:pt>
                <c:pt idx="1164">
                  <c:v>1</c:v>
                </c:pt>
                <c:pt idx="1165">
                  <c:v>8</c:v>
                </c:pt>
                <c:pt idx="1166">
                  <c:v>2</c:v>
                </c:pt>
                <c:pt idx="1167">
                  <c:v>0</c:v>
                </c:pt>
                <c:pt idx="1168">
                  <c:v>1</c:v>
                </c:pt>
                <c:pt idx="1169">
                  <c:v>0</c:v>
                </c:pt>
                <c:pt idx="1170">
                  <c:v>6</c:v>
                </c:pt>
                <c:pt idx="1171">
                  <c:v>2</c:v>
                </c:pt>
                <c:pt idx="1172">
                  <c:v>1</c:v>
                </c:pt>
                <c:pt idx="1173">
                  <c:v>0</c:v>
                </c:pt>
                <c:pt idx="1174">
                  <c:v>0</c:v>
                </c:pt>
                <c:pt idx="1175">
                  <c:v>2</c:v>
                </c:pt>
                <c:pt idx="1176">
                  <c:v>0</c:v>
                </c:pt>
                <c:pt idx="1177">
                  <c:v>1</c:v>
                </c:pt>
                <c:pt idx="1178">
                  <c:v>1</c:v>
                </c:pt>
                <c:pt idx="1179">
                  <c:v>3</c:v>
                </c:pt>
                <c:pt idx="1180">
                  <c:v>4</c:v>
                </c:pt>
                <c:pt idx="1181">
                  <c:v>1</c:v>
                </c:pt>
                <c:pt idx="1182">
                  <c:v>0</c:v>
                </c:pt>
                <c:pt idx="1183">
                  <c:v>0</c:v>
                </c:pt>
                <c:pt idx="1184">
                  <c:v>5</c:v>
                </c:pt>
                <c:pt idx="1185">
                  <c:v>4</c:v>
                </c:pt>
                <c:pt idx="1186">
                  <c:v>2</c:v>
                </c:pt>
                <c:pt idx="1187">
                  <c:v>0</c:v>
                </c:pt>
                <c:pt idx="1188">
                  <c:v>1</c:v>
                </c:pt>
                <c:pt idx="1189">
                  <c:v>0</c:v>
                </c:pt>
                <c:pt idx="1190">
                  <c:v>2</c:v>
                </c:pt>
                <c:pt idx="1191">
                  <c:v>6</c:v>
                </c:pt>
                <c:pt idx="1192">
                  <c:v>8</c:v>
                </c:pt>
                <c:pt idx="1193">
                  <c:v>5</c:v>
                </c:pt>
                <c:pt idx="1194">
                  <c:v>5</c:v>
                </c:pt>
                <c:pt idx="1195">
                  <c:v>1</c:v>
                </c:pt>
                <c:pt idx="1196">
                  <c:v>0</c:v>
                </c:pt>
                <c:pt idx="1197">
                  <c:v>3</c:v>
                </c:pt>
                <c:pt idx="1198">
                  <c:v>4</c:v>
                </c:pt>
                <c:pt idx="1199">
                  <c:v>0</c:v>
                </c:pt>
                <c:pt idx="1200">
                  <c:v>4</c:v>
                </c:pt>
                <c:pt idx="1201">
                  <c:v>0</c:v>
                </c:pt>
                <c:pt idx="1202">
                  <c:v>9</c:v>
                </c:pt>
                <c:pt idx="1203">
                  <c:v>2</c:v>
                </c:pt>
                <c:pt idx="1204">
                  <c:v>3</c:v>
                </c:pt>
                <c:pt idx="1205">
                  <c:v>0</c:v>
                </c:pt>
                <c:pt idx="1206">
                  <c:v>0</c:v>
                </c:pt>
                <c:pt idx="1207">
                  <c:v>6</c:v>
                </c:pt>
                <c:pt idx="1208">
                  <c:v>0</c:v>
                </c:pt>
                <c:pt idx="1209">
                  <c:v>1</c:v>
                </c:pt>
                <c:pt idx="1210">
                  <c:v>13</c:v>
                </c:pt>
                <c:pt idx="1211">
                  <c:v>5</c:v>
                </c:pt>
                <c:pt idx="1212">
                  <c:v>2</c:v>
                </c:pt>
                <c:pt idx="1213">
                  <c:v>2</c:v>
                </c:pt>
                <c:pt idx="1214">
                  <c:v>1</c:v>
                </c:pt>
                <c:pt idx="1215">
                  <c:v>1</c:v>
                </c:pt>
                <c:pt idx="1216">
                  <c:v>0</c:v>
                </c:pt>
                <c:pt idx="1217">
                  <c:v>7</c:v>
                </c:pt>
                <c:pt idx="1218">
                  <c:v>5</c:v>
                </c:pt>
                <c:pt idx="1219">
                  <c:v>1</c:v>
                </c:pt>
                <c:pt idx="1220">
                  <c:v>0</c:v>
                </c:pt>
                <c:pt idx="1221">
                  <c:v>1</c:v>
                </c:pt>
                <c:pt idx="1222">
                  <c:v>2</c:v>
                </c:pt>
                <c:pt idx="1223">
                  <c:v>0</c:v>
                </c:pt>
                <c:pt idx="1224">
                  <c:v>2</c:v>
                </c:pt>
                <c:pt idx="1225">
                  <c:v>4</c:v>
                </c:pt>
                <c:pt idx="1226">
                  <c:v>4</c:v>
                </c:pt>
                <c:pt idx="1227">
                  <c:v>0</c:v>
                </c:pt>
                <c:pt idx="1228">
                  <c:v>2</c:v>
                </c:pt>
                <c:pt idx="1229">
                  <c:v>1</c:v>
                </c:pt>
                <c:pt idx="1230">
                  <c:v>1</c:v>
                </c:pt>
                <c:pt idx="1231">
                  <c:v>0</c:v>
                </c:pt>
                <c:pt idx="1232">
                  <c:v>1</c:v>
                </c:pt>
                <c:pt idx="1233">
                  <c:v>0</c:v>
                </c:pt>
                <c:pt idx="1234">
                  <c:v>0</c:v>
                </c:pt>
                <c:pt idx="1235">
                  <c:v>0</c:v>
                </c:pt>
                <c:pt idx="1236">
                  <c:v>1</c:v>
                </c:pt>
                <c:pt idx="1237">
                  <c:v>0</c:v>
                </c:pt>
                <c:pt idx="1238">
                  <c:v>2</c:v>
                </c:pt>
                <c:pt idx="1239">
                  <c:v>3</c:v>
                </c:pt>
                <c:pt idx="1240">
                  <c:v>0</c:v>
                </c:pt>
                <c:pt idx="1241">
                  <c:v>0</c:v>
                </c:pt>
                <c:pt idx="1242">
                  <c:v>3</c:v>
                </c:pt>
                <c:pt idx="1243">
                  <c:v>1</c:v>
                </c:pt>
                <c:pt idx="1244">
                  <c:v>0</c:v>
                </c:pt>
                <c:pt idx="1245">
                  <c:v>2</c:v>
                </c:pt>
                <c:pt idx="1246">
                  <c:v>2</c:v>
                </c:pt>
                <c:pt idx="1247">
                  <c:v>0</c:v>
                </c:pt>
                <c:pt idx="1248">
                  <c:v>7</c:v>
                </c:pt>
                <c:pt idx="1249">
                  <c:v>0</c:v>
                </c:pt>
                <c:pt idx="1250">
                  <c:v>4</c:v>
                </c:pt>
                <c:pt idx="1251">
                  <c:v>3</c:v>
                </c:pt>
                <c:pt idx="1252">
                  <c:v>1</c:v>
                </c:pt>
                <c:pt idx="1253">
                  <c:v>3</c:v>
                </c:pt>
                <c:pt idx="1254">
                  <c:v>1</c:v>
                </c:pt>
                <c:pt idx="1255">
                  <c:v>0</c:v>
                </c:pt>
                <c:pt idx="1256">
                  <c:v>0</c:v>
                </c:pt>
                <c:pt idx="1257">
                  <c:v>5</c:v>
                </c:pt>
                <c:pt idx="1258">
                  <c:v>1</c:v>
                </c:pt>
                <c:pt idx="1259">
                  <c:v>4</c:v>
                </c:pt>
                <c:pt idx="1260">
                  <c:v>7</c:v>
                </c:pt>
                <c:pt idx="1261">
                  <c:v>1</c:v>
                </c:pt>
                <c:pt idx="1262">
                  <c:v>2</c:v>
                </c:pt>
                <c:pt idx="1263">
                  <c:v>2</c:v>
                </c:pt>
                <c:pt idx="1264">
                  <c:v>2</c:v>
                </c:pt>
                <c:pt idx="1265">
                  <c:v>2</c:v>
                </c:pt>
                <c:pt idx="1266">
                  <c:v>3</c:v>
                </c:pt>
                <c:pt idx="1267">
                  <c:v>0</c:v>
                </c:pt>
                <c:pt idx="1268">
                  <c:v>2</c:v>
                </c:pt>
                <c:pt idx="1269">
                  <c:v>1</c:v>
                </c:pt>
                <c:pt idx="1270">
                  <c:v>1</c:v>
                </c:pt>
                <c:pt idx="1271">
                  <c:v>1</c:v>
                </c:pt>
                <c:pt idx="1272">
                  <c:v>1</c:v>
                </c:pt>
                <c:pt idx="1273">
                  <c:v>1</c:v>
                </c:pt>
                <c:pt idx="1274">
                  <c:v>0</c:v>
                </c:pt>
                <c:pt idx="1275">
                  <c:v>2</c:v>
                </c:pt>
                <c:pt idx="1276">
                  <c:v>2</c:v>
                </c:pt>
                <c:pt idx="1277">
                  <c:v>6</c:v>
                </c:pt>
                <c:pt idx="1278">
                  <c:v>4</c:v>
                </c:pt>
                <c:pt idx="1279">
                  <c:v>1</c:v>
                </c:pt>
                <c:pt idx="1280">
                  <c:v>0</c:v>
                </c:pt>
                <c:pt idx="1281">
                  <c:v>1</c:v>
                </c:pt>
              </c:numCache>
            </c:numRef>
          </c:yVal>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axId val="48650112"/>
        <c:axId val="48672768"/>
      </c:scatterChart>
      <c:valAx>
        <c:axId val="48672768"/>
        <c:scaling>
          <c:orientation val="minMax"/>
          <c:max val="250"/>
          <c:min val="0"/>
        </c:scaling>
        <c:delete val="0"/>
        <c:axPos val="l"/>
        <c:majorGridlines>
          <c:spPr>
            <ns1:ln w="5715">
              <ns1:solidFill>
                <ns1:srgbClr val="DFE4E1"/>
              </ns1:solidFill>
            </ns1:ln>
          </c:spPr>
        </c:majorGridlines>
        <c:numFmt formatCode="0"/>
        <c:majorTickMark val="none"/>
        <c:minorTickMark val="none"/>
        <c:spPr>
          <ns1:ln w="9525">
            <ns1:solidFill>
              <ns1:srgbClr val="D4D4D4"/>
            </ns1:solidFill>
            <ns1:prstDash val="solid"/>
          </ns1:ln>
        </c:spPr>
        <c:txPr>
          <ns1:bodyPr anchorCtr="1"/>
          <ns1:lstStyle/>
          <ns1:p>
            <ns1:pPr>
              <ns1:defRPr sz="1500">
                <ns1:solidFill>
                  <ns1:srgbClr val="718087"/>
                </ns1:solidFill>
                <ns1:latin typeface="Arial"/>
                <ns1:ea typeface="Arial"/>
                <ns1:cs typeface="Arial"/>
              </ns1:defRPr>
            </ns1:pPr>
          </ns1:p>
        </c:txPr>
        <c:crossAx val="48650112"/>
        <c:majorUnit val="62.5"/>
      </c:valAx>
      <c:valAx>
        <c:axId val="48650112"/>
        <c:scaling>
          <c:orientation val="minMax"/>
          <c:max val="2027"/>
          <c:min val="2023"/>
        </c:scaling>
        <c:delete val="0"/>
        <c:axPos val="b"/>
        <c:numFmt formatCode="0"/>
        <c:majorTickMark val="none"/>
        <c:minorTickMark val="none"/>
        <c:spPr>
          <ns1:ln w="5715">
            <ns1:solidFill>
              <ns1:srgbClr val="DFE4E1"/>
            </ns1:solidFill>
          </ns1:ln>
        </c:spPr>
        <c:txPr>
          <ns1:bodyPr anchorCtr="1"/>
          <ns1:lstStyle/>
          <ns1:p>
            <ns1:pPr>
              <ns1:defRPr sz="1425">
                <ns1:solidFill>
                  <ns1:srgbClr val="718087"/>
                </ns1:solidFill>
                <ns1:latin typeface="Arial"/>
                <ns1:ea typeface="Arial"/>
                <ns1:cs typeface="Arial"/>
              </ns1:defRPr>
            </ns1:pPr>
          </ns1:p>
        </c:txPr>
        <c:crossAx val="48672768"/>
        <c:majorUnit val="1"/>
      </c:valAx>
      <c:spPr>
        <ns1:solidFill>
          <ns1:srgbClr val="FCFBF8"/>
        </ns1:solidFill>
      </c:spPr>
    </c:plotArea>
    <c:plotVisOnly val="1"/>
    <c:dispBlanksAs val="gap"/>
  </c:chart>
  <c:spPr>
    <ns1:solidFill>
      <ns1:srgbClr val="FCFBF8"/>
    </ns1:solidFill>
  </c:spPr>
  <c:externalData r:id="rIdWorkbook">
    <c:autoUpdate val="0"/>
  </c:externalData>
</c:chartSpace>
</file>

<file path=ppt/slides/charts/chart2.xml><?xml version="1.0" encoding="utf-8"?>
<c:chartSpace xmlns:c="http://schemas.openxmlformats.org/drawingml/2006/chart" xmlns:ns1="http://schemas.openxmlformats.org/drawingml/2006/main" xmlns:r="http://schemas.openxmlformats.org/officeDocument/2006/relationships">
  <c:lang val="en-US"/>
  <c:chart>
    <c:title>
      <c:tx>
        <c:rich>
          <ns1:bodyPr/>
          <ns1:lstStyle/>
          <ns1:p>
            <ns1:r>
              <ns1:rPr sz="1875">
                <ns1:solidFill>
                  <ns1:srgbClr val="243C45"/>
                </ns1:solidFill>
                <ns1:latin typeface="Arial"/>
                <ns1:ea typeface="Arial"/>
                <ns1:cs typeface="Arial"/>
              </ns1:rPr>
              <ns1:t>Сталин</ns1:t>
            </ns1:r>
          </ns1:p>
        </c:rich>
      </c:tx>
      <c:overlay val="0"/>
      <c:txPr>
        <ns1:bodyPr anchorCtr="1"/>
        <ns1:lstStyle/>
        <ns1:p>
          <ns1:pPr>
            <ns1:defRPr sz="1875">
              <ns1:solidFill>
                <ns1:srgbClr val="243C45"/>
              </ns1:solidFill>
              <ns1:latin typeface="Arial"/>
              <ns1:ea typeface="Arial"/>
              <ns1:cs typeface="Arial"/>
            </ns1:defRPr>
          </ns1:pPr>
        </ns1:p>
      </c:txPr>
    </c:title>
    <c:plotArea>
      <c:scatterChart>
        <c:scatterStyle val="line"/>
        <c:varyColors val="0"/>
        <c:ser>
          <c:idx val="0"/>
          <c:order val="0"/>
          <c:tx>
            <c:v>До очистки</c:v>
          </c:tx>
          <c:spPr>
            <ns1:solidFill>
              <ns1:srgbClr val="AFB9BA"/>
            </ns1:solidFill>
            <ns1:ln w="11430">
              <ns1:solidFill>
                <ns1:srgbClr val="AFB9BA"/>
              </ns1:solidFill>
            </ns1:ln>
          </c:spPr>
          <c:marker>
            <c:symbol val="none"/>
          </c:marker>
          <c:xVal>
            <c:numRef>
              <c:f>'Chart Data'!$A$2:$A$1283</c:f>
              <c:numCache>
                <c:formatCode>General</c:formatCode>
                <c:ptCount val="1282"/>
                <c:pt idx="0">
                  <c:v>2023</c:v>
                </c:pt>
                <c:pt idx="1">
                  <c:v>2023.0027</c:v>
                </c:pt>
                <c:pt idx="2">
                  <c:v>2023.0055</c:v>
                </c:pt>
                <c:pt idx="3">
                  <c:v>2023.0082</c:v>
                </c:pt>
                <c:pt idx="4">
                  <c:v>2023.011</c:v>
                </c:pt>
                <c:pt idx="5">
                  <c:v>2023.0137</c:v>
                </c:pt>
                <c:pt idx="6">
                  <c:v>2023.0164</c:v>
                </c:pt>
                <c:pt idx="7">
                  <c:v>2023.0192</c:v>
                </c:pt>
                <c:pt idx="8">
                  <c:v>2023.0219</c:v>
                </c:pt>
                <c:pt idx="9">
                  <c:v>2023.0247</c:v>
                </c:pt>
                <c:pt idx="10">
                  <c:v>2023.0274</c:v>
                </c:pt>
                <c:pt idx="11">
                  <c:v>2023.0301</c:v>
                </c:pt>
                <c:pt idx="12">
                  <c:v>2023.0329</c:v>
                </c:pt>
                <c:pt idx="13">
                  <c:v>2023.0356</c:v>
                </c:pt>
                <c:pt idx="14">
                  <c:v>2023.0384</c:v>
                </c:pt>
                <c:pt idx="15">
                  <c:v>2023.0411</c:v>
                </c:pt>
                <c:pt idx="16">
                  <c:v>2023.0438</c:v>
                </c:pt>
                <c:pt idx="17">
                  <c:v>2023.0466</c:v>
                </c:pt>
                <c:pt idx="18">
                  <c:v>2023.0493</c:v>
                </c:pt>
                <c:pt idx="19">
                  <c:v>2023.0521</c:v>
                </c:pt>
                <c:pt idx="20">
                  <c:v>2023.0548</c:v>
                </c:pt>
                <c:pt idx="21">
                  <c:v>2023.0575</c:v>
                </c:pt>
                <c:pt idx="22">
                  <c:v>2023.0603</c:v>
                </c:pt>
                <c:pt idx="23">
                  <c:v>2023.063</c:v>
                </c:pt>
                <c:pt idx="24">
                  <c:v>2023.0658</c:v>
                </c:pt>
                <c:pt idx="25">
                  <c:v>2023.0685</c:v>
                </c:pt>
                <c:pt idx="26">
                  <c:v>2023.0712</c:v>
                </c:pt>
                <c:pt idx="27">
                  <c:v>2023.074</c:v>
                </c:pt>
                <c:pt idx="28">
                  <c:v>2023.0767</c:v>
                </c:pt>
                <c:pt idx="29">
                  <c:v>2023.0795</c:v>
                </c:pt>
                <c:pt idx="30">
                  <c:v>2023.0822</c:v>
                </c:pt>
                <c:pt idx="31">
                  <c:v>2023.0849</c:v>
                </c:pt>
                <c:pt idx="32">
                  <c:v>2023.0877</c:v>
                </c:pt>
                <c:pt idx="33">
                  <c:v>2023.0904</c:v>
                </c:pt>
                <c:pt idx="34">
                  <c:v>2023.0932</c:v>
                </c:pt>
                <c:pt idx="35">
                  <c:v>2023.0959</c:v>
                </c:pt>
                <c:pt idx="36">
                  <c:v>2023.0986</c:v>
                </c:pt>
                <c:pt idx="37">
                  <c:v>2023.1014</c:v>
                </c:pt>
                <c:pt idx="38">
                  <c:v>2023.1041</c:v>
                </c:pt>
                <c:pt idx="39">
                  <c:v>2023.1068</c:v>
                </c:pt>
                <c:pt idx="40">
                  <c:v>2023.1096</c:v>
                </c:pt>
                <c:pt idx="41">
                  <c:v>2023.1123</c:v>
                </c:pt>
                <c:pt idx="42">
                  <c:v>2023.1151</c:v>
                </c:pt>
                <c:pt idx="43">
                  <c:v>2023.1178</c:v>
                </c:pt>
                <c:pt idx="44">
                  <c:v>2023.1205</c:v>
                </c:pt>
                <c:pt idx="45">
                  <c:v>2023.1233</c:v>
                </c:pt>
                <c:pt idx="46">
                  <c:v>2023.126</c:v>
                </c:pt>
                <c:pt idx="47">
                  <c:v>2023.1288</c:v>
                </c:pt>
                <c:pt idx="48">
                  <c:v>2023.1671</c:v>
                </c:pt>
                <c:pt idx="49">
                  <c:v>2023.1699</c:v>
                </c:pt>
                <c:pt idx="50">
                  <c:v>2023.1726</c:v>
                </c:pt>
                <c:pt idx="51">
                  <c:v>2023.1753</c:v>
                </c:pt>
                <c:pt idx="52">
                  <c:v>2023.1781</c:v>
                </c:pt>
                <c:pt idx="53">
                  <c:v>2023.1808</c:v>
                </c:pt>
                <c:pt idx="54">
                  <c:v>2023.1836</c:v>
                </c:pt>
                <c:pt idx="55">
                  <c:v>2023.1863</c:v>
                </c:pt>
                <c:pt idx="56">
                  <c:v>2023.189</c:v>
                </c:pt>
                <c:pt idx="57">
                  <c:v>2023.1918</c:v>
                </c:pt>
                <c:pt idx="58">
                  <c:v>2023.1945</c:v>
                </c:pt>
                <c:pt idx="59">
                  <c:v>2023.1973</c:v>
                </c:pt>
                <c:pt idx="60">
                  <c:v>2023.2</c:v>
                </c:pt>
                <c:pt idx="61">
                  <c:v>2023.2027</c:v>
                </c:pt>
                <c:pt idx="62">
                  <c:v>2023.2055</c:v>
                </c:pt>
                <c:pt idx="63">
                  <c:v>2023.2082</c:v>
                </c:pt>
                <c:pt idx="64">
                  <c:v>2023.211</c:v>
                </c:pt>
                <c:pt idx="65">
                  <c:v>2023.2137</c:v>
                </c:pt>
                <c:pt idx="66">
                  <c:v>2023.2164</c:v>
                </c:pt>
                <c:pt idx="67">
                  <c:v>2023.2192</c:v>
                </c:pt>
                <c:pt idx="68">
                  <c:v>2023.2219</c:v>
                </c:pt>
                <c:pt idx="69">
                  <c:v>2023.2247</c:v>
                </c:pt>
                <c:pt idx="70">
                  <c:v>2023.2274</c:v>
                </c:pt>
                <c:pt idx="71">
                  <c:v>2023.2301</c:v>
                </c:pt>
                <c:pt idx="72">
                  <c:v>2023.2329</c:v>
                </c:pt>
                <c:pt idx="73">
                  <c:v>2023.2356</c:v>
                </c:pt>
                <c:pt idx="74">
                  <c:v>2023.2384</c:v>
                </c:pt>
                <c:pt idx="75">
                  <c:v>2023.2411</c:v>
                </c:pt>
                <c:pt idx="76">
                  <c:v>2023.2438</c:v>
                </c:pt>
                <c:pt idx="77">
                  <c:v>2023.2466</c:v>
                </c:pt>
                <c:pt idx="78">
                  <c:v>2023.2493</c:v>
                </c:pt>
                <c:pt idx="79">
                  <c:v>2023.2521</c:v>
                </c:pt>
                <c:pt idx="80">
                  <c:v>2023.2548</c:v>
                </c:pt>
                <c:pt idx="81">
                  <c:v>2023.2575</c:v>
                </c:pt>
                <c:pt idx="82">
                  <c:v>2023.2603</c:v>
                </c:pt>
                <c:pt idx="83">
                  <c:v>2023.263</c:v>
                </c:pt>
                <c:pt idx="84">
                  <c:v>2023.2658</c:v>
                </c:pt>
                <c:pt idx="85">
                  <c:v>2023.2685</c:v>
                </c:pt>
                <c:pt idx="86">
                  <c:v>2023.2712</c:v>
                </c:pt>
                <c:pt idx="87">
                  <c:v>2023.274</c:v>
                </c:pt>
                <c:pt idx="88">
                  <c:v>2023.2767</c:v>
                </c:pt>
                <c:pt idx="89">
                  <c:v>2023.2795</c:v>
                </c:pt>
                <c:pt idx="90">
                  <c:v>2023.2822</c:v>
                </c:pt>
                <c:pt idx="91">
                  <c:v>2023.2877</c:v>
                </c:pt>
                <c:pt idx="92">
                  <c:v>2023.2904</c:v>
                </c:pt>
                <c:pt idx="93">
                  <c:v>2023.2932</c:v>
                </c:pt>
                <c:pt idx="94">
                  <c:v>2023.2959</c:v>
                </c:pt>
                <c:pt idx="95">
                  <c:v>2023.2986</c:v>
                </c:pt>
                <c:pt idx="96">
                  <c:v>2023.3014</c:v>
                </c:pt>
                <c:pt idx="97">
                  <c:v>2023.3041</c:v>
                </c:pt>
                <c:pt idx="98">
                  <c:v>2023.3068</c:v>
                </c:pt>
                <c:pt idx="99">
                  <c:v>2023.3096</c:v>
                </c:pt>
                <c:pt idx="100">
                  <c:v>2023.3123</c:v>
                </c:pt>
                <c:pt idx="101">
                  <c:v>2023.3151</c:v>
                </c:pt>
                <c:pt idx="102">
                  <c:v>2023.3178</c:v>
                </c:pt>
                <c:pt idx="103">
                  <c:v>2023.3205</c:v>
                </c:pt>
                <c:pt idx="104">
                  <c:v>2023.3233</c:v>
                </c:pt>
                <c:pt idx="105">
                  <c:v>2023.326</c:v>
                </c:pt>
                <c:pt idx="106">
                  <c:v>2023.3288</c:v>
                </c:pt>
                <c:pt idx="107">
                  <c:v>2023.3315</c:v>
                </c:pt>
                <c:pt idx="108">
                  <c:v>2023.3342</c:v>
                </c:pt>
                <c:pt idx="109">
                  <c:v>2023.337</c:v>
                </c:pt>
                <c:pt idx="110">
                  <c:v>2023.3397</c:v>
                </c:pt>
                <c:pt idx="111">
                  <c:v>2023.3425</c:v>
                </c:pt>
                <c:pt idx="112">
                  <c:v>2023.3452</c:v>
                </c:pt>
                <c:pt idx="113">
                  <c:v>2023.3479</c:v>
                </c:pt>
                <c:pt idx="114">
                  <c:v>2023.3507</c:v>
                </c:pt>
                <c:pt idx="115">
                  <c:v>2023.3534</c:v>
                </c:pt>
                <c:pt idx="116">
                  <c:v>2023.3562</c:v>
                </c:pt>
                <c:pt idx="117">
                  <c:v>2023.3589</c:v>
                </c:pt>
                <c:pt idx="118">
                  <c:v>2023.3616</c:v>
                </c:pt>
                <c:pt idx="119">
                  <c:v>2023.3644</c:v>
                </c:pt>
                <c:pt idx="120">
                  <c:v>2023.3671</c:v>
                </c:pt>
                <c:pt idx="121">
                  <c:v>2023.3699</c:v>
                </c:pt>
                <c:pt idx="122">
                  <c:v>2023.3726</c:v>
                </c:pt>
                <c:pt idx="123">
                  <c:v>2023.3753</c:v>
                </c:pt>
                <c:pt idx="124">
                  <c:v>2023.3781</c:v>
                </c:pt>
                <c:pt idx="125">
                  <c:v>2023.3808</c:v>
                </c:pt>
                <c:pt idx="126">
                  <c:v>2023.3836</c:v>
                </c:pt>
                <c:pt idx="127">
                  <c:v>2023.3863</c:v>
                </c:pt>
                <c:pt idx="128">
                  <c:v>2023.389</c:v>
                </c:pt>
                <c:pt idx="129">
                  <c:v>2023.3918</c:v>
                </c:pt>
                <c:pt idx="130">
                  <c:v>2023.3945</c:v>
                </c:pt>
                <c:pt idx="131">
                  <c:v>2023.3973</c:v>
                </c:pt>
                <c:pt idx="132">
                  <c:v>2023.4</c:v>
                </c:pt>
                <c:pt idx="133">
                  <c:v>2023.4027</c:v>
                </c:pt>
                <c:pt idx="134">
                  <c:v>2023.4055</c:v>
                </c:pt>
                <c:pt idx="135">
                  <c:v>2023.4082</c:v>
                </c:pt>
                <c:pt idx="136">
                  <c:v>2023.411</c:v>
                </c:pt>
                <c:pt idx="137">
                  <c:v>2023.4137</c:v>
                </c:pt>
                <c:pt idx="138">
                  <c:v>2023.4164</c:v>
                </c:pt>
                <c:pt idx="139">
                  <c:v>2023.4192</c:v>
                </c:pt>
                <c:pt idx="140">
                  <c:v>2023.4219</c:v>
                </c:pt>
                <c:pt idx="141">
                  <c:v>2023.4247</c:v>
                </c:pt>
                <c:pt idx="142">
                  <c:v>2023.4274</c:v>
                </c:pt>
                <c:pt idx="143">
                  <c:v>2023.4301</c:v>
                </c:pt>
                <c:pt idx="144">
                  <c:v>2023.4329</c:v>
                </c:pt>
                <c:pt idx="145">
                  <c:v>2023.4356</c:v>
                </c:pt>
                <c:pt idx="146">
                  <c:v>2023.4384</c:v>
                </c:pt>
                <c:pt idx="147">
                  <c:v>2023.4411</c:v>
                </c:pt>
                <c:pt idx="148">
                  <c:v>2023.4438</c:v>
                </c:pt>
                <c:pt idx="149">
                  <c:v>2023.4466</c:v>
                </c:pt>
                <c:pt idx="150">
                  <c:v>2023.4493</c:v>
                </c:pt>
                <c:pt idx="151">
                  <c:v>2023.4521</c:v>
                </c:pt>
                <c:pt idx="152">
                  <c:v>2023.4548</c:v>
                </c:pt>
                <c:pt idx="153">
                  <c:v>2023.4575</c:v>
                </c:pt>
                <c:pt idx="154">
                  <c:v>2023.4603</c:v>
                </c:pt>
                <c:pt idx="155">
                  <c:v>2023.463</c:v>
                </c:pt>
                <c:pt idx="156">
                  <c:v>2023.4658</c:v>
                </c:pt>
                <c:pt idx="157">
                  <c:v>2023.4685</c:v>
                </c:pt>
                <c:pt idx="158">
                  <c:v>2023.4712</c:v>
                </c:pt>
                <c:pt idx="159">
                  <c:v>2023.474</c:v>
                </c:pt>
                <c:pt idx="160">
                  <c:v>2023.4767</c:v>
                </c:pt>
                <c:pt idx="161">
                  <c:v>2023.4795</c:v>
                </c:pt>
                <c:pt idx="162">
                  <c:v>2023.4822</c:v>
                </c:pt>
                <c:pt idx="163">
                  <c:v>2023.4849</c:v>
                </c:pt>
                <c:pt idx="164">
                  <c:v>2023.4877</c:v>
                </c:pt>
                <c:pt idx="165">
                  <c:v>2023.4904</c:v>
                </c:pt>
                <c:pt idx="166">
                  <c:v>2023.4932</c:v>
                </c:pt>
                <c:pt idx="167">
                  <c:v>2023.4959</c:v>
                </c:pt>
                <c:pt idx="168">
                  <c:v>2023.4986</c:v>
                </c:pt>
                <c:pt idx="169">
                  <c:v>2023.5014</c:v>
                </c:pt>
                <c:pt idx="170">
                  <c:v>2023.5041</c:v>
                </c:pt>
                <c:pt idx="171">
                  <c:v>2023.5068</c:v>
                </c:pt>
                <c:pt idx="172">
                  <c:v>2023.5096</c:v>
                </c:pt>
                <c:pt idx="173">
                  <c:v>2023.5123</c:v>
                </c:pt>
                <c:pt idx="174">
                  <c:v>2023.5151</c:v>
                </c:pt>
                <c:pt idx="175">
                  <c:v>2023.5178</c:v>
                </c:pt>
                <c:pt idx="176">
                  <c:v>2023.5205</c:v>
                </c:pt>
                <c:pt idx="177">
                  <c:v>2023.5233</c:v>
                </c:pt>
                <c:pt idx="178">
                  <c:v>2023.526</c:v>
                </c:pt>
                <c:pt idx="179">
                  <c:v>2023.5288</c:v>
                </c:pt>
                <c:pt idx="180">
                  <c:v>2023.5315</c:v>
                </c:pt>
                <c:pt idx="181">
                  <c:v>2023.5342</c:v>
                </c:pt>
                <c:pt idx="182">
                  <c:v>2023.537</c:v>
                </c:pt>
                <c:pt idx="183">
                  <c:v>2023.5397</c:v>
                </c:pt>
                <c:pt idx="184">
                  <c:v>2023.5425</c:v>
                </c:pt>
                <c:pt idx="185">
                  <c:v>2023.5452</c:v>
                </c:pt>
                <c:pt idx="186">
                  <c:v>2023.5479</c:v>
                </c:pt>
                <c:pt idx="187">
                  <c:v>2023.5507</c:v>
                </c:pt>
                <c:pt idx="188">
                  <c:v>2023.5534</c:v>
                </c:pt>
                <c:pt idx="189">
                  <c:v>2023.5562</c:v>
                </c:pt>
                <c:pt idx="190">
                  <c:v>2023.5589</c:v>
                </c:pt>
                <c:pt idx="191">
                  <c:v>2023.5616</c:v>
                </c:pt>
                <c:pt idx="192">
                  <c:v>2023.5644</c:v>
                </c:pt>
                <c:pt idx="193">
                  <c:v>2023.5671</c:v>
                </c:pt>
                <c:pt idx="194">
                  <c:v>2023.5699</c:v>
                </c:pt>
                <c:pt idx="195">
                  <c:v>2023.6301</c:v>
                </c:pt>
                <c:pt idx="196">
                  <c:v>2023.6329</c:v>
                </c:pt>
                <c:pt idx="197">
                  <c:v>2023.6356</c:v>
                </c:pt>
                <c:pt idx="198">
                  <c:v>2023.6384</c:v>
                </c:pt>
                <c:pt idx="199">
                  <c:v>2023.6411</c:v>
                </c:pt>
                <c:pt idx="200">
                  <c:v>2023.6438</c:v>
                </c:pt>
                <c:pt idx="201">
                  <c:v>2023.6466</c:v>
                </c:pt>
                <c:pt idx="202">
                  <c:v>2023.6493</c:v>
                </c:pt>
                <c:pt idx="203">
                  <c:v>2023.6521</c:v>
                </c:pt>
                <c:pt idx="204">
                  <c:v>2023.6548</c:v>
                </c:pt>
                <c:pt idx="205">
                  <c:v>2023.6575</c:v>
                </c:pt>
                <c:pt idx="206">
                  <c:v>2023.6603</c:v>
                </c:pt>
                <c:pt idx="207">
                  <c:v>2023.663</c:v>
                </c:pt>
                <c:pt idx="208">
                  <c:v>2023.6712</c:v>
                </c:pt>
                <c:pt idx="209">
                  <c:v>2023.674</c:v>
                </c:pt>
                <c:pt idx="210">
                  <c:v>2023.6767</c:v>
                </c:pt>
                <c:pt idx="211">
                  <c:v>2023.6795</c:v>
                </c:pt>
                <c:pt idx="212">
                  <c:v>2023.6822</c:v>
                </c:pt>
                <c:pt idx="213">
                  <c:v>2023.6849</c:v>
                </c:pt>
                <c:pt idx="214">
                  <c:v>2023.6877</c:v>
                </c:pt>
                <c:pt idx="215">
                  <c:v>2023.6904</c:v>
                </c:pt>
                <c:pt idx="216">
                  <c:v>2023.6932</c:v>
                </c:pt>
                <c:pt idx="217">
                  <c:v>2023.6959</c:v>
                </c:pt>
                <c:pt idx="218">
                  <c:v>2023.6986</c:v>
                </c:pt>
                <c:pt idx="219">
                  <c:v>2023.7014</c:v>
                </c:pt>
                <c:pt idx="220">
                  <c:v>2023.7041</c:v>
                </c:pt>
                <c:pt idx="221">
                  <c:v>2023.7068</c:v>
                </c:pt>
                <c:pt idx="222">
                  <c:v>2023.7096</c:v>
                </c:pt>
                <c:pt idx="223">
                  <c:v>2023.7123</c:v>
                </c:pt>
                <c:pt idx="224">
                  <c:v>2023.7151</c:v>
                </c:pt>
                <c:pt idx="225">
                  <c:v>2023.7178</c:v>
                </c:pt>
                <c:pt idx="226">
                  <c:v>2023.7205</c:v>
                </c:pt>
                <c:pt idx="227">
                  <c:v>2023.7233</c:v>
                </c:pt>
                <c:pt idx="228">
                  <c:v>2023.726</c:v>
                </c:pt>
                <c:pt idx="229">
                  <c:v>2023.7288</c:v>
                </c:pt>
                <c:pt idx="230">
                  <c:v>2023.7315</c:v>
                </c:pt>
                <c:pt idx="231">
                  <c:v>2023.7342</c:v>
                </c:pt>
                <c:pt idx="232">
                  <c:v>2023.737</c:v>
                </c:pt>
                <c:pt idx="233">
                  <c:v>2023.7397</c:v>
                </c:pt>
                <c:pt idx="234">
                  <c:v>2023.7425</c:v>
                </c:pt>
                <c:pt idx="235">
                  <c:v>2023.7452</c:v>
                </c:pt>
                <c:pt idx="236">
                  <c:v>2023.7479</c:v>
                </c:pt>
                <c:pt idx="237">
                  <c:v>2023.7507</c:v>
                </c:pt>
                <c:pt idx="238">
                  <c:v>2023.7534</c:v>
                </c:pt>
                <c:pt idx="239">
                  <c:v>2023.7562</c:v>
                </c:pt>
                <c:pt idx="240">
                  <c:v>2023.7589</c:v>
                </c:pt>
                <c:pt idx="241">
                  <c:v>2023.7616</c:v>
                </c:pt>
                <c:pt idx="242">
                  <c:v>2023.7644</c:v>
                </c:pt>
                <c:pt idx="243">
                  <c:v>2023.7671</c:v>
                </c:pt>
                <c:pt idx="244">
                  <c:v>2023.7699</c:v>
                </c:pt>
                <c:pt idx="245">
                  <c:v>2023.7726</c:v>
                </c:pt>
                <c:pt idx="246">
                  <c:v>2023.7753</c:v>
                </c:pt>
                <c:pt idx="247">
                  <c:v>2023.7781</c:v>
                </c:pt>
                <c:pt idx="248">
                  <c:v>2023.7808</c:v>
                </c:pt>
                <c:pt idx="249">
                  <c:v>2023.7836</c:v>
                </c:pt>
                <c:pt idx="250">
                  <c:v>2023.7863</c:v>
                </c:pt>
                <c:pt idx="251">
                  <c:v>2023.789</c:v>
                </c:pt>
                <c:pt idx="252">
                  <c:v>2023.7918</c:v>
                </c:pt>
                <c:pt idx="253">
                  <c:v>2023.7945</c:v>
                </c:pt>
                <c:pt idx="254">
                  <c:v>2023.7973</c:v>
                </c:pt>
                <c:pt idx="255">
                  <c:v>2023.8</c:v>
                </c:pt>
                <c:pt idx="256">
                  <c:v>2023.8027</c:v>
                </c:pt>
                <c:pt idx="257">
                  <c:v>2023.8055</c:v>
                </c:pt>
                <c:pt idx="258">
                  <c:v>2023.8082</c:v>
                </c:pt>
                <c:pt idx="259">
                  <c:v>2023.811</c:v>
                </c:pt>
                <c:pt idx="260">
                  <c:v>2023.8137</c:v>
                </c:pt>
                <c:pt idx="261">
                  <c:v>2023.8164</c:v>
                </c:pt>
                <c:pt idx="262">
                  <c:v>2023.8192</c:v>
                </c:pt>
                <c:pt idx="263">
                  <c:v>2023.8219</c:v>
                </c:pt>
                <c:pt idx="264">
                  <c:v>2023.8247</c:v>
                </c:pt>
                <c:pt idx="265">
                  <c:v>2023.8274</c:v>
                </c:pt>
                <c:pt idx="266">
                  <c:v>2023.8301</c:v>
                </c:pt>
                <c:pt idx="267">
                  <c:v>2023.8329</c:v>
                </c:pt>
                <c:pt idx="268">
                  <c:v>2023.8356</c:v>
                </c:pt>
                <c:pt idx="269">
                  <c:v>2023.8384</c:v>
                </c:pt>
                <c:pt idx="270">
                  <c:v>2023.8411</c:v>
                </c:pt>
                <c:pt idx="271">
                  <c:v>2023.8438</c:v>
                </c:pt>
                <c:pt idx="272">
                  <c:v>2023.8466</c:v>
                </c:pt>
                <c:pt idx="273">
                  <c:v>2023.8493</c:v>
                </c:pt>
                <c:pt idx="274">
                  <c:v>2023.8521</c:v>
                </c:pt>
                <c:pt idx="275">
                  <c:v>2023.8548</c:v>
                </c:pt>
                <c:pt idx="276">
                  <c:v>2023.8575</c:v>
                </c:pt>
                <c:pt idx="277">
                  <c:v>2023.8603</c:v>
                </c:pt>
                <c:pt idx="278">
                  <c:v>2023.863</c:v>
                </c:pt>
                <c:pt idx="279">
                  <c:v>2023.8658</c:v>
                </c:pt>
                <c:pt idx="280">
                  <c:v>2023.8685</c:v>
                </c:pt>
                <c:pt idx="281">
                  <c:v>2023.8712</c:v>
                </c:pt>
                <c:pt idx="282">
                  <c:v>2023.874</c:v>
                </c:pt>
                <c:pt idx="283">
                  <c:v>2023.8767</c:v>
                </c:pt>
                <c:pt idx="284">
                  <c:v>2023.8795</c:v>
                </c:pt>
                <c:pt idx="285">
                  <c:v>2023.8877</c:v>
                </c:pt>
                <c:pt idx="286">
                  <c:v>2023.8904</c:v>
                </c:pt>
                <c:pt idx="287">
                  <c:v>2023.8932</c:v>
                </c:pt>
                <c:pt idx="288">
                  <c:v>2023.8959</c:v>
                </c:pt>
                <c:pt idx="289">
                  <c:v>2023.8986</c:v>
                </c:pt>
                <c:pt idx="290">
                  <c:v>2023.9014</c:v>
                </c:pt>
                <c:pt idx="291">
                  <c:v>2023.9041</c:v>
                </c:pt>
                <c:pt idx="292">
                  <c:v>2023.9068</c:v>
                </c:pt>
                <c:pt idx="293">
                  <c:v>2023.9096</c:v>
                </c:pt>
                <c:pt idx="294">
                  <c:v>2023.9123</c:v>
                </c:pt>
                <c:pt idx="295">
                  <c:v>2023.9151</c:v>
                </c:pt>
                <c:pt idx="296">
                  <c:v>2023.9178</c:v>
                </c:pt>
                <c:pt idx="297">
                  <c:v>2023.9205</c:v>
                </c:pt>
                <c:pt idx="298">
                  <c:v>2023.9233</c:v>
                </c:pt>
                <c:pt idx="299">
                  <c:v>2023.926</c:v>
                </c:pt>
                <c:pt idx="300">
                  <c:v>2023.9342</c:v>
                </c:pt>
                <c:pt idx="301">
                  <c:v>2023.937</c:v>
                </c:pt>
                <c:pt idx="302">
                  <c:v>2023.9397</c:v>
                </c:pt>
                <c:pt idx="303">
                  <c:v>2023.9425</c:v>
                </c:pt>
                <c:pt idx="304">
                  <c:v>2023.9452</c:v>
                </c:pt>
                <c:pt idx="305">
                  <c:v>2023.9479</c:v>
                </c:pt>
                <c:pt idx="306">
                  <c:v>2023.9507</c:v>
                </c:pt>
                <c:pt idx="307">
                  <c:v>2023.9534</c:v>
                </c:pt>
                <c:pt idx="308">
                  <c:v>2023.9562</c:v>
                </c:pt>
                <c:pt idx="309">
                  <c:v>2023.9589</c:v>
                </c:pt>
                <c:pt idx="310">
                  <c:v>2023.9616</c:v>
                </c:pt>
                <c:pt idx="311">
                  <c:v>2023.9644</c:v>
                </c:pt>
                <c:pt idx="312">
                  <c:v>2023.9671</c:v>
                </c:pt>
                <c:pt idx="313">
                  <c:v>2023.9699</c:v>
                </c:pt>
                <c:pt idx="314">
                  <c:v>2023.9726</c:v>
                </c:pt>
                <c:pt idx="315">
                  <c:v>2023.9753</c:v>
                </c:pt>
                <c:pt idx="316">
                  <c:v>2023.9781</c:v>
                </c:pt>
                <c:pt idx="317">
                  <c:v>2023.9808</c:v>
                </c:pt>
                <c:pt idx="318">
                  <c:v>2023.9836</c:v>
                </c:pt>
                <c:pt idx="319">
                  <c:v>2023.9863</c:v>
                </c:pt>
                <c:pt idx="320">
                  <c:v>2023.989</c:v>
                </c:pt>
                <c:pt idx="321">
                  <c:v>2023.9918</c:v>
                </c:pt>
                <c:pt idx="322">
                  <c:v>2023.9945</c:v>
                </c:pt>
                <c:pt idx="323">
                  <c:v>2023.9973</c:v>
                </c:pt>
                <c:pt idx="324">
                  <c:v>2024</c:v>
                </c:pt>
                <c:pt idx="325">
                  <c:v>2024.0027</c:v>
                </c:pt>
                <c:pt idx="326">
                  <c:v>2024.0055</c:v>
                </c:pt>
                <c:pt idx="327">
                  <c:v>2024.0082</c:v>
                </c:pt>
                <c:pt idx="328">
                  <c:v>2024.0109</c:v>
                </c:pt>
                <c:pt idx="329">
                  <c:v>2024.0137</c:v>
                </c:pt>
                <c:pt idx="330">
                  <c:v>2024.0164</c:v>
                </c:pt>
                <c:pt idx="331">
                  <c:v>2024.0191</c:v>
                </c:pt>
                <c:pt idx="332">
                  <c:v>2024.0219</c:v>
                </c:pt>
                <c:pt idx="333">
                  <c:v>2024.0246</c:v>
                </c:pt>
                <c:pt idx="334">
                  <c:v>2024.0273</c:v>
                </c:pt>
                <c:pt idx="335">
                  <c:v>2024.0301</c:v>
                </c:pt>
                <c:pt idx="336">
                  <c:v>2024.0328</c:v>
                </c:pt>
                <c:pt idx="337">
                  <c:v>2024.0355</c:v>
                </c:pt>
                <c:pt idx="338">
                  <c:v>2024.0383</c:v>
                </c:pt>
                <c:pt idx="339">
                  <c:v>2024.041</c:v>
                </c:pt>
                <c:pt idx="340">
                  <c:v>2024.0437</c:v>
                </c:pt>
                <c:pt idx="341">
                  <c:v>2024.0464</c:v>
                </c:pt>
                <c:pt idx="342">
                  <c:v>2024.0492</c:v>
                </c:pt>
                <c:pt idx="343">
                  <c:v>2024.0519</c:v>
                </c:pt>
                <c:pt idx="344">
                  <c:v>2024.0546</c:v>
                </c:pt>
                <c:pt idx="345">
                  <c:v>2024.0574</c:v>
                </c:pt>
                <c:pt idx="346">
                  <c:v>2024.0601</c:v>
                </c:pt>
                <c:pt idx="347">
                  <c:v>2024.0628</c:v>
                </c:pt>
                <c:pt idx="348">
                  <c:v>2024.0656</c:v>
                </c:pt>
                <c:pt idx="349">
                  <c:v>2024.0683</c:v>
                </c:pt>
                <c:pt idx="350">
                  <c:v>2024.071</c:v>
                </c:pt>
                <c:pt idx="351">
                  <c:v>2024.0738</c:v>
                </c:pt>
                <c:pt idx="352">
                  <c:v>2024.0765</c:v>
                </c:pt>
                <c:pt idx="353">
                  <c:v>2024.0792</c:v>
                </c:pt>
                <c:pt idx="354">
                  <c:v>2024.082</c:v>
                </c:pt>
                <c:pt idx="355">
                  <c:v>2024.0847</c:v>
                </c:pt>
                <c:pt idx="356">
                  <c:v>2024.0874</c:v>
                </c:pt>
                <c:pt idx="357">
                  <c:v>2024.0902</c:v>
                </c:pt>
                <c:pt idx="358">
                  <c:v>2024.0929</c:v>
                </c:pt>
                <c:pt idx="359">
                  <c:v>2024.0956</c:v>
                </c:pt>
                <c:pt idx="360">
                  <c:v>2024.0984</c:v>
                </c:pt>
                <c:pt idx="361">
                  <c:v>2024.1011</c:v>
                </c:pt>
                <c:pt idx="362">
                  <c:v>2024.1038</c:v>
                </c:pt>
                <c:pt idx="363">
                  <c:v>2024.1066</c:v>
                </c:pt>
                <c:pt idx="364">
                  <c:v>2024.1093</c:v>
                </c:pt>
                <c:pt idx="365">
                  <c:v>2024.112</c:v>
                </c:pt>
                <c:pt idx="366">
                  <c:v>2024.1148</c:v>
                </c:pt>
                <c:pt idx="367">
                  <c:v>2024.1175</c:v>
                </c:pt>
                <c:pt idx="368">
                  <c:v>2024.1202</c:v>
                </c:pt>
                <c:pt idx="369">
                  <c:v>2024.123</c:v>
                </c:pt>
                <c:pt idx="370">
                  <c:v>2024.1257</c:v>
                </c:pt>
                <c:pt idx="371">
                  <c:v>2024.1284</c:v>
                </c:pt>
                <c:pt idx="372">
                  <c:v>2024.1311</c:v>
                </c:pt>
                <c:pt idx="373">
                  <c:v>2024.1339</c:v>
                </c:pt>
                <c:pt idx="374">
                  <c:v>2024.1366</c:v>
                </c:pt>
                <c:pt idx="375">
                  <c:v>2024.1393</c:v>
                </c:pt>
                <c:pt idx="376">
                  <c:v>2024.1421</c:v>
                </c:pt>
                <c:pt idx="377">
                  <c:v>2024.1448</c:v>
                </c:pt>
                <c:pt idx="378">
                  <c:v>2024.1475</c:v>
                </c:pt>
                <c:pt idx="379">
                  <c:v>2024.1503</c:v>
                </c:pt>
                <c:pt idx="380">
                  <c:v>2024.153</c:v>
                </c:pt>
                <c:pt idx="381">
                  <c:v>2024.1557</c:v>
                </c:pt>
                <c:pt idx="382">
                  <c:v>2024.1585</c:v>
                </c:pt>
                <c:pt idx="383">
                  <c:v>2024.1612</c:v>
                </c:pt>
                <c:pt idx="384">
                  <c:v>2024.1639</c:v>
                </c:pt>
                <c:pt idx="385">
                  <c:v>2024.1667</c:v>
                </c:pt>
                <c:pt idx="386">
                  <c:v>2024.1694</c:v>
                </c:pt>
                <c:pt idx="387">
                  <c:v>2024.1721</c:v>
                </c:pt>
                <c:pt idx="388">
                  <c:v>2024.1749</c:v>
                </c:pt>
                <c:pt idx="389">
                  <c:v>2024.1776</c:v>
                </c:pt>
                <c:pt idx="390">
                  <c:v>2024.1803</c:v>
                </c:pt>
                <c:pt idx="391">
                  <c:v>2024.1831</c:v>
                </c:pt>
                <c:pt idx="392">
                  <c:v>2024.1858</c:v>
                </c:pt>
                <c:pt idx="393">
                  <c:v>2024.1885</c:v>
                </c:pt>
                <c:pt idx="394">
                  <c:v>2024.1913</c:v>
                </c:pt>
                <c:pt idx="395">
                  <c:v>2024.194</c:v>
                </c:pt>
                <c:pt idx="396">
                  <c:v>2024.1967</c:v>
                </c:pt>
                <c:pt idx="397">
                  <c:v>2024.1995</c:v>
                </c:pt>
                <c:pt idx="398">
                  <c:v>2024.2022</c:v>
                </c:pt>
                <c:pt idx="399">
                  <c:v>2024.2049</c:v>
                </c:pt>
                <c:pt idx="400">
                  <c:v>2024.2077</c:v>
                </c:pt>
                <c:pt idx="401">
                  <c:v>2024.2104</c:v>
                </c:pt>
                <c:pt idx="402">
                  <c:v>2024.2131</c:v>
                </c:pt>
                <c:pt idx="403">
                  <c:v>2024.2158</c:v>
                </c:pt>
                <c:pt idx="404">
                  <c:v>2024.2186</c:v>
                </c:pt>
                <c:pt idx="405">
                  <c:v>2024.2213</c:v>
                </c:pt>
                <c:pt idx="406">
                  <c:v>2024.224</c:v>
                </c:pt>
                <c:pt idx="407">
                  <c:v>2024.2268</c:v>
                </c:pt>
                <c:pt idx="408">
                  <c:v>2024.2295</c:v>
                </c:pt>
                <c:pt idx="409">
                  <c:v>2024.2322</c:v>
                </c:pt>
                <c:pt idx="410">
                  <c:v>2024.235</c:v>
                </c:pt>
                <c:pt idx="411">
                  <c:v>2024.2377</c:v>
                </c:pt>
                <c:pt idx="412">
                  <c:v>2024.2404</c:v>
                </c:pt>
                <c:pt idx="413">
                  <c:v>2024.2432</c:v>
                </c:pt>
                <c:pt idx="414">
                  <c:v>2024.2459</c:v>
                </c:pt>
                <c:pt idx="415">
                  <c:v>2024.2486</c:v>
                </c:pt>
                <c:pt idx="416">
                  <c:v>2024.2514</c:v>
                </c:pt>
                <c:pt idx="417">
                  <c:v>2024.2541</c:v>
                </c:pt>
                <c:pt idx="418">
                  <c:v>2024.2568</c:v>
                </c:pt>
                <c:pt idx="419">
                  <c:v>2024.2596</c:v>
                </c:pt>
                <c:pt idx="420">
                  <c:v>2024.2623</c:v>
                </c:pt>
                <c:pt idx="421">
                  <c:v>2024.265</c:v>
                </c:pt>
                <c:pt idx="422">
                  <c:v>2024.2678</c:v>
                </c:pt>
                <c:pt idx="423">
                  <c:v>2024.2705</c:v>
                </c:pt>
                <c:pt idx="424">
                  <c:v>2024.2732</c:v>
                </c:pt>
                <c:pt idx="425">
                  <c:v>2024.276</c:v>
                </c:pt>
                <c:pt idx="426">
                  <c:v>2024.2787</c:v>
                </c:pt>
                <c:pt idx="427">
                  <c:v>2024.2814</c:v>
                </c:pt>
                <c:pt idx="428">
                  <c:v>2024.2842</c:v>
                </c:pt>
                <c:pt idx="429">
                  <c:v>2024.2869</c:v>
                </c:pt>
                <c:pt idx="430">
                  <c:v>2024.2896</c:v>
                </c:pt>
                <c:pt idx="431">
                  <c:v>2024.2923</c:v>
                </c:pt>
                <c:pt idx="432">
                  <c:v>2024.2951</c:v>
                </c:pt>
                <c:pt idx="433">
                  <c:v>2024.2978</c:v>
                </c:pt>
                <c:pt idx="434">
                  <c:v>2024.3005</c:v>
                </c:pt>
                <c:pt idx="435">
                  <c:v>2024.3033</c:v>
                </c:pt>
                <c:pt idx="436">
                  <c:v>2024.306</c:v>
                </c:pt>
                <c:pt idx="437">
                  <c:v>2024.3087</c:v>
                </c:pt>
                <c:pt idx="438">
                  <c:v>2024.3115</c:v>
                </c:pt>
                <c:pt idx="439">
                  <c:v>2024.3142</c:v>
                </c:pt>
                <c:pt idx="440">
                  <c:v>2024.3169</c:v>
                </c:pt>
                <c:pt idx="441">
                  <c:v>2024.3197</c:v>
                </c:pt>
                <c:pt idx="442">
                  <c:v>2024.3224</c:v>
                </c:pt>
                <c:pt idx="443">
                  <c:v>2024.3251</c:v>
                </c:pt>
                <c:pt idx="444">
                  <c:v>2024.3279</c:v>
                </c:pt>
                <c:pt idx="445">
                  <c:v>2024.3306</c:v>
                </c:pt>
                <c:pt idx="446">
                  <c:v>2024.3333</c:v>
                </c:pt>
                <c:pt idx="447">
                  <c:v>2024.3361</c:v>
                </c:pt>
                <c:pt idx="448">
                  <c:v>2024.3388</c:v>
                </c:pt>
                <c:pt idx="449">
                  <c:v>2024.3415</c:v>
                </c:pt>
                <c:pt idx="450">
                  <c:v>2024.3443</c:v>
                </c:pt>
                <c:pt idx="451">
                  <c:v>2024.347</c:v>
                </c:pt>
                <c:pt idx="452">
                  <c:v>2024.3497</c:v>
                </c:pt>
                <c:pt idx="453">
                  <c:v>2024.3525</c:v>
                </c:pt>
                <c:pt idx="454">
                  <c:v>2024.3552</c:v>
                </c:pt>
                <c:pt idx="455">
                  <c:v>2024.3579</c:v>
                </c:pt>
                <c:pt idx="456">
                  <c:v>2024.3607</c:v>
                </c:pt>
                <c:pt idx="457">
                  <c:v>2024.3634</c:v>
                </c:pt>
                <c:pt idx="458">
                  <c:v>2024.3661</c:v>
                </c:pt>
                <c:pt idx="459">
                  <c:v>2024.3689</c:v>
                </c:pt>
                <c:pt idx="460">
                  <c:v>2024.3716</c:v>
                </c:pt>
                <c:pt idx="461">
                  <c:v>2024.3743</c:v>
                </c:pt>
                <c:pt idx="462">
                  <c:v>2024.377</c:v>
                </c:pt>
                <c:pt idx="463">
                  <c:v>2024.3798</c:v>
                </c:pt>
                <c:pt idx="464">
                  <c:v>2024.3825</c:v>
                </c:pt>
                <c:pt idx="465">
                  <c:v>2024.3852</c:v>
                </c:pt>
                <c:pt idx="466">
                  <c:v>2024.388</c:v>
                </c:pt>
                <c:pt idx="467">
                  <c:v>2024.3907</c:v>
                </c:pt>
                <c:pt idx="468">
                  <c:v>2024.3934</c:v>
                </c:pt>
                <c:pt idx="469">
                  <c:v>2024.3962</c:v>
                </c:pt>
                <c:pt idx="470">
                  <c:v>2024.3989</c:v>
                </c:pt>
                <c:pt idx="471">
                  <c:v>2024.4016</c:v>
                </c:pt>
                <c:pt idx="472">
                  <c:v>2024.4044</c:v>
                </c:pt>
                <c:pt idx="473">
                  <c:v>2024.4071</c:v>
                </c:pt>
                <c:pt idx="474">
                  <c:v>2024.4098</c:v>
                </c:pt>
                <c:pt idx="475">
                  <c:v>2024.4126</c:v>
                </c:pt>
                <c:pt idx="476">
                  <c:v>2024.4153</c:v>
                </c:pt>
                <c:pt idx="477">
                  <c:v>2024.418</c:v>
                </c:pt>
                <c:pt idx="478">
                  <c:v>2024.4208</c:v>
                </c:pt>
                <c:pt idx="479">
                  <c:v>2024.4235</c:v>
                </c:pt>
                <c:pt idx="480">
                  <c:v>2024.4262</c:v>
                </c:pt>
                <c:pt idx="481">
                  <c:v>2024.429</c:v>
                </c:pt>
                <c:pt idx="482">
                  <c:v>2024.4317</c:v>
                </c:pt>
                <c:pt idx="483">
                  <c:v>2024.4344</c:v>
                </c:pt>
                <c:pt idx="484">
                  <c:v>2024.4372</c:v>
                </c:pt>
                <c:pt idx="485">
                  <c:v>2024.4399</c:v>
                </c:pt>
                <c:pt idx="486">
                  <c:v>2024.4426</c:v>
                </c:pt>
                <c:pt idx="487">
                  <c:v>2024.4454</c:v>
                </c:pt>
                <c:pt idx="488">
                  <c:v>2024.4481</c:v>
                </c:pt>
                <c:pt idx="489">
                  <c:v>2024.4508</c:v>
                </c:pt>
                <c:pt idx="490">
                  <c:v>2024.4536</c:v>
                </c:pt>
                <c:pt idx="491">
                  <c:v>2024.4563</c:v>
                </c:pt>
                <c:pt idx="492">
                  <c:v>2024.459</c:v>
                </c:pt>
                <c:pt idx="493">
                  <c:v>2024.4617</c:v>
                </c:pt>
                <c:pt idx="494">
                  <c:v>2024.4645</c:v>
                </c:pt>
                <c:pt idx="495">
                  <c:v>2024.4672</c:v>
                </c:pt>
                <c:pt idx="496">
                  <c:v>2024.4699</c:v>
                </c:pt>
                <c:pt idx="497">
                  <c:v>2024.4727</c:v>
                </c:pt>
                <c:pt idx="498">
                  <c:v>2024.4754</c:v>
                </c:pt>
                <c:pt idx="499">
                  <c:v>2024.4781</c:v>
                </c:pt>
                <c:pt idx="500">
                  <c:v>2024.4809</c:v>
                </c:pt>
                <c:pt idx="501">
                  <c:v>2024.4891</c:v>
                </c:pt>
                <c:pt idx="502">
                  <c:v>2024.4918</c:v>
                </c:pt>
                <c:pt idx="503">
                  <c:v>2024.4945</c:v>
                </c:pt>
                <c:pt idx="504">
                  <c:v>2024.4973</c:v>
                </c:pt>
                <c:pt idx="505">
                  <c:v>2024.5</c:v>
                </c:pt>
                <c:pt idx="506">
                  <c:v>2024.5027</c:v>
                </c:pt>
                <c:pt idx="507">
                  <c:v>2024.5055</c:v>
                </c:pt>
                <c:pt idx="508">
                  <c:v>2024.5082</c:v>
                </c:pt>
                <c:pt idx="509">
                  <c:v>2024.5109</c:v>
                </c:pt>
                <c:pt idx="510">
                  <c:v>2024.5137</c:v>
                </c:pt>
                <c:pt idx="511">
                  <c:v>2024.5164</c:v>
                </c:pt>
                <c:pt idx="512">
                  <c:v>2024.5191</c:v>
                </c:pt>
                <c:pt idx="513">
                  <c:v>2024.5219</c:v>
                </c:pt>
                <c:pt idx="514">
                  <c:v>2024.5246</c:v>
                </c:pt>
                <c:pt idx="515">
                  <c:v>2024.5273</c:v>
                </c:pt>
                <c:pt idx="516">
                  <c:v>2024.5301</c:v>
                </c:pt>
                <c:pt idx="517">
                  <c:v>2024.5328</c:v>
                </c:pt>
                <c:pt idx="518">
                  <c:v>2024.5355</c:v>
                </c:pt>
                <c:pt idx="519">
                  <c:v>2024.5383</c:v>
                </c:pt>
                <c:pt idx="520">
                  <c:v>2024.541</c:v>
                </c:pt>
                <c:pt idx="521">
                  <c:v>2024.5437</c:v>
                </c:pt>
                <c:pt idx="522">
                  <c:v>2024.5464</c:v>
                </c:pt>
                <c:pt idx="523">
                  <c:v>2024.5492</c:v>
                </c:pt>
                <c:pt idx="524">
                  <c:v>2024.5519</c:v>
                </c:pt>
                <c:pt idx="525">
                  <c:v>2024.5546</c:v>
                </c:pt>
                <c:pt idx="526">
                  <c:v>2024.5574</c:v>
                </c:pt>
                <c:pt idx="527">
                  <c:v>2024.5601</c:v>
                </c:pt>
                <c:pt idx="528">
                  <c:v>2024.5628</c:v>
                </c:pt>
                <c:pt idx="529">
                  <c:v>2024.5656</c:v>
                </c:pt>
                <c:pt idx="530">
                  <c:v>2024.5683</c:v>
                </c:pt>
                <c:pt idx="531">
                  <c:v>2024.571</c:v>
                </c:pt>
                <c:pt idx="532">
                  <c:v>2024.5738</c:v>
                </c:pt>
                <c:pt idx="533">
                  <c:v>2024.5765</c:v>
                </c:pt>
                <c:pt idx="534">
                  <c:v>2024.5792</c:v>
                </c:pt>
                <c:pt idx="535">
                  <c:v>2024.582</c:v>
                </c:pt>
                <c:pt idx="536">
                  <c:v>2024.5847</c:v>
                </c:pt>
                <c:pt idx="537">
                  <c:v>2024.5874</c:v>
                </c:pt>
                <c:pt idx="538">
                  <c:v>2024.5902</c:v>
                </c:pt>
                <c:pt idx="539">
                  <c:v>2024.5929</c:v>
                </c:pt>
                <c:pt idx="540">
                  <c:v>2024.5956</c:v>
                </c:pt>
                <c:pt idx="541">
                  <c:v>2024.5984</c:v>
                </c:pt>
                <c:pt idx="542">
                  <c:v>2024.6011</c:v>
                </c:pt>
                <c:pt idx="543">
                  <c:v>2024.6038</c:v>
                </c:pt>
                <c:pt idx="544">
                  <c:v>2024.6066</c:v>
                </c:pt>
                <c:pt idx="545">
                  <c:v>2024.6093</c:v>
                </c:pt>
                <c:pt idx="546">
                  <c:v>2024.612</c:v>
                </c:pt>
                <c:pt idx="547">
                  <c:v>2024.6148</c:v>
                </c:pt>
                <c:pt idx="548">
                  <c:v>2024.6175</c:v>
                </c:pt>
                <c:pt idx="549">
                  <c:v>2024.6202</c:v>
                </c:pt>
                <c:pt idx="550">
                  <c:v>2024.623</c:v>
                </c:pt>
                <c:pt idx="551">
                  <c:v>2024.6257</c:v>
                </c:pt>
                <c:pt idx="552">
                  <c:v>2024.6284</c:v>
                </c:pt>
                <c:pt idx="553">
                  <c:v>2024.6311</c:v>
                </c:pt>
                <c:pt idx="554">
                  <c:v>2024.6339</c:v>
                </c:pt>
                <c:pt idx="555">
                  <c:v>2024.6366</c:v>
                </c:pt>
                <c:pt idx="556">
                  <c:v>2024.6393</c:v>
                </c:pt>
                <c:pt idx="557">
                  <c:v>2024.6421</c:v>
                </c:pt>
                <c:pt idx="558">
                  <c:v>2024.6448</c:v>
                </c:pt>
                <c:pt idx="559">
                  <c:v>2024.6475</c:v>
                </c:pt>
                <c:pt idx="560">
                  <c:v>2024.6503</c:v>
                </c:pt>
                <c:pt idx="561">
                  <c:v>2024.653</c:v>
                </c:pt>
                <c:pt idx="562">
                  <c:v>2024.6557</c:v>
                </c:pt>
                <c:pt idx="563">
                  <c:v>2024.6585</c:v>
                </c:pt>
                <c:pt idx="564">
                  <c:v>2024.6612</c:v>
                </c:pt>
                <c:pt idx="565">
                  <c:v>2024.6639</c:v>
                </c:pt>
                <c:pt idx="566">
                  <c:v>2024.6667</c:v>
                </c:pt>
                <c:pt idx="567">
                  <c:v>2024.6694</c:v>
                </c:pt>
                <c:pt idx="568">
                  <c:v>2024.6721</c:v>
                </c:pt>
                <c:pt idx="569">
                  <c:v>2024.6749</c:v>
                </c:pt>
                <c:pt idx="570">
                  <c:v>2024.6776</c:v>
                </c:pt>
                <c:pt idx="571">
                  <c:v>2024.6803</c:v>
                </c:pt>
                <c:pt idx="572">
                  <c:v>2024.6831</c:v>
                </c:pt>
                <c:pt idx="573">
                  <c:v>2024.6858</c:v>
                </c:pt>
                <c:pt idx="574">
                  <c:v>2024.6885</c:v>
                </c:pt>
                <c:pt idx="575">
                  <c:v>2024.6913</c:v>
                </c:pt>
                <c:pt idx="576">
                  <c:v>2024.694</c:v>
                </c:pt>
                <c:pt idx="577">
                  <c:v>2024.6967</c:v>
                </c:pt>
                <c:pt idx="578">
                  <c:v>2024.6995</c:v>
                </c:pt>
                <c:pt idx="579">
                  <c:v>2024.7022</c:v>
                </c:pt>
                <c:pt idx="580">
                  <c:v>2024.7049</c:v>
                </c:pt>
                <c:pt idx="581">
                  <c:v>2024.7077</c:v>
                </c:pt>
                <c:pt idx="582">
                  <c:v>2024.7104</c:v>
                </c:pt>
                <c:pt idx="583">
                  <c:v>2024.7131</c:v>
                </c:pt>
                <c:pt idx="584">
                  <c:v>2024.7158</c:v>
                </c:pt>
                <c:pt idx="585">
                  <c:v>2024.7186</c:v>
                </c:pt>
                <c:pt idx="586">
                  <c:v>2024.7213</c:v>
                </c:pt>
                <c:pt idx="587">
                  <c:v>2024.724</c:v>
                </c:pt>
                <c:pt idx="588">
                  <c:v>2024.7268</c:v>
                </c:pt>
                <c:pt idx="589">
                  <c:v>2024.7295</c:v>
                </c:pt>
                <c:pt idx="590">
                  <c:v>2024.7322</c:v>
                </c:pt>
                <c:pt idx="591">
                  <c:v>2024.735</c:v>
                </c:pt>
                <c:pt idx="592">
                  <c:v>2024.7377</c:v>
                </c:pt>
                <c:pt idx="593">
                  <c:v>2024.7404</c:v>
                </c:pt>
                <c:pt idx="594">
                  <c:v>2024.7432</c:v>
                </c:pt>
                <c:pt idx="595">
                  <c:v>2024.7459</c:v>
                </c:pt>
                <c:pt idx="596">
                  <c:v>2024.7486</c:v>
                </c:pt>
                <c:pt idx="597">
                  <c:v>2024.7514</c:v>
                </c:pt>
                <c:pt idx="598">
                  <c:v>2024.7541</c:v>
                </c:pt>
                <c:pt idx="599">
                  <c:v>2024.7568</c:v>
                </c:pt>
                <c:pt idx="600">
                  <c:v>2024.7596</c:v>
                </c:pt>
                <c:pt idx="601">
                  <c:v>2024.7623</c:v>
                </c:pt>
                <c:pt idx="602">
                  <c:v>2024.765</c:v>
                </c:pt>
                <c:pt idx="603">
                  <c:v>2024.7678</c:v>
                </c:pt>
                <c:pt idx="604">
                  <c:v>2024.7705</c:v>
                </c:pt>
                <c:pt idx="605">
                  <c:v>2024.7732</c:v>
                </c:pt>
                <c:pt idx="606">
                  <c:v>2024.8142</c:v>
                </c:pt>
                <c:pt idx="607">
                  <c:v>2024.8169</c:v>
                </c:pt>
                <c:pt idx="608">
                  <c:v>2024.8197</c:v>
                </c:pt>
                <c:pt idx="609">
                  <c:v>2024.8224</c:v>
                </c:pt>
                <c:pt idx="610">
                  <c:v>2024.8251</c:v>
                </c:pt>
                <c:pt idx="611">
                  <c:v>2024.8279</c:v>
                </c:pt>
                <c:pt idx="612">
                  <c:v>2024.8306</c:v>
                </c:pt>
                <c:pt idx="613">
                  <c:v>2024.8333</c:v>
                </c:pt>
                <c:pt idx="614">
                  <c:v>2024.8361</c:v>
                </c:pt>
                <c:pt idx="615">
                  <c:v>2024.8388</c:v>
                </c:pt>
                <c:pt idx="616">
                  <c:v>2024.8415</c:v>
                </c:pt>
                <c:pt idx="617">
                  <c:v>2024.8443</c:v>
                </c:pt>
                <c:pt idx="618">
                  <c:v>2024.847</c:v>
                </c:pt>
                <c:pt idx="619">
                  <c:v>2024.8497</c:v>
                </c:pt>
                <c:pt idx="620">
                  <c:v>2024.8525</c:v>
                </c:pt>
                <c:pt idx="621">
                  <c:v>2024.8552</c:v>
                </c:pt>
                <c:pt idx="622">
                  <c:v>2024.8579</c:v>
                </c:pt>
                <c:pt idx="623">
                  <c:v>2024.8607</c:v>
                </c:pt>
                <c:pt idx="624">
                  <c:v>2024.8634</c:v>
                </c:pt>
                <c:pt idx="625">
                  <c:v>2024.8661</c:v>
                </c:pt>
                <c:pt idx="626">
                  <c:v>2024.8689</c:v>
                </c:pt>
                <c:pt idx="627">
                  <c:v>2024.8716</c:v>
                </c:pt>
                <c:pt idx="628">
                  <c:v>2024.8743</c:v>
                </c:pt>
                <c:pt idx="629">
                  <c:v>2024.877</c:v>
                </c:pt>
                <c:pt idx="630">
                  <c:v>2024.8798</c:v>
                </c:pt>
                <c:pt idx="631">
                  <c:v>2024.8825</c:v>
                </c:pt>
                <c:pt idx="632">
                  <c:v>2024.8852</c:v>
                </c:pt>
                <c:pt idx="633">
                  <c:v>2024.888</c:v>
                </c:pt>
                <c:pt idx="634">
                  <c:v>2024.8907</c:v>
                </c:pt>
                <c:pt idx="635">
                  <c:v>2024.8934</c:v>
                </c:pt>
                <c:pt idx="636">
                  <c:v>2024.8962</c:v>
                </c:pt>
                <c:pt idx="637">
                  <c:v>2024.8989</c:v>
                </c:pt>
                <c:pt idx="638">
                  <c:v>2024.9016</c:v>
                </c:pt>
                <c:pt idx="639">
                  <c:v>2024.9044</c:v>
                </c:pt>
                <c:pt idx="640">
                  <c:v>2024.9071</c:v>
                </c:pt>
                <c:pt idx="641">
                  <c:v>2024.9098</c:v>
                </c:pt>
                <c:pt idx="642">
                  <c:v>2024.9126</c:v>
                </c:pt>
                <c:pt idx="643">
                  <c:v>2024.9153</c:v>
                </c:pt>
                <c:pt idx="644">
                  <c:v>2024.918</c:v>
                </c:pt>
                <c:pt idx="645">
                  <c:v>2024.9208</c:v>
                </c:pt>
                <c:pt idx="646">
                  <c:v>2024.9235</c:v>
                </c:pt>
                <c:pt idx="647">
                  <c:v>2024.9262</c:v>
                </c:pt>
                <c:pt idx="648">
                  <c:v>2024.929</c:v>
                </c:pt>
                <c:pt idx="649">
                  <c:v>2024.9317</c:v>
                </c:pt>
                <c:pt idx="650">
                  <c:v>2024.9344</c:v>
                </c:pt>
                <c:pt idx="651">
                  <c:v>2024.9372</c:v>
                </c:pt>
                <c:pt idx="652">
                  <c:v>2024.9399</c:v>
                </c:pt>
                <c:pt idx="653">
                  <c:v>2024.9426</c:v>
                </c:pt>
                <c:pt idx="654">
                  <c:v>2024.9454</c:v>
                </c:pt>
                <c:pt idx="655">
                  <c:v>2024.9481</c:v>
                </c:pt>
                <c:pt idx="656">
                  <c:v>2024.9508</c:v>
                </c:pt>
                <c:pt idx="657">
                  <c:v>2024.9536</c:v>
                </c:pt>
                <c:pt idx="658">
                  <c:v>2024.9563</c:v>
                </c:pt>
                <c:pt idx="659">
                  <c:v>2024.959</c:v>
                </c:pt>
                <c:pt idx="660">
                  <c:v>2024.9617</c:v>
                </c:pt>
                <c:pt idx="661">
                  <c:v>2024.9645</c:v>
                </c:pt>
                <c:pt idx="662">
                  <c:v>2024.9672</c:v>
                </c:pt>
                <c:pt idx="663">
                  <c:v>2024.9699</c:v>
                </c:pt>
                <c:pt idx="664">
                  <c:v>2024.9727</c:v>
                </c:pt>
                <c:pt idx="665">
                  <c:v>2024.9754</c:v>
                </c:pt>
                <c:pt idx="666">
                  <c:v>2024.9781</c:v>
                </c:pt>
                <c:pt idx="667">
                  <c:v>2024.9809</c:v>
                </c:pt>
                <c:pt idx="668">
                  <c:v>2024.9836</c:v>
                </c:pt>
                <c:pt idx="669">
                  <c:v>2024.9863</c:v>
                </c:pt>
                <c:pt idx="670">
                  <c:v>2024.9891</c:v>
                </c:pt>
                <c:pt idx="671">
                  <c:v>2024.9918</c:v>
                </c:pt>
                <c:pt idx="672">
                  <c:v>2024.9945</c:v>
                </c:pt>
                <c:pt idx="673">
                  <c:v>2024.9973</c:v>
                </c:pt>
                <c:pt idx="674">
                  <c:v>2025</c:v>
                </c:pt>
                <c:pt idx="675">
                  <c:v>2025.0027</c:v>
                </c:pt>
                <c:pt idx="676">
                  <c:v>2025.0055</c:v>
                </c:pt>
                <c:pt idx="677">
                  <c:v>2025.0082</c:v>
                </c:pt>
                <c:pt idx="678">
                  <c:v>2025.011</c:v>
                </c:pt>
                <c:pt idx="679">
                  <c:v>2025.0192</c:v>
                </c:pt>
                <c:pt idx="680">
                  <c:v>2025.0219</c:v>
                </c:pt>
                <c:pt idx="681">
                  <c:v>2025.0247</c:v>
                </c:pt>
                <c:pt idx="682">
                  <c:v>2025.0274</c:v>
                </c:pt>
                <c:pt idx="683">
                  <c:v>2025.0301</c:v>
                </c:pt>
                <c:pt idx="684">
                  <c:v>2025.0329</c:v>
                </c:pt>
                <c:pt idx="685">
                  <c:v>2025.0356</c:v>
                </c:pt>
                <c:pt idx="686">
                  <c:v>2025.0384</c:v>
                </c:pt>
                <c:pt idx="687">
                  <c:v>2025.0411</c:v>
                </c:pt>
                <c:pt idx="688">
                  <c:v>2025.0438</c:v>
                </c:pt>
                <c:pt idx="689">
                  <c:v>2025.0466</c:v>
                </c:pt>
                <c:pt idx="690">
                  <c:v>2025.0493</c:v>
                </c:pt>
                <c:pt idx="691">
                  <c:v>2025.0521</c:v>
                </c:pt>
                <c:pt idx="692">
                  <c:v>2025.0548</c:v>
                </c:pt>
                <c:pt idx="693">
                  <c:v>2025.0575</c:v>
                </c:pt>
                <c:pt idx="694">
                  <c:v>2025.0603</c:v>
                </c:pt>
                <c:pt idx="695">
                  <c:v>2025.063</c:v>
                </c:pt>
                <c:pt idx="696">
                  <c:v>2025.0658</c:v>
                </c:pt>
                <c:pt idx="697">
                  <c:v>2025.0685</c:v>
                </c:pt>
                <c:pt idx="698">
                  <c:v>2025.0712</c:v>
                </c:pt>
                <c:pt idx="699">
                  <c:v>2025.074</c:v>
                </c:pt>
                <c:pt idx="700">
                  <c:v>2025.0767</c:v>
                </c:pt>
                <c:pt idx="701">
                  <c:v>2025.0795</c:v>
                </c:pt>
                <c:pt idx="702">
                  <c:v>2025.0822</c:v>
                </c:pt>
                <c:pt idx="703">
                  <c:v>2025.0849</c:v>
                </c:pt>
                <c:pt idx="704">
                  <c:v>2025.0877</c:v>
                </c:pt>
                <c:pt idx="705">
                  <c:v>2025.0904</c:v>
                </c:pt>
                <c:pt idx="706">
                  <c:v>2025.0932</c:v>
                </c:pt>
                <c:pt idx="707">
                  <c:v>2025.0959</c:v>
                </c:pt>
                <c:pt idx="708">
                  <c:v>2025.0986</c:v>
                </c:pt>
                <c:pt idx="709">
                  <c:v>2025.1014</c:v>
                </c:pt>
                <c:pt idx="710">
                  <c:v>2025.1041</c:v>
                </c:pt>
                <c:pt idx="711">
                  <c:v>2025.1068</c:v>
                </c:pt>
                <c:pt idx="712">
                  <c:v>2025.1096</c:v>
                </c:pt>
                <c:pt idx="713">
                  <c:v>2025.1123</c:v>
                </c:pt>
                <c:pt idx="714">
                  <c:v>2025.1151</c:v>
                </c:pt>
                <c:pt idx="715">
                  <c:v>2025.1178</c:v>
                </c:pt>
                <c:pt idx="716">
                  <c:v>2025.1205</c:v>
                </c:pt>
                <c:pt idx="717">
                  <c:v>2025.1233</c:v>
                </c:pt>
                <c:pt idx="718">
                  <c:v>2025.126</c:v>
                </c:pt>
                <c:pt idx="719">
                  <c:v>2025.1288</c:v>
                </c:pt>
                <c:pt idx="720">
                  <c:v>2025.1315</c:v>
                </c:pt>
                <c:pt idx="721">
                  <c:v>2025.1342</c:v>
                </c:pt>
                <c:pt idx="722">
                  <c:v>2025.137</c:v>
                </c:pt>
                <c:pt idx="723">
                  <c:v>2025.1397</c:v>
                </c:pt>
                <c:pt idx="724">
                  <c:v>2025.1425</c:v>
                </c:pt>
                <c:pt idx="725">
                  <c:v>2025.1452</c:v>
                </c:pt>
                <c:pt idx="726">
                  <c:v>2025.1479</c:v>
                </c:pt>
                <c:pt idx="727">
                  <c:v>2025.1507</c:v>
                </c:pt>
                <c:pt idx="728">
                  <c:v>2025.1534</c:v>
                </c:pt>
                <c:pt idx="729">
                  <c:v>2025.1562</c:v>
                </c:pt>
                <c:pt idx="730">
                  <c:v>2025.1589</c:v>
                </c:pt>
                <c:pt idx="731">
                  <c:v>2025.1616</c:v>
                </c:pt>
                <c:pt idx="732">
                  <c:v>2025.1644</c:v>
                </c:pt>
                <c:pt idx="733">
                  <c:v>2025.1671</c:v>
                </c:pt>
                <c:pt idx="734">
                  <c:v>2025.1699</c:v>
                </c:pt>
                <c:pt idx="735">
                  <c:v>2025.1726</c:v>
                </c:pt>
                <c:pt idx="736">
                  <c:v>2025.1753</c:v>
                </c:pt>
                <c:pt idx="737">
                  <c:v>2025.1781</c:v>
                </c:pt>
                <c:pt idx="738">
                  <c:v>2025.1808</c:v>
                </c:pt>
                <c:pt idx="739">
                  <c:v>2025.1836</c:v>
                </c:pt>
                <c:pt idx="740">
                  <c:v>2025.1863</c:v>
                </c:pt>
                <c:pt idx="741">
                  <c:v>2025.189</c:v>
                </c:pt>
                <c:pt idx="742">
                  <c:v>2025.1918</c:v>
                </c:pt>
                <c:pt idx="743">
                  <c:v>2025.1945</c:v>
                </c:pt>
                <c:pt idx="744">
                  <c:v>2025.1973</c:v>
                </c:pt>
                <c:pt idx="745">
                  <c:v>2025.2</c:v>
                </c:pt>
                <c:pt idx="746">
                  <c:v>2025.2027</c:v>
                </c:pt>
                <c:pt idx="747">
                  <c:v>2025.2055</c:v>
                </c:pt>
                <c:pt idx="748">
                  <c:v>2025.2082</c:v>
                </c:pt>
                <c:pt idx="749">
                  <c:v>2025.211</c:v>
                </c:pt>
                <c:pt idx="750">
                  <c:v>2025.2137</c:v>
                </c:pt>
                <c:pt idx="751">
                  <c:v>2025.2164</c:v>
                </c:pt>
                <c:pt idx="752">
                  <c:v>2025.2192</c:v>
                </c:pt>
                <c:pt idx="753">
                  <c:v>2025.2219</c:v>
                </c:pt>
                <c:pt idx="754">
                  <c:v>2025.2247</c:v>
                </c:pt>
                <c:pt idx="755">
                  <c:v>2025.2274</c:v>
                </c:pt>
                <c:pt idx="756">
                  <c:v>2025.2301</c:v>
                </c:pt>
                <c:pt idx="757">
                  <c:v>2025.2329</c:v>
                </c:pt>
                <c:pt idx="758">
                  <c:v>2025.2356</c:v>
                </c:pt>
                <c:pt idx="759">
                  <c:v>2025.2384</c:v>
                </c:pt>
                <c:pt idx="760">
                  <c:v>2025.2411</c:v>
                </c:pt>
                <c:pt idx="761">
                  <c:v>2025.2438</c:v>
                </c:pt>
                <c:pt idx="762">
                  <c:v>2025.2466</c:v>
                </c:pt>
                <c:pt idx="763">
                  <c:v>2025.2493</c:v>
                </c:pt>
                <c:pt idx="764">
                  <c:v>2025.2521</c:v>
                </c:pt>
                <c:pt idx="765">
                  <c:v>2025.2548</c:v>
                </c:pt>
                <c:pt idx="766">
                  <c:v>2025.2575</c:v>
                </c:pt>
                <c:pt idx="767">
                  <c:v>2025.2603</c:v>
                </c:pt>
                <c:pt idx="768">
                  <c:v>2025.263</c:v>
                </c:pt>
                <c:pt idx="769">
                  <c:v>2025.2658</c:v>
                </c:pt>
                <c:pt idx="770">
                  <c:v>2025.2685</c:v>
                </c:pt>
                <c:pt idx="771">
                  <c:v>2025.2712</c:v>
                </c:pt>
                <c:pt idx="772">
                  <c:v>2025.274</c:v>
                </c:pt>
                <c:pt idx="773">
                  <c:v>2025.2767</c:v>
                </c:pt>
                <c:pt idx="774">
                  <c:v>2025.2795</c:v>
                </c:pt>
                <c:pt idx="775">
                  <c:v>2025.2822</c:v>
                </c:pt>
                <c:pt idx="776">
                  <c:v>2025.2849</c:v>
                </c:pt>
                <c:pt idx="777">
                  <c:v>2025.2877</c:v>
                </c:pt>
                <c:pt idx="778">
                  <c:v>2025.2904</c:v>
                </c:pt>
                <c:pt idx="779">
                  <c:v>2025.2932</c:v>
                </c:pt>
                <c:pt idx="780">
                  <c:v>2025.2959</c:v>
                </c:pt>
                <c:pt idx="781">
                  <c:v>2025.2986</c:v>
                </c:pt>
                <c:pt idx="782">
                  <c:v>2025.3014</c:v>
                </c:pt>
                <c:pt idx="783">
                  <c:v>2025.3041</c:v>
                </c:pt>
                <c:pt idx="784">
                  <c:v>2025.3068</c:v>
                </c:pt>
                <c:pt idx="785">
                  <c:v>2025.3096</c:v>
                </c:pt>
                <c:pt idx="786">
                  <c:v>2025.3123</c:v>
                </c:pt>
                <c:pt idx="787">
                  <c:v>2025.3151</c:v>
                </c:pt>
                <c:pt idx="788">
                  <c:v>2025.3178</c:v>
                </c:pt>
                <c:pt idx="789">
                  <c:v>2025.3205</c:v>
                </c:pt>
                <c:pt idx="790">
                  <c:v>2025.3233</c:v>
                </c:pt>
                <c:pt idx="791">
                  <c:v>2025.326</c:v>
                </c:pt>
                <c:pt idx="792">
                  <c:v>2025.3288</c:v>
                </c:pt>
                <c:pt idx="793">
                  <c:v>2025.3315</c:v>
                </c:pt>
                <c:pt idx="794">
                  <c:v>2025.3342</c:v>
                </c:pt>
                <c:pt idx="795">
                  <c:v>2025.337</c:v>
                </c:pt>
                <c:pt idx="796">
                  <c:v>2025.3397</c:v>
                </c:pt>
                <c:pt idx="797">
                  <c:v>2025.3425</c:v>
                </c:pt>
                <c:pt idx="798">
                  <c:v>2025.3452</c:v>
                </c:pt>
                <c:pt idx="799">
                  <c:v>2025.3479</c:v>
                </c:pt>
                <c:pt idx="800">
                  <c:v>2025.3507</c:v>
                </c:pt>
                <c:pt idx="801">
                  <c:v>2025.3534</c:v>
                </c:pt>
                <c:pt idx="802">
                  <c:v>2025.3562</c:v>
                </c:pt>
                <c:pt idx="803">
                  <c:v>2025.3589</c:v>
                </c:pt>
                <c:pt idx="804">
                  <c:v>2025.3616</c:v>
                </c:pt>
                <c:pt idx="805">
                  <c:v>2025.3644</c:v>
                </c:pt>
                <c:pt idx="806">
                  <c:v>2025.3671</c:v>
                </c:pt>
                <c:pt idx="807">
                  <c:v>2025.3699</c:v>
                </c:pt>
                <c:pt idx="808">
                  <c:v>2025.3726</c:v>
                </c:pt>
                <c:pt idx="809">
                  <c:v>2025.3753</c:v>
                </c:pt>
                <c:pt idx="810">
                  <c:v>2025.3781</c:v>
                </c:pt>
                <c:pt idx="811">
                  <c:v>2025.3808</c:v>
                </c:pt>
                <c:pt idx="812">
                  <c:v>2025.3836</c:v>
                </c:pt>
                <c:pt idx="813">
                  <c:v>2025.3863</c:v>
                </c:pt>
                <c:pt idx="814">
                  <c:v>2025.389</c:v>
                </c:pt>
                <c:pt idx="815">
                  <c:v>2025.3918</c:v>
                </c:pt>
                <c:pt idx="816">
                  <c:v>2025.3945</c:v>
                </c:pt>
                <c:pt idx="817">
                  <c:v>2025.3973</c:v>
                </c:pt>
                <c:pt idx="818">
                  <c:v>2025.4</c:v>
                </c:pt>
                <c:pt idx="819">
                  <c:v>2025.4027</c:v>
                </c:pt>
                <c:pt idx="820">
                  <c:v>2025.4055</c:v>
                </c:pt>
                <c:pt idx="821">
                  <c:v>2025.4082</c:v>
                </c:pt>
                <c:pt idx="822">
                  <c:v>2025.411</c:v>
                </c:pt>
                <c:pt idx="823">
                  <c:v>2025.4137</c:v>
                </c:pt>
                <c:pt idx="824">
                  <c:v>2025.4164</c:v>
                </c:pt>
                <c:pt idx="825">
                  <c:v>2025.4192</c:v>
                </c:pt>
                <c:pt idx="826">
                  <c:v>2025.4219</c:v>
                </c:pt>
                <c:pt idx="827">
                  <c:v>2025.4247</c:v>
                </c:pt>
                <c:pt idx="828">
                  <c:v>2025.4274</c:v>
                </c:pt>
                <c:pt idx="829">
                  <c:v>2025.4301</c:v>
                </c:pt>
                <c:pt idx="830">
                  <c:v>2025.4329</c:v>
                </c:pt>
                <c:pt idx="831">
                  <c:v>2025.4356</c:v>
                </c:pt>
                <c:pt idx="832">
                  <c:v>2025.4384</c:v>
                </c:pt>
                <c:pt idx="833">
                  <c:v>2025.4411</c:v>
                </c:pt>
                <c:pt idx="834">
                  <c:v>2025.4438</c:v>
                </c:pt>
                <c:pt idx="835">
                  <c:v>2025.4466</c:v>
                </c:pt>
                <c:pt idx="836">
                  <c:v>2025.4493</c:v>
                </c:pt>
                <c:pt idx="837">
                  <c:v>2025.4521</c:v>
                </c:pt>
                <c:pt idx="838">
                  <c:v>2025.4548</c:v>
                </c:pt>
                <c:pt idx="839">
                  <c:v>2025.4575</c:v>
                </c:pt>
                <c:pt idx="840">
                  <c:v>2025.4603</c:v>
                </c:pt>
                <c:pt idx="841">
                  <c:v>2025.463</c:v>
                </c:pt>
                <c:pt idx="842">
                  <c:v>2025.4658</c:v>
                </c:pt>
                <c:pt idx="843">
                  <c:v>2025.4685</c:v>
                </c:pt>
                <c:pt idx="844">
                  <c:v>2025.4712</c:v>
                </c:pt>
                <c:pt idx="845">
                  <c:v>2025.474</c:v>
                </c:pt>
                <c:pt idx="846">
                  <c:v>2025.4767</c:v>
                </c:pt>
                <c:pt idx="847">
                  <c:v>2025.4795</c:v>
                </c:pt>
                <c:pt idx="848">
                  <c:v>2025.4822</c:v>
                </c:pt>
                <c:pt idx="849">
                  <c:v>2025.4849</c:v>
                </c:pt>
                <c:pt idx="850">
                  <c:v>2025.4877</c:v>
                </c:pt>
                <c:pt idx="851">
                  <c:v>2025.4904</c:v>
                </c:pt>
                <c:pt idx="852">
                  <c:v>2025.4932</c:v>
                </c:pt>
                <c:pt idx="853">
                  <c:v>2025.4959</c:v>
                </c:pt>
                <c:pt idx="854">
                  <c:v>2025.4986</c:v>
                </c:pt>
                <c:pt idx="855">
                  <c:v>2025.5014</c:v>
                </c:pt>
                <c:pt idx="856">
                  <c:v>2025.5041</c:v>
                </c:pt>
                <c:pt idx="857">
                  <c:v>2025.5068</c:v>
                </c:pt>
                <c:pt idx="858">
                  <c:v>2025.5096</c:v>
                </c:pt>
                <c:pt idx="859">
                  <c:v>2025.5123</c:v>
                </c:pt>
                <c:pt idx="860">
                  <c:v>2025.5151</c:v>
                </c:pt>
                <c:pt idx="861">
                  <c:v>2025.5178</c:v>
                </c:pt>
                <c:pt idx="862">
                  <c:v>2025.5205</c:v>
                </c:pt>
                <c:pt idx="863">
                  <c:v>2025.5233</c:v>
                </c:pt>
                <c:pt idx="864">
                  <c:v>2025.526</c:v>
                </c:pt>
                <c:pt idx="865">
                  <c:v>2025.5288</c:v>
                </c:pt>
                <c:pt idx="866">
                  <c:v>2025.5315</c:v>
                </c:pt>
                <c:pt idx="867">
                  <c:v>2025.5342</c:v>
                </c:pt>
                <c:pt idx="868">
                  <c:v>2025.537</c:v>
                </c:pt>
                <c:pt idx="869">
                  <c:v>2025.5397</c:v>
                </c:pt>
                <c:pt idx="870">
                  <c:v>2025.5425</c:v>
                </c:pt>
                <c:pt idx="871">
                  <c:v>2025.5452</c:v>
                </c:pt>
                <c:pt idx="872">
                  <c:v>2025.5479</c:v>
                </c:pt>
                <c:pt idx="873">
                  <c:v>2025.5534</c:v>
                </c:pt>
                <c:pt idx="874">
                  <c:v>2025.5562</c:v>
                </c:pt>
                <c:pt idx="875">
                  <c:v>2025.5589</c:v>
                </c:pt>
                <c:pt idx="876">
                  <c:v>2025.5616</c:v>
                </c:pt>
                <c:pt idx="877">
                  <c:v>2025.5644</c:v>
                </c:pt>
                <c:pt idx="878">
                  <c:v>2025.5671</c:v>
                </c:pt>
                <c:pt idx="879">
                  <c:v>2025.5699</c:v>
                </c:pt>
                <c:pt idx="880">
                  <c:v>2025.5726</c:v>
                </c:pt>
                <c:pt idx="881">
                  <c:v>2025.5753</c:v>
                </c:pt>
                <c:pt idx="882">
                  <c:v>2025.5781</c:v>
                </c:pt>
                <c:pt idx="883">
                  <c:v>2025.5808</c:v>
                </c:pt>
                <c:pt idx="884">
                  <c:v>2025.5836</c:v>
                </c:pt>
                <c:pt idx="885">
                  <c:v>2025.5863</c:v>
                </c:pt>
                <c:pt idx="886">
                  <c:v>2025.589</c:v>
                </c:pt>
                <c:pt idx="887">
                  <c:v>2025.5918</c:v>
                </c:pt>
                <c:pt idx="888">
                  <c:v>2025.5945</c:v>
                </c:pt>
                <c:pt idx="889">
                  <c:v>2025.5973</c:v>
                </c:pt>
                <c:pt idx="890">
                  <c:v>2025.6</c:v>
                </c:pt>
                <c:pt idx="891">
                  <c:v>2025.6027</c:v>
                </c:pt>
                <c:pt idx="892">
                  <c:v>2025.6055</c:v>
                </c:pt>
                <c:pt idx="893">
                  <c:v>2025.6082</c:v>
                </c:pt>
                <c:pt idx="894">
                  <c:v>2025.611</c:v>
                </c:pt>
                <c:pt idx="895">
                  <c:v>2025.6137</c:v>
                </c:pt>
                <c:pt idx="896">
                  <c:v>2025.6164</c:v>
                </c:pt>
                <c:pt idx="897">
                  <c:v>2025.6192</c:v>
                </c:pt>
                <c:pt idx="898">
                  <c:v>2025.6219</c:v>
                </c:pt>
                <c:pt idx="899">
                  <c:v>2025.6247</c:v>
                </c:pt>
                <c:pt idx="900">
                  <c:v>2025.6274</c:v>
                </c:pt>
                <c:pt idx="901">
                  <c:v>2025.6301</c:v>
                </c:pt>
                <c:pt idx="902">
                  <c:v>2025.6329</c:v>
                </c:pt>
                <c:pt idx="903">
                  <c:v>2025.6356</c:v>
                </c:pt>
                <c:pt idx="904">
                  <c:v>2025.6384</c:v>
                </c:pt>
                <c:pt idx="905">
                  <c:v>2025.6411</c:v>
                </c:pt>
                <c:pt idx="906">
                  <c:v>2025.6438</c:v>
                </c:pt>
                <c:pt idx="907">
                  <c:v>2025.6466</c:v>
                </c:pt>
                <c:pt idx="908">
                  <c:v>2025.6493</c:v>
                </c:pt>
                <c:pt idx="909">
                  <c:v>2025.6521</c:v>
                </c:pt>
                <c:pt idx="910">
                  <c:v>2025.6548</c:v>
                </c:pt>
                <c:pt idx="911">
                  <c:v>2025.6575</c:v>
                </c:pt>
                <c:pt idx="912">
                  <c:v>2025.6603</c:v>
                </c:pt>
                <c:pt idx="913">
                  <c:v>2025.663</c:v>
                </c:pt>
                <c:pt idx="914">
                  <c:v>2025.6658</c:v>
                </c:pt>
                <c:pt idx="915">
                  <c:v>2025.6685</c:v>
                </c:pt>
                <c:pt idx="916">
                  <c:v>2025.6712</c:v>
                </c:pt>
                <c:pt idx="917">
                  <c:v>2025.674</c:v>
                </c:pt>
                <c:pt idx="918">
                  <c:v>2025.6767</c:v>
                </c:pt>
                <c:pt idx="919">
                  <c:v>2025.6795</c:v>
                </c:pt>
                <c:pt idx="920">
                  <c:v>2025.6822</c:v>
                </c:pt>
                <c:pt idx="921">
                  <c:v>2025.6849</c:v>
                </c:pt>
                <c:pt idx="922">
                  <c:v>2025.6877</c:v>
                </c:pt>
                <c:pt idx="923">
                  <c:v>2025.6904</c:v>
                </c:pt>
                <c:pt idx="924">
                  <c:v>2025.6932</c:v>
                </c:pt>
                <c:pt idx="925">
                  <c:v>2025.6959</c:v>
                </c:pt>
                <c:pt idx="926">
                  <c:v>2025.6986</c:v>
                </c:pt>
                <c:pt idx="927">
                  <c:v>2025.7014</c:v>
                </c:pt>
                <c:pt idx="928">
                  <c:v>2025.7041</c:v>
                </c:pt>
                <c:pt idx="929">
                  <c:v>2025.7068</c:v>
                </c:pt>
                <c:pt idx="930">
                  <c:v>2025.7096</c:v>
                </c:pt>
                <c:pt idx="931">
                  <c:v>2025.7123</c:v>
                </c:pt>
                <c:pt idx="932">
                  <c:v>2025.7151</c:v>
                </c:pt>
                <c:pt idx="933">
                  <c:v>2025.7178</c:v>
                </c:pt>
                <c:pt idx="934">
                  <c:v>2025.7205</c:v>
                </c:pt>
                <c:pt idx="935">
                  <c:v>2025.7233</c:v>
                </c:pt>
                <c:pt idx="936">
                  <c:v>2025.726</c:v>
                </c:pt>
                <c:pt idx="937">
                  <c:v>2025.7288</c:v>
                </c:pt>
                <c:pt idx="938">
                  <c:v>2025.7315</c:v>
                </c:pt>
                <c:pt idx="939">
                  <c:v>2025.7342</c:v>
                </c:pt>
                <c:pt idx="940">
                  <c:v>2025.737</c:v>
                </c:pt>
                <c:pt idx="941">
                  <c:v>2025.7397</c:v>
                </c:pt>
                <c:pt idx="942">
                  <c:v>2025.7425</c:v>
                </c:pt>
                <c:pt idx="943">
                  <c:v>2025.7452</c:v>
                </c:pt>
                <c:pt idx="944">
                  <c:v>2025.7479</c:v>
                </c:pt>
                <c:pt idx="945">
                  <c:v>2025.7507</c:v>
                </c:pt>
                <c:pt idx="946">
                  <c:v>2025.7534</c:v>
                </c:pt>
                <c:pt idx="947">
                  <c:v>2025.7562</c:v>
                </c:pt>
                <c:pt idx="948">
                  <c:v>2025.7589</c:v>
                </c:pt>
                <c:pt idx="949">
                  <c:v>2025.7616</c:v>
                </c:pt>
                <c:pt idx="950">
                  <c:v>2025.7726</c:v>
                </c:pt>
                <c:pt idx="951">
                  <c:v>2025.7753</c:v>
                </c:pt>
                <c:pt idx="952">
                  <c:v>2025.7781</c:v>
                </c:pt>
                <c:pt idx="953">
                  <c:v>2025.7808</c:v>
                </c:pt>
                <c:pt idx="954">
                  <c:v>2025.7836</c:v>
                </c:pt>
                <c:pt idx="955">
                  <c:v>2025.7863</c:v>
                </c:pt>
                <c:pt idx="956">
                  <c:v>2025.789</c:v>
                </c:pt>
                <c:pt idx="957">
                  <c:v>2025.7918</c:v>
                </c:pt>
                <c:pt idx="958">
                  <c:v>2025.7945</c:v>
                </c:pt>
                <c:pt idx="959">
                  <c:v>2025.7973</c:v>
                </c:pt>
                <c:pt idx="960">
                  <c:v>2025.8</c:v>
                </c:pt>
                <c:pt idx="961">
                  <c:v>2025.8027</c:v>
                </c:pt>
                <c:pt idx="962">
                  <c:v>2025.8055</c:v>
                </c:pt>
                <c:pt idx="963">
                  <c:v>2025.8082</c:v>
                </c:pt>
                <c:pt idx="964">
                  <c:v>2025.811</c:v>
                </c:pt>
                <c:pt idx="965">
                  <c:v>2025.8137</c:v>
                </c:pt>
                <c:pt idx="966">
                  <c:v>2025.8164</c:v>
                </c:pt>
                <c:pt idx="967">
                  <c:v>2025.8192</c:v>
                </c:pt>
                <c:pt idx="968">
                  <c:v>2025.8219</c:v>
                </c:pt>
                <c:pt idx="969">
                  <c:v>2025.8247</c:v>
                </c:pt>
                <c:pt idx="970">
                  <c:v>2025.8274</c:v>
                </c:pt>
                <c:pt idx="971">
                  <c:v>2025.8301</c:v>
                </c:pt>
                <c:pt idx="972">
                  <c:v>2025.8329</c:v>
                </c:pt>
                <c:pt idx="973">
                  <c:v>2025.8356</c:v>
                </c:pt>
                <c:pt idx="974">
                  <c:v>2025.8384</c:v>
                </c:pt>
                <c:pt idx="975">
                  <c:v>2025.8411</c:v>
                </c:pt>
                <c:pt idx="976">
                  <c:v>2025.8438</c:v>
                </c:pt>
                <c:pt idx="977">
                  <c:v>2025.8466</c:v>
                </c:pt>
                <c:pt idx="978">
                  <c:v>2025.863</c:v>
                </c:pt>
                <c:pt idx="979">
                  <c:v>2025.8658</c:v>
                </c:pt>
                <c:pt idx="980">
                  <c:v>2025.8685</c:v>
                </c:pt>
                <c:pt idx="981">
                  <c:v>2025.8712</c:v>
                </c:pt>
                <c:pt idx="982">
                  <c:v>2025.874</c:v>
                </c:pt>
                <c:pt idx="983">
                  <c:v>2025.8767</c:v>
                </c:pt>
                <c:pt idx="984">
                  <c:v>2025.8795</c:v>
                </c:pt>
                <c:pt idx="985">
                  <c:v>2025.8822</c:v>
                </c:pt>
                <c:pt idx="986">
                  <c:v>2025.8849</c:v>
                </c:pt>
                <c:pt idx="987">
                  <c:v>2025.8877</c:v>
                </c:pt>
                <c:pt idx="988">
                  <c:v>2025.8904</c:v>
                </c:pt>
                <c:pt idx="989">
                  <c:v>2025.8932</c:v>
                </c:pt>
                <c:pt idx="990">
                  <c:v>2025.8959</c:v>
                </c:pt>
                <c:pt idx="991">
                  <c:v>2025.8986</c:v>
                </c:pt>
                <c:pt idx="992">
                  <c:v>2025.9014</c:v>
                </c:pt>
                <c:pt idx="993">
                  <c:v>2025.9041</c:v>
                </c:pt>
                <c:pt idx="994">
                  <c:v>2025.9068</c:v>
                </c:pt>
                <c:pt idx="995">
                  <c:v>2025.9096</c:v>
                </c:pt>
                <c:pt idx="996">
                  <c:v>2025.9123</c:v>
                </c:pt>
                <c:pt idx="997">
                  <c:v>2025.9151</c:v>
                </c:pt>
                <c:pt idx="998">
                  <c:v>2025.9178</c:v>
                </c:pt>
                <c:pt idx="999">
                  <c:v>2025.9205</c:v>
                </c:pt>
                <c:pt idx="1000">
                  <c:v>2025.9233</c:v>
                </c:pt>
                <c:pt idx="1001">
                  <c:v>2025.926</c:v>
                </c:pt>
                <c:pt idx="1002">
                  <c:v>2025.9288</c:v>
                </c:pt>
                <c:pt idx="1003">
                  <c:v>2025.9315</c:v>
                </c:pt>
                <c:pt idx="1004">
                  <c:v>2025.9342</c:v>
                </c:pt>
                <c:pt idx="1005">
                  <c:v>2025.937</c:v>
                </c:pt>
                <c:pt idx="1006">
                  <c:v>2025.9397</c:v>
                </c:pt>
                <c:pt idx="1007">
                  <c:v>2025.9425</c:v>
                </c:pt>
                <c:pt idx="1008">
                  <c:v>2025.9452</c:v>
                </c:pt>
                <c:pt idx="1009">
                  <c:v>2025.9479</c:v>
                </c:pt>
                <c:pt idx="1010">
                  <c:v>2025.9507</c:v>
                </c:pt>
                <c:pt idx="1011">
                  <c:v>2025.9534</c:v>
                </c:pt>
                <c:pt idx="1012">
                  <c:v>2025.9562</c:v>
                </c:pt>
                <c:pt idx="1013">
                  <c:v>2025.9589</c:v>
                </c:pt>
                <c:pt idx="1014">
                  <c:v>2025.9616</c:v>
                </c:pt>
                <c:pt idx="1015">
                  <c:v>2025.9644</c:v>
                </c:pt>
                <c:pt idx="1016">
                  <c:v>2025.9671</c:v>
                </c:pt>
                <c:pt idx="1017">
                  <c:v>2025.9699</c:v>
                </c:pt>
                <c:pt idx="1018">
                  <c:v>2025.9726</c:v>
                </c:pt>
                <c:pt idx="1019">
                  <c:v>2025.9753</c:v>
                </c:pt>
                <c:pt idx="1020">
                  <c:v>2025.9781</c:v>
                </c:pt>
                <c:pt idx="1021">
                  <c:v>2025.9808</c:v>
                </c:pt>
                <c:pt idx="1022">
                  <c:v>2025.9836</c:v>
                </c:pt>
                <c:pt idx="1023">
                  <c:v>2025.9863</c:v>
                </c:pt>
                <c:pt idx="1024">
                  <c:v>2025.989</c:v>
                </c:pt>
                <c:pt idx="1025">
                  <c:v>2025.9918</c:v>
                </c:pt>
                <c:pt idx="1026">
                  <c:v>2025.9945</c:v>
                </c:pt>
                <c:pt idx="1027">
                  <c:v>2025.9973</c:v>
                </c:pt>
                <c:pt idx="1028">
                  <c:v>2026</c:v>
                </c:pt>
                <c:pt idx="1029">
                  <c:v>2026.0027</c:v>
                </c:pt>
                <c:pt idx="1030">
                  <c:v>2026.0055</c:v>
                </c:pt>
                <c:pt idx="1031">
                  <c:v>2026.0082</c:v>
                </c:pt>
                <c:pt idx="1032">
                  <c:v>2026.011</c:v>
                </c:pt>
                <c:pt idx="1033">
                  <c:v>2026.0137</c:v>
                </c:pt>
                <c:pt idx="1034">
                  <c:v>2026.0164</c:v>
                </c:pt>
                <c:pt idx="1035">
                  <c:v>2026.0192</c:v>
                </c:pt>
                <c:pt idx="1036">
                  <c:v>2026.0219</c:v>
                </c:pt>
                <c:pt idx="1037">
                  <c:v>2026.0247</c:v>
                </c:pt>
                <c:pt idx="1038">
                  <c:v>2026.0274</c:v>
                </c:pt>
                <c:pt idx="1039">
                  <c:v>2026.0301</c:v>
                </c:pt>
                <c:pt idx="1040">
                  <c:v>2026.0329</c:v>
                </c:pt>
                <c:pt idx="1041">
                  <c:v>2026.0356</c:v>
                </c:pt>
                <c:pt idx="1042">
                  <c:v>2026.0384</c:v>
                </c:pt>
                <c:pt idx="1043">
                  <c:v>2026.0411</c:v>
                </c:pt>
                <c:pt idx="1044">
                  <c:v>2026.0438</c:v>
                </c:pt>
                <c:pt idx="1045">
                  <c:v>2026.0466</c:v>
                </c:pt>
                <c:pt idx="1046">
                  <c:v>2026.0493</c:v>
                </c:pt>
                <c:pt idx="1047">
                  <c:v>2026.0521</c:v>
                </c:pt>
                <c:pt idx="1048">
                  <c:v>2026.0548</c:v>
                </c:pt>
                <c:pt idx="1049">
                  <c:v>2026.0575</c:v>
                </c:pt>
                <c:pt idx="1050">
                  <c:v>2026.0603</c:v>
                </c:pt>
                <c:pt idx="1051">
                  <c:v>2026.063</c:v>
                </c:pt>
                <c:pt idx="1052">
                  <c:v>2026.0658</c:v>
                </c:pt>
                <c:pt idx="1053">
                  <c:v>2026.0685</c:v>
                </c:pt>
                <c:pt idx="1054">
                  <c:v>2026.0712</c:v>
                </c:pt>
                <c:pt idx="1055">
                  <c:v>2026.074</c:v>
                </c:pt>
                <c:pt idx="1056">
                  <c:v>2026.0767</c:v>
                </c:pt>
                <c:pt idx="1057">
                  <c:v>2026.0795</c:v>
                </c:pt>
                <c:pt idx="1058">
                  <c:v>2026.0822</c:v>
                </c:pt>
                <c:pt idx="1059">
                  <c:v>2026.0849</c:v>
                </c:pt>
                <c:pt idx="1060">
                  <c:v>2026.0877</c:v>
                </c:pt>
                <c:pt idx="1061">
                  <c:v>2026.0904</c:v>
                </c:pt>
                <c:pt idx="1062">
                  <c:v>2026.0932</c:v>
                </c:pt>
                <c:pt idx="1063">
                  <c:v>2026.0959</c:v>
                </c:pt>
                <c:pt idx="1064">
                  <c:v>2026.0986</c:v>
                </c:pt>
                <c:pt idx="1065">
                  <c:v>2026.1014</c:v>
                </c:pt>
                <c:pt idx="1066">
                  <c:v>2026.1041</c:v>
                </c:pt>
                <c:pt idx="1067">
                  <c:v>2026.1068</c:v>
                </c:pt>
                <c:pt idx="1068">
                  <c:v>2026.1096</c:v>
                </c:pt>
                <c:pt idx="1069">
                  <c:v>2026.1123</c:v>
                </c:pt>
                <c:pt idx="1070">
                  <c:v>2026.1151</c:v>
                </c:pt>
                <c:pt idx="1071">
                  <c:v>2026.1178</c:v>
                </c:pt>
                <c:pt idx="1072">
                  <c:v>2026.1205</c:v>
                </c:pt>
                <c:pt idx="1073">
                  <c:v>2026.1233</c:v>
                </c:pt>
                <c:pt idx="1074">
                  <c:v>2026.126</c:v>
                </c:pt>
                <c:pt idx="1075">
                  <c:v>2026.1288</c:v>
                </c:pt>
                <c:pt idx="1076">
                  <c:v>2026.1315</c:v>
                </c:pt>
                <c:pt idx="1077">
                  <c:v>2026.1342</c:v>
                </c:pt>
                <c:pt idx="1078">
                  <c:v>2026.137</c:v>
                </c:pt>
                <c:pt idx="1079">
                  <c:v>2026.1397</c:v>
                </c:pt>
                <c:pt idx="1080">
                  <c:v>2026.1425</c:v>
                </c:pt>
                <c:pt idx="1081">
                  <c:v>2026.1452</c:v>
                </c:pt>
                <c:pt idx="1082">
                  <c:v>2026.1479</c:v>
                </c:pt>
                <c:pt idx="1083">
                  <c:v>2026.1507</c:v>
                </c:pt>
                <c:pt idx="1084">
                  <c:v>2026.1534</c:v>
                </c:pt>
                <c:pt idx="1085">
                  <c:v>2026.1562</c:v>
                </c:pt>
                <c:pt idx="1086">
                  <c:v>2026.1589</c:v>
                </c:pt>
                <c:pt idx="1087">
                  <c:v>2026.1616</c:v>
                </c:pt>
                <c:pt idx="1088">
                  <c:v>2026.1644</c:v>
                </c:pt>
                <c:pt idx="1089">
                  <c:v>2026.1671</c:v>
                </c:pt>
                <c:pt idx="1090">
                  <c:v>2026.1699</c:v>
                </c:pt>
                <c:pt idx="1091">
                  <c:v>2026.1726</c:v>
                </c:pt>
                <c:pt idx="1092">
                  <c:v>2026.1753</c:v>
                </c:pt>
                <c:pt idx="1093">
                  <c:v>2026.1781</c:v>
                </c:pt>
                <c:pt idx="1094">
                  <c:v>2026.1808</c:v>
                </c:pt>
                <c:pt idx="1095">
                  <c:v>2026.1836</c:v>
                </c:pt>
                <c:pt idx="1096">
                  <c:v>2026.1863</c:v>
                </c:pt>
                <c:pt idx="1097">
                  <c:v>2026.189</c:v>
                </c:pt>
                <c:pt idx="1098">
                  <c:v>2026.1918</c:v>
                </c:pt>
                <c:pt idx="1099">
                  <c:v>2026.1945</c:v>
                </c:pt>
                <c:pt idx="1100">
                  <c:v>2026.1973</c:v>
                </c:pt>
                <c:pt idx="1101">
                  <c:v>2026.2</c:v>
                </c:pt>
                <c:pt idx="1102">
                  <c:v>2026.2027</c:v>
                </c:pt>
                <c:pt idx="1103">
                  <c:v>2026.2055</c:v>
                </c:pt>
                <c:pt idx="1104">
                  <c:v>2026.2082</c:v>
                </c:pt>
                <c:pt idx="1105">
                  <c:v>2026.211</c:v>
                </c:pt>
                <c:pt idx="1106">
                  <c:v>2026.2137</c:v>
                </c:pt>
                <c:pt idx="1107">
                  <c:v>2026.2192</c:v>
                </c:pt>
                <c:pt idx="1108">
                  <c:v>2026.2274</c:v>
                </c:pt>
                <c:pt idx="1109">
                  <c:v>2026.2301</c:v>
                </c:pt>
                <c:pt idx="1110">
                  <c:v>2026.2329</c:v>
                </c:pt>
                <c:pt idx="1111">
                  <c:v>2026.2356</c:v>
                </c:pt>
                <c:pt idx="1112">
                  <c:v>2026.2384</c:v>
                </c:pt>
                <c:pt idx="1113">
                  <c:v>2026.2411</c:v>
                </c:pt>
                <c:pt idx="1114">
                  <c:v>2026.2438</c:v>
                </c:pt>
                <c:pt idx="1115">
                  <c:v>2026.2466</c:v>
                </c:pt>
                <c:pt idx="1116">
                  <c:v>2026.2493</c:v>
                </c:pt>
                <c:pt idx="1117">
                  <c:v>2026.2521</c:v>
                </c:pt>
                <c:pt idx="1118">
                  <c:v>2026.2548</c:v>
                </c:pt>
                <c:pt idx="1119">
                  <c:v>2026.2575</c:v>
                </c:pt>
                <c:pt idx="1120">
                  <c:v>2026.2603</c:v>
                </c:pt>
                <c:pt idx="1121">
                  <c:v>2026.263</c:v>
                </c:pt>
                <c:pt idx="1122">
                  <c:v>2026.2658</c:v>
                </c:pt>
                <c:pt idx="1123">
                  <c:v>2026.2685</c:v>
                </c:pt>
                <c:pt idx="1124">
                  <c:v>2026.2712</c:v>
                </c:pt>
                <c:pt idx="1125">
                  <c:v>2026.274</c:v>
                </c:pt>
                <c:pt idx="1126">
                  <c:v>2026.2767</c:v>
                </c:pt>
                <c:pt idx="1127">
                  <c:v>2026.2795</c:v>
                </c:pt>
                <c:pt idx="1128">
                  <c:v>2026.2822</c:v>
                </c:pt>
                <c:pt idx="1129">
                  <c:v>2026.2849</c:v>
                </c:pt>
                <c:pt idx="1130">
                  <c:v>2026.2877</c:v>
                </c:pt>
                <c:pt idx="1131">
                  <c:v>2026.2904</c:v>
                </c:pt>
                <c:pt idx="1132">
                  <c:v>2026.2932</c:v>
                </c:pt>
                <c:pt idx="1133">
                  <c:v>2026.2959</c:v>
                </c:pt>
                <c:pt idx="1134">
                  <c:v>2026.3014</c:v>
                </c:pt>
                <c:pt idx="1135">
                  <c:v>2026.3041</c:v>
                </c:pt>
                <c:pt idx="1136">
                  <c:v>2026.3068</c:v>
                </c:pt>
                <c:pt idx="1137">
                  <c:v>2026.3096</c:v>
                </c:pt>
                <c:pt idx="1138">
                  <c:v>2026.3151</c:v>
                </c:pt>
                <c:pt idx="1139">
                  <c:v>2026.3178</c:v>
                </c:pt>
                <c:pt idx="1140">
                  <c:v>2026.3205</c:v>
                </c:pt>
                <c:pt idx="1141">
                  <c:v>2026.3233</c:v>
                </c:pt>
                <c:pt idx="1142">
                  <c:v>2026.326</c:v>
                </c:pt>
                <c:pt idx="1143">
                  <c:v>2026.3288</c:v>
                </c:pt>
                <c:pt idx="1144">
                  <c:v>2026.3315</c:v>
                </c:pt>
                <c:pt idx="1145">
                  <c:v>2026.3342</c:v>
                </c:pt>
                <c:pt idx="1146">
                  <c:v>2026.337</c:v>
                </c:pt>
                <c:pt idx="1147">
                  <c:v>2026.3397</c:v>
                </c:pt>
                <c:pt idx="1148">
                  <c:v>2026.3425</c:v>
                </c:pt>
                <c:pt idx="1149">
                  <c:v>2026.3452</c:v>
                </c:pt>
                <c:pt idx="1150">
                  <c:v>2026.3479</c:v>
                </c:pt>
                <c:pt idx="1151">
                  <c:v>2026.3507</c:v>
                </c:pt>
                <c:pt idx="1152">
                  <c:v>2026.3534</c:v>
                </c:pt>
                <c:pt idx="1153">
                  <c:v>2026.3562</c:v>
                </c:pt>
                <c:pt idx="1154">
                  <c:v>2026.3616</c:v>
                </c:pt>
                <c:pt idx="1155">
                  <c:v>2026.3644</c:v>
                </c:pt>
                <c:pt idx="1156">
                  <c:v>2026.3671</c:v>
                </c:pt>
                <c:pt idx="1157">
                  <c:v>2026.3699</c:v>
                </c:pt>
                <c:pt idx="1158">
                  <c:v>2026.3726</c:v>
                </c:pt>
                <c:pt idx="1159">
                  <c:v>2026.3753</c:v>
                </c:pt>
                <c:pt idx="1160">
                  <c:v>2026.3781</c:v>
                </c:pt>
                <c:pt idx="1161">
                  <c:v>2026.3808</c:v>
                </c:pt>
                <c:pt idx="1162">
                  <c:v>2026.3836</c:v>
                </c:pt>
                <c:pt idx="1163">
                  <c:v>2026.3863</c:v>
                </c:pt>
                <c:pt idx="1164">
                  <c:v>2026.389</c:v>
                </c:pt>
                <c:pt idx="1165">
                  <c:v>2026.3918</c:v>
                </c:pt>
                <c:pt idx="1166">
                  <c:v>2026.3945</c:v>
                </c:pt>
                <c:pt idx="1167">
                  <c:v>2026.3973</c:v>
                </c:pt>
                <c:pt idx="1168">
                  <c:v>2026.4</c:v>
                </c:pt>
                <c:pt idx="1169">
                  <c:v>2026.4027</c:v>
                </c:pt>
                <c:pt idx="1170">
                  <c:v>2026.4055</c:v>
                </c:pt>
                <c:pt idx="1171">
                  <c:v>2026.4082</c:v>
                </c:pt>
                <c:pt idx="1172">
                  <c:v>2026.411</c:v>
                </c:pt>
                <c:pt idx="1173">
                  <c:v>2026.4137</c:v>
                </c:pt>
                <c:pt idx="1174">
                  <c:v>2026.4164</c:v>
                </c:pt>
                <c:pt idx="1175">
                  <c:v>2026.4192</c:v>
                </c:pt>
                <c:pt idx="1176">
                  <c:v>2026.4219</c:v>
                </c:pt>
                <c:pt idx="1177">
                  <c:v>2026.4247</c:v>
                </c:pt>
                <c:pt idx="1178">
                  <c:v>2026.4274</c:v>
                </c:pt>
                <c:pt idx="1179">
                  <c:v>2026.4301</c:v>
                </c:pt>
                <c:pt idx="1180">
                  <c:v>2026.4329</c:v>
                </c:pt>
                <c:pt idx="1181">
                  <c:v>2026.4356</c:v>
                </c:pt>
                <c:pt idx="1182">
                  <c:v>2026.4384</c:v>
                </c:pt>
                <c:pt idx="1183">
                  <c:v>2026.4411</c:v>
                </c:pt>
                <c:pt idx="1184">
                  <c:v>2026.4438</c:v>
                </c:pt>
                <c:pt idx="1185">
                  <c:v>2026.4466</c:v>
                </c:pt>
                <c:pt idx="1186">
                  <c:v>2026.4493</c:v>
                </c:pt>
                <c:pt idx="1187">
                  <c:v>2026.4521</c:v>
                </c:pt>
                <c:pt idx="1188">
                  <c:v>2026.4548</c:v>
                </c:pt>
                <c:pt idx="1189">
                  <c:v>2026.4575</c:v>
                </c:pt>
                <c:pt idx="1190">
                  <c:v>2026.4849</c:v>
                </c:pt>
                <c:pt idx="1191">
                  <c:v>2026.4877</c:v>
                </c:pt>
                <c:pt idx="1192">
                  <c:v>2026.4904</c:v>
                </c:pt>
                <c:pt idx="1193">
                  <c:v>2026.4932</c:v>
                </c:pt>
                <c:pt idx="1194">
                  <c:v>2026.4959</c:v>
                </c:pt>
                <c:pt idx="1195">
                  <c:v>2026.4986</c:v>
                </c:pt>
                <c:pt idx="1196">
                  <c:v>2026.5014</c:v>
                </c:pt>
                <c:pt idx="1197">
                  <c:v>2026.5041</c:v>
                </c:pt>
                <c:pt idx="1198">
                  <c:v>2026.5068</c:v>
                </c:pt>
                <c:pt idx="1199">
                  <c:v>2026.5096</c:v>
                </c:pt>
                <c:pt idx="1200">
                  <c:v>2026.5123</c:v>
                </c:pt>
                <c:pt idx="1201">
                  <c:v>2026.5151</c:v>
                </c:pt>
                <c:pt idx="1202">
                  <c:v>2026.5178</c:v>
                </c:pt>
                <c:pt idx="1203">
                  <c:v>2026.5205</c:v>
                </c:pt>
                <c:pt idx="1204">
                  <c:v>2026.5233</c:v>
                </c:pt>
                <c:pt idx="1205">
                  <c:v>2026.526</c:v>
                </c:pt>
                <c:pt idx="1206">
                  <c:v>2026.5288</c:v>
                </c:pt>
                <c:pt idx="1207">
                  <c:v>2026.5315</c:v>
                </c:pt>
                <c:pt idx="1208">
                  <c:v>2026.5342</c:v>
                </c:pt>
                <c:pt idx="1209">
                  <c:v>2026.537</c:v>
                </c:pt>
                <c:pt idx="1210">
                  <c:v>2026.5397</c:v>
                </c:pt>
                <c:pt idx="1211">
                  <c:v>2026.5425</c:v>
                </c:pt>
                <c:pt idx="1212">
                  <c:v>2026.5452</c:v>
                </c:pt>
                <c:pt idx="1213">
                  <c:v>2026.5479</c:v>
                </c:pt>
                <c:pt idx="1214">
                  <c:v>2026.5507</c:v>
                </c:pt>
                <c:pt idx="1215">
                  <c:v>2026.5534</c:v>
                </c:pt>
                <c:pt idx="1216">
                  <c:v>2026.5562</c:v>
                </c:pt>
                <c:pt idx="1217">
                  <c:v>2026.5589</c:v>
                </c:pt>
                <c:pt idx="1218">
                  <c:v>2026.5616</c:v>
                </c:pt>
                <c:pt idx="1219">
                  <c:v>2026.5644</c:v>
                </c:pt>
                <c:pt idx="1220">
                  <c:v>2026.5671</c:v>
                </c:pt>
                <c:pt idx="1221">
                  <c:v>2026.5699</c:v>
                </c:pt>
                <c:pt idx="1222">
                  <c:v>2026.5726</c:v>
                </c:pt>
                <c:pt idx="1223">
                  <c:v>2026.5753</c:v>
                </c:pt>
                <c:pt idx="1224">
                  <c:v>2026.5781</c:v>
                </c:pt>
                <c:pt idx="1225">
                  <c:v>2026.5808</c:v>
                </c:pt>
                <c:pt idx="1226">
                  <c:v>2026.5836</c:v>
                </c:pt>
                <c:pt idx="1227">
                  <c:v>2026.5863</c:v>
                </c:pt>
                <c:pt idx="1228">
                  <c:v>2026.589</c:v>
                </c:pt>
                <c:pt idx="1229">
                  <c:v>2026.5918</c:v>
                </c:pt>
                <c:pt idx="1230">
                  <c:v>2026.5945</c:v>
                </c:pt>
                <c:pt idx="1231">
                  <c:v>2026.5973</c:v>
                </c:pt>
                <c:pt idx="1232">
                  <c:v>2026.6027</c:v>
                </c:pt>
                <c:pt idx="1233">
                  <c:v>2026.6055</c:v>
                </c:pt>
                <c:pt idx="1234">
                  <c:v>2026.6082</c:v>
                </c:pt>
                <c:pt idx="1235">
                  <c:v>2026.611</c:v>
                </c:pt>
                <c:pt idx="1236">
                  <c:v>2026.6137</c:v>
                </c:pt>
                <c:pt idx="1237">
                  <c:v>2026.6164</c:v>
                </c:pt>
                <c:pt idx="1238">
                  <c:v>2026.6192</c:v>
                </c:pt>
                <c:pt idx="1239">
                  <c:v>2026.6219</c:v>
                </c:pt>
                <c:pt idx="1240">
                  <c:v>2026.6247</c:v>
                </c:pt>
                <c:pt idx="1241">
                  <c:v>2026.6274</c:v>
                </c:pt>
                <c:pt idx="1242">
                  <c:v>2026.6301</c:v>
                </c:pt>
                <c:pt idx="1243">
                  <c:v>2026.6329</c:v>
                </c:pt>
                <c:pt idx="1244">
                  <c:v>2026.6438</c:v>
                </c:pt>
                <c:pt idx="1245">
                  <c:v>2026.6466</c:v>
                </c:pt>
                <c:pt idx="1246">
                  <c:v>2026.6493</c:v>
                </c:pt>
                <c:pt idx="1247">
                  <c:v>2026.6521</c:v>
                </c:pt>
                <c:pt idx="1248">
                  <c:v>2026.6548</c:v>
                </c:pt>
                <c:pt idx="1249">
                  <c:v>2026.6575</c:v>
                </c:pt>
                <c:pt idx="1250">
                  <c:v>2026.6603</c:v>
                </c:pt>
                <c:pt idx="1251">
                  <c:v>2026.663</c:v>
                </c:pt>
                <c:pt idx="1252">
                  <c:v>2026.6658</c:v>
                </c:pt>
                <c:pt idx="1253">
                  <c:v>2026.6685</c:v>
                </c:pt>
                <c:pt idx="1254">
                  <c:v>2026.6712</c:v>
                </c:pt>
                <c:pt idx="1255">
                  <c:v>2026.674</c:v>
                </c:pt>
                <c:pt idx="1256">
                  <c:v>2026.6767</c:v>
                </c:pt>
                <c:pt idx="1257">
                  <c:v>2026.6795</c:v>
                </c:pt>
                <c:pt idx="1258">
                  <c:v>2026.6822</c:v>
                </c:pt>
                <c:pt idx="1259">
                  <c:v>2026.6849</c:v>
                </c:pt>
                <c:pt idx="1260">
                  <c:v>2026.6932</c:v>
                </c:pt>
                <c:pt idx="1261">
                  <c:v>2026.6959</c:v>
                </c:pt>
                <c:pt idx="1262">
                  <c:v>2026.6986</c:v>
                </c:pt>
                <c:pt idx="1263">
                  <c:v>2026.7014</c:v>
                </c:pt>
                <c:pt idx="1264">
                  <c:v>2026.7041</c:v>
                </c:pt>
                <c:pt idx="1265">
                  <c:v>2026.7068</c:v>
                </c:pt>
                <c:pt idx="1266">
                  <c:v>2026.7096</c:v>
                </c:pt>
                <c:pt idx="1267">
                  <c:v>2026.7123</c:v>
                </c:pt>
                <c:pt idx="1268">
                  <c:v>2026.7151</c:v>
                </c:pt>
                <c:pt idx="1269">
                  <c:v>2026.7178</c:v>
                </c:pt>
                <c:pt idx="1270">
                  <c:v>2026.7205</c:v>
                </c:pt>
                <c:pt idx="1271">
                  <c:v>2026.7233</c:v>
                </c:pt>
                <c:pt idx="1272">
                  <c:v>2026.726</c:v>
                </c:pt>
                <c:pt idx="1273">
                  <c:v>2026.7288</c:v>
                </c:pt>
                <c:pt idx="1274">
                  <c:v>2026.7315</c:v>
                </c:pt>
                <c:pt idx="1275">
                  <c:v>2026.7342</c:v>
                </c:pt>
                <c:pt idx="1276">
                  <c:v>2026.737</c:v>
                </c:pt>
                <c:pt idx="1277">
                  <c:v>2026.7397</c:v>
                </c:pt>
                <c:pt idx="1278">
                  <c:v>2026.7425</c:v>
                </c:pt>
                <c:pt idx="1279">
                  <c:v>2026.7452</c:v>
                </c:pt>
                <c:pt idx="1280">
                  <c:v>2026.7479</c:v>
                </c:pt>
                <c:pt idx="1281">
                  <c:v>2026.7507</c:v>
                </c:pt>
              </c:numCache>
            </c:numRef>
          </c:xVal>
          <c:yVal>
            <c:numRef>
              <c:f>'Chart Data'!$B$2:$B$1283</c:f>
              <c:numCache>
                <c:formatCode>0</c:formatCode>
                <c:ptCount val="1282"/>
                <c:pt idx="0">
                  <c:v>57</c:v>
                </c:pt>
                <c:pt idx="1">
                  <c:v>16</c:v>
                </c:pt>
                <c:pt idx="2">
                  <c:v>1</c:v>
                </c:pt>
                <c:pt idx="3">
                  <c:v>2</c:v>
                </c:pt>
                <c:pt idx="4">
                  <c:v>6</c:v>
                </c:pt>
                <c:pt idx="5">
                  <c:v>2</c:v>
                </c:pt>
                <c:pt idx="6">
                  <c:v>11</c:v>
                </c:pt>
                <c:pt idx="7">
                  <c:v>25</c:v>
                </c:pt>
                <c:pt idx="8">
                  <c:v>3</c:v>
                </c:pt>
                <c:pt idx="9">
                  <c:v>4</c:v>
                </c:pt>
                <c:pt idx="10">
                  <c:v>10</c:v>
                </c:pt>
                <c:pt idx="11">
                  <c:v>12</c:v>
                </c:pt>
                <c:pt idx="12">
                  <c:v>10</c:v>
                </c:pt>
                <c:pt idx="13">
                  <c:v>18</c:v>
                </c:pt>
                <c:pt idx="14">
                  <c:v>14</c:v>
                </c:pt>
                <c:pt idx="15">
                  <c:v>6</c:v>
                </c:pt>
                <c:pt idx="16">
                  <c:v>10</c:v>
                </c:pt>
                <c:pt idx="17">
                  <c:v>22</c:v>
                </c:pt>
                <c:pt idx="18">
                  <c:v>11</c:v>
                </c:pt>
                <c:pt idx="19">
                  <c:v>13</c:v>
                </c:pt>
                <c:pt idx="20">
                  <c:v>8</c:v>
                </c:pt>
                <c:pt idx="21">
                  <c:v>4</c:v>
                </c:pt>
                <c:pt idx="22">
                  <c:v>7</c:v>
                </c:pt>
                <c:pt idx="23">
                  <c:v>6</c:v>
                </c:pt>
                <c:pt idx="24">
                  <c:v>8</c:v>
                </c:pt>
                <c:pt idx="25">
                  <c:v>23</c:v>
                </c:pt>
                <c:pt idx="26">
                  <c:v>14</c:v>
                </c:pt>
                <c:pt idx="27">
                  <c:v>4</c:v>
                </c:pt>
                <c:pt idx="28">
                  <c:v>20</c:v>
                </c:pt>
                <c:pt idx="29">
                  <c:v>11</c:v>
                </c:pt>
                <c:pt idx="30">
                  <c:v>12</c:v>
                </c:pt>
                <c:pt idx="31">
                  <c:v>11</c:v>
                </c:pt>
                <c:pt idx="32">
                  <c:v>89</c:v>
                </c:pt>
                <c:pt idx="33">
                  <c:v>19</c:v>
                </c:pt>
                <c:pt idx="34">
                  <c:v>10</c:v>
                </c:pt>
                <c:pt idx="35">
                  <c:v>9</c:v>
                </c:pt>
                <c:pt idx="36">
                  <c:v>3</c:v>
                </c:pt>
                <c:pt idx="37">
                  <c:v>11</c:v>
                </c:pt>
                <c:pt idx="38">
                  <c:v>3</c:v>
                </c:pt>
                <c:pt idx="39">
                  <c:v>6</c:v>
                </c:pt>
                <c:pt idx="40">
                  <c:v>2</c:v>
                </c:pt>
                <c:pt idx="41">
                  <c:v>8</c:v>
                </c:pt>
                <c:pt idx="42">
                  <c:v>13</c:v>
                </c:pt>
                <c:pt idx="43">
                  <c:v>4</c:v>
                </c:pt>
                <c:pt idx="44">
                  <c:v>22</c:v>
                </c:pt>
                <c:pt idx="45">
                  <c:v>9</c:v>
                </c:pt>
                <c:pt idx="46">
                  <c:v>2</c:v>
                </c:pt>
                <c:pt idx="47">
                  <c:v>5</c:v>
                </c:pt>
                <c:pt idx="48">
                  <c:v>4</c:v>
                </c:pt>
                <c:pt idx="49">
                  <c:v>8</c:v>
                </c:pt>
                <c:pt idx="50">
                  <c:v>78</c:v>
                </c:pt>
                <c:pt idx="51">
                  <c:v>64</c:v>
                </c:pt>
                <c:pt idx="52">
                  <c:v>5</c:v>
                </c:pt>
                <c:pt idx="53">
                  <c:v>10</c:v>
                </c:pt>
                <c:pt idx="54">
                  <c:v>2</c:v>
                </c:pt>
                <c:pt idx="55">
                  <c:v>18</c:v>
                </c:pt>
                <c:pt idx="56">
                  <c:v>13</c:v>
                </c:pt>
                <c:pt idx="57">
                  <c:v>16</c:v>
                </c:pt>
                <c:pt idx="58">
                  <c:v>8</c:v>
                </c:pt>
                <c:pt idx="59">
                  <c:v>7</c:v>
                </c:pt>
                <c:pt idx="60">
                  <c:v>8</c:v>
                </c:pt>
                <c:pt idx="61">
                  <c:v>1</c:v>
                </c:pt>
                <c:pt idx="62">
                  <c:v>9</c:v>
                </c:pt>
                <c:pt idx="63">
                  <c:v>22</c:v>
                </c:pt>
                <c:pt idx="64">
                  <c:v>8</c:v>
                </c:pt>
                <c:pt idx="65">
                  <c:v>3</c:v>
                </c:pt>
                <c:pt idx="66">
                  <c:v>3</c:v>
                </c:pt>
                <c:pt idx="67">
                  <c:v>3</c:v>
                </c:pt>
                <c:pt idx="68">
                  <c:v>8</c:v>
                </c:pt>
                <c:pt idx="69">
                  <c:v>6</c:v>
                </c:pt>
                <c:pt idx="70">
                  <c:v>10</c:v>
                </c:pt>
                <c:pt idx="71">
                  <c:v>4</c:v>
                </c:pt>
                <c:pt idx="72">
                  <c:v>5</c:v>
                </c:pt>
                <c:pt idx="73">
                  <c:v>4</c:v>
                </c:pt>
                <c:pt idx="74">
                  <c:v>6</c:v>
                </c:pt>
                <c:pt idx="75">
                  <c:v>0</c:v>
                </c:pt>
                <c:pt idx="76">
                  <c:v>5</c:v>
                </c:pt>
                <c:pt idx="77">
                  <c:v>2</c:v>
                </c:pt>
                <c:pt idx="78">
                  <c:v>13</c:v>
                </c:pt>
                <c:pt idx="79">
                  <c:v>34</c:v>
                </c:pt>
                <c:pt idx="80">
                  <c:v>14</c:v>
                </c:pt>
                <c:pt idx="81">
                  <c:v>40</c:v>
                </c:pt>
                <c:pt idx="82">
                  <c:v>3</c:v>
                </c:pt>
                <c:pt idx="83">
                  <c:v>2</c:v>
                </c:pt>
                <c:pt idx="84">
                  <c:v>7</c:v>
                </c:pt>
                <c:pt idx="85">
                  <c:v>6</c:v>
                </c:pt>
                <c:pt idx="86">
                  <c:v>8</c:v>
                </c:pt>
                <c:pt idx="87">
                  <c:v>11</c:v>
                </c:pt>
                <c:pt idx="88">
                  <c:v>14</c:v>
                </c:pt>
                <c:pt idx="89">
                  <c:v>33</c:v>
                </c:pt>
                <c:pt idx="90">
                  <c:v>6</c:v>
                </c:pt>
                <c:pt idx="91">
                  <c:v>4</c:v>
                </c:pt>
                <c:pt idx="92">
                  <c:v>17</c:v>
                </c:pt>
                <c:pt idx="93">
                  <c:v>1</c:v>
                </c:pt>
                <c:pt idx="94">
                  <c:v>36</c:v>
                </c:pt>
                <c:pt idx="95">
                  <c:v>15</c:v>
                </c:pt>
                <c:pt idx="96">
                  <c:v>11</c:v>
                </c:pt>
                <c:pt idx="97">
                  <c:v>7</c:v>
                </c:pt>
                <c:pt idx="98">
                  <c:v>1</c:v>
                </c:pt>
                <c:pt idx="99">
                  <c:v>5</c:v>
                </c:pt>
                <c:pt idx="100">
                  <c:v>8</c:v>
                </c:pt>
                <c:pt idx="101">
                  <c:v>6</c:v>
                </c:pt>
                <c:pt idx="102">
                  <c:v>0</c:v>
                </c:pt>
                <c:pt idx="103">
                  <c:v>8</c:v>
                </c:pt>
                <c:pt idx="104">
                  <c:v>20</c:v>
                </c:pt>
                <c:pt idx="105">
                  <c:v>7</c:v>
                </c:pt>
                <c:pt idx="106">
                  <c:v>16</c:v>
                </c:pt>
                <c:pt idx="107">
                  <c:v>7</c:v>
                </c:pt>
                <c:pt idx="108">
                  <c:v>9</c:v>
                </c:pt>
                <c:pt idx="109">
                  <c:v>11</c:v>
                </c:pt>
                <c:pt idx="110">
                  <c:v>7</c:v>
                </c:pt>
                <c:pt idx="111">
                  <c:v>6</c:v>
                </c:pt>
                <c:pt idx="112">
                  <c:v>18</c:v>
                </c:pt>
                <c:pt idx="113">
                  <c:v>22</c:v>
                </c:pt>
                <c:pt idx="114">
                  <c:v>49</c:v>
                </c:pt>
                <c:pt idx="115">
                  <c:v>36</c:v>
                </c:pt>
                <c:pt idx="116">
                  <c:v>2</c:v>
                </c:pt>
                <c:pt idx="117">
                  <c:v>3</c:v>
                </c:pt>
                <c:pt idx="118">
                  <c:v>12</c:v>
                </c:pt>
                <c:pt idx="119">
                  <c:v>17</c:v>
                </c:pt>
                <c:pt idx="120">
                  <c:v>39</c:v>
                </c:pt>
                <c:pt idx="121">
                  <c:v>3</c:v>
                </c:pt>
                <c:pt idx="122">
                  <c:v>17</c:v>
                </c:pt>
                <c:pt idx="123">
                  <c:v>13</c:v>
                </c:pt>
                <c:pt idx="124">
                  <c:v>13</c:v>
                </c:pt>
                <c:pt idx="125">
                  <c:v>10</c:v>
                </c:pt>
                <c:pt idx="126">
                  <c:v>6</c:v>
                </c:pt>
                <c:pt idx="127">
                  <c:v>8</c:v>
                </c:pt>
                <c:pt idx="128">
                  <c:v>22</c:v>
                </c:pt>
                <c:pt idx="129">
                  <c:v>15</c:v>
                </c:pt>
                <c:pt idx="130">
                  <c:v>16</c:v>
                </c:pt>
                <c:pt idx="131">
                  <c:v>8</c:v>
                </c:pt>
                <c:pt idx="132">
                  <c:v>7</c:v>
                </c:pt>
                <c:pt idx="133">
                  <c:v>6</c:v>
                </c:pt>
                <c:pt idx="134">
                  <c:v>4</c:v>
                </c:pt>
                <c:pt idx="135">
                  <c:v>6</c:v>
                </c:pt>
                <c:pt idx="136">
                  <c:v>8</c:v>
                </c:pt>
                <c:pt idx="137">
                  <c:v>7</c:v>
                </c:pt>
                <c:pt idx="138">
                  <c:v>2</c:v>
                </c:pt>
                <c:pt idx="139">
                  <c:v>7</c:v>
                </c:pt>
                <c:pt idx="140">
                  <c:v>7</c:v>
                </c:pt>
                <c:pt idx="141">
                  <c:v>10</c:v>
                </c:pt>
                <c:pt idx="142">
                  <c:v>13</c:v>
                </c:pt>
                <c:pt idx="143">
                  <c:v>13</c:v>
                </c:pt>
                <c:pt idx="144">
                  <c:v>5</c:v>
                </c:pt>
                <c:pt idx="145">
                  <c:v>6</c:v>
                </c:pt>
                <c:pt idx="146">
                  <c:v>9</c:v>
                </c:pt>
                <c:pt idx="147">
                  <c:v>3</c:v>
                </c:pt>
                <c:pt idx="148">
                  <c:v>10</c:v>
                </c:pt>
                <c:pt idx="149">
                  <c:v>7</c:v>
                </c:pt>
                <c:pt idx="150">
                  <c:v>3</c:v>
                </c:pt>
                <c:pt idx="151">
                  <c:v>12</c:v>
                </c:pt>
                <c:pt idx="152">
                  <c:v>11</c:v>
                </c:pt>
                <c:pt idx="153">
                  <c:v>12</c:v>
                </c:pt>
                <c:pt idx="154">
                  <c:v>2</c:v>
                </c:pt>
                <c:pt idx="155">
                  <c:v>5</c:v>
                </c:pt>
                <c:pt idx="156">
                  <c:v>5</c:v>
                </c:pt>
                <c:pt idx="157">
                  <c:v>4</c:v>
                </c:pt>
                <c:pt idx="158">
                  <c:v>37</c:v>
                </c:pt>
                <c:pt idx="159">
                  <c:v>18</c:v>
                </c:pt>
                <c:pt idx="160">
                  <c:v>10</c:v>
                </c:pt>
                <c:pt idx="161">
                  <c:v>5</c:v>
                </c:pt>
                <c:pt idx="162">
                  <c:v>3</c:v>
                </c:pt>
                <c:pt idx="163">
                  <c:v>2</c:v>
                </c:pt>
                <c:pt idx="164">
                  <c:v>2</c:v>
                </c:pt>
                <c:pt idx="165">
                  <c:v>7</c:v>
                </c:pt>
                <c:pt idx="166">
                  <c:v>2</c:v>
                </c:pt>
                <c:pt idx="167">
                  <c:v>47</c:v>
                </c:pt>
                <c:pt idx="168">
                  <c:v>3</c:v>
                </c:pt>
                <c:pt idx="169">
                  <c:v>6</c:v>
                </c:pt>
                <c:pt idx="170">
                  <c:v>2</c:v>
                </c:pt>
                <c:pt idx="171">
                  <c:v>7</c:v>
                </c:pt>
                <c:pt idx="172">
                  <c:v>8</c:v>
                </c:pt>
                <c:pt idx="173">
                  <c:v>10</c:v>
                </c:pt>
                <c:pt idx="174">
                  <c:v>6</c:v>
                </c:pt>
                <c:pt idx="175">
                  <c:v>17</c:v>
                </c:pt>
                <c:pt idx="176">
                  <c:v>9</c:v>
                </c:pt>
                <c:pt idx="177">
                  <c:v>7</c:v>
                </c:pt>
                <c:pt idx="178">
                  <c:v>9</c:v>
                </c:pt>
                <c:pt idx="179">
                  <c:v>6</c:v>
                </c:pt>
                <c:pt idx="180">
                  <c:v>16</c:v>
                </c:pt>
                <c:pt idx="181">
                  <c:v>39</c:v>
                </c:pt>
                <c:pt idx="182">
                  <c:v>7</c:v>
                </c:pt>
                <c:pt idx="183">
                  <c:v>2</c:v>
                </c:pt>
                <c:pt idx="184">
                  <c:v>3</c:v>
                </c:pt>
                <c:pt idx="185">
                  <c:v>11</c:v>
                </c:pt>
                <c:pt idx="186">
                  <c:v>10</c:v>
                </c:pt>
                <c:pt idx="187">
                  <c:v>33</c:v>
                </c:pt>
                <c:pt idx="188">
                  <c:v>15</c:v>
                </c:pt>
                <c:pt idx="189">
                  <c:v>26</c:v>
                </c:pt>
                <c:pt idx="190">
                  <c:v>28</c:v>
                </c:pt>
                <c:pt idx="191">
                  <c:v>12</c:v>
                </c:pt>
                <c:pt idx="192">
                  <c:v>3</c:v>
                </c:pt>
                <c:pt idx="193">
                  <c:v>7</c:v>
                </c:pt>
                <c:pt idx="194">
                  <c:v>2</c:v>
                </c:pt>
                <c:pt idx="195">
                  <c:v>7</c:v>
                </c:pt>
                <c:pt idx="196">
                  <c:v>2</c:v>
                </c:pt>
                <c:pt idx="197">
                  <c:v>14</c:v>
                </c:pt>
                <c:pt idx="198">
                  <c:v>43</c:v>
                </c:pt>
                <c:pt idx="199">
                  <c:v>20</c:v>
                </c:pt>
                <c:pt idx="200">
                  <c:v>9</c:v>
                </c:pt>
                <c:pt idx="201">
                  <c:v>9</c:v>
                </c:pt>
                <c:pt idx="202">
                  <c:v>15</c:v>
                </c:pt>
                <c:pt idx="203">
                  <c:v>2</c:v>
                </c:pt>
                <c:pt idx="204">
                  <c:v>4</c:v>
                </c:pt>
                <c:pt idx="205">
                  <c:v>5</c:v>
                </c:pt>
                <c:pt idx="206">
                  <c:v>9</c:v>
                </c:pt>
                <c:pt idx="207">
                  <c:v>16</c:v>
                </c:pt>
                <c:pt idx="208">
                  <c:v>2</c:v>
                </c:pt>
                <c:pt idx="209">
                  <c:v>7</c:v>
                </c:pt>
                <c:pt idx="210">
                  <c:v>2</c:v>
                </c:pt>
                <c:pt idx="211">
                  <c:v>5</c:v>
                </c:pt>
                <c:pt idx="212">
                  <c:v>22</c:v>
                </c:pt>
                <c:pt idx="213">
                  <c:v>69</c:v>
                </c:pt>
                <c:pt idx="214">
                  <c:v>10</c:v>
                </c:pt>
                <c:pt idx="215">
                  <c:v>11</c:v>
                </c:pt>
                <c:pt idx="216">
                  <c:v>10</c:v>
                </c:pt>
                <c:pt idx="217">
                  <c:v>6</c:v>
                </c:pt>
                <c:pt idx="218">
                  <c:v>26</c:v>
                </c:pt>
                <c:pt idx="219">
                  <c:v>8</c:v>
                </c:pt>
                <c:pt idx="220">
                  <c:v>4</c:v>
                </c:pt>
                <c:pt idx="221">
                  <c:v>12</c:v>
                </c:pt>
                <c:pt idx="222">
                  <c:v>3</c:v>
                </c:pt>
                <c:pt idx="223">
                  <c:v>3</c:v>
                </c:pt>
                <c:pt idx="224">
                  <c:v>5</c:v>
                </c:pt>
                <c:pt idx="225">
                  <c:v>3</c:v>
                </c:pt>
                <c:pt idx="226">
                  <c:v>45</c:v>
                </c:pt>
                <c:pt idx="227">
                  <c:v>8</c:v>
                </c:pt>
                <c:pt idx="228">
                  <c:v>2</c:v>
                </c:pt>
                <c:pt idx="229">
                  <c:v>4</c:v>
                </c:pt>
                <c:pt idx="230">
                  <c:v>8</c:v>
                </c:pt>
                <c:pt idx="231">
                  <c:v>7</c:v>
                </c:pt>
                <c:pt idx="232">
                  <c:v>19</c:v>
                </c:pt>
                <c:pt idx="233">
                  <c:v>7</c:v>
                </c:pt>
                <c:pt idx="234">
                  <c:v>1</c:v>
                </c:pt>
                <c:pt idx="235">
                  <c:v>9</c:v>
                </c:pt>
                <c:pt idx="236">
                  <c:v>18</c:v>
                </c:pt>
                <c:pt idx="237">
                  <c:v>29</c:v>
                </c:pt>
                <c:pt idx="238">
                  <c:v>59</c:v>
                </c:pt>
                <c:pt idx="239">
                  <c:v>28</c:v>
                </c:pt>
                <c:pt idx="240">
                  <c:v>32</c:v>
                </c:pt>
                <c:pt idx="241">
                  <c:v>5</c:v>
                </c:pt>
                <c:pt idx="242">
                  <c:v>4</c:v>
                </c:pt>
                <c:pt idx="243">
                  <c:v>1</c:v>
                </c:pt>
                <c:pt idx="244">
                  <c:v>9</c:v>
                </c:pt>
                <c:pt idx="245">
                  <c:v>1</c:v>
                </c:pt>
                <c:pt idx="246">
                  <c:v>2</c:v>
                </c:pt>
                <c:pt idx="247">
                  <c:v>2</c:v>
                </c:pt>
                <c:pt idx="248">
                  <c:v>2</c:v>
                </c:pt>
                <c:pt idx="249">
                  <c:v>0</c:v>
                </c:pt>
                <c:pt idx="250">
                  <c:v>13</c:v>
                </c:pt>
                <c:pt idx="251">
                  <c:v>2</c:v>
                </c:pt>
                <c:pt idx="252">
                  <c:v>7</c:v>
                </c:pt>
                <c:pt idx="253">
                  <c:v>4</c:v>
                </c:pt>
                <c:pt idx="254">
                  <c:v>6</c:v>
                </c:pt>
                <c:pt idx="255">
                  <c:v>6</c:v>
                </c:pt>
                <c:pt idx="256">
                  <c:v>4</c:v>
                </c:pt>
                <c:pt idx="257">
                  <c:v>21</c:v>
                </c:pt>
                <c:pt idx="258">
                  <c:v>4</c:v>
                </c:pt>
                <c:pt idx="259">
                  <c:v>4</c:v>
                </c:pt>
                <c:pt idx="260">
                  <c:v>7</c:v>
                </c:pt>
                <c:pt idx="261">
                  <c:v>9</c:v>
                </c:pt>
                <c:pt idx="262">
                  <c:v>5</c:v>
                </c:pt>
                <c:pt idx="263">
                  <c:v>3</c:v>
                </c:pt>
                <c:pt idx="264">
                  <c:v>8</c:v>
                </c:pt>
                <c:pt idx="265">
                  <c:v>7</c:v>
                </c:pt>
                <c:pt idx="266">
                  <c:v>7</c:v>
                </c:pt>
                <c:pt idx="267">
                  <c:v>6</c:v>
                </c:pt>
                <c:pt idx="268">
                  <c:v>4</c:v>
                </c:pt>
                <c:pt idx="269">
                  <c:v>11</c:v>
                </c:pt>
                <c:pt idx="270">
                  <c:v>5</c:v>
                </c:pt>
                <c:pt idx="271">
                  <c:v>15</c:v>
                </c:pt>
                <c:pt idx="272">
                  <c:v>66</c:v>
                </c:pt>
                <c:pt idx="273">
                  <c:v>20</c:v>
                </c:pt>
                <c:pt idx="274">
                  <c:v>7</c:v>
                </c:pt>
                <c:pt idx="275">
                  <c:v>3</c:v>
                </c:pt>
                <c:pt idx="276">
                  <c:v>26</c:v>
                </c:pt>
                <c:pt idx="277">
                  <c:v>7</c:v>
                </c:pt>
                <c:pt idx="278">
                  <c:v>5</c:v>
                </c:pt>
                <c:pt idx="279">
                  <c:v>9</c:v>
                </c:pt>
                <c:pt idx="280">
                  <c:v>6</c:v>
                </c:pt>
                <c:pt idx="281">
                  <c:v>5</c:v>
                </c:pt>
                <c:pt idx="282">
                  <c:v>0</c:v>
                </c:pt>
                <c:pt idx="283">
                  <c:v>2</c:v>
                </c:pt>
                <c:pt idx="284">
                  <c:v>17</c:v>
                </c:pt>
                <c:pt idx="285">
                  <c:v>1</c:v>
                </c:pt>
                <c:pt idx="286">
                  <c:v>2</c:v>
                </c:pt>
                <c:pt idx="287">
                  <c:v>2</c:v>
                </c:pt>
                <c:pt idx="288">
                  <c:v>1</c:v>
                </c:pt>
                <c:pt idx="289">
                  <c:v>13</c:v>
                </c:pt>
                <c:pt idx="290">
                  <c:v>14</c:v>
                </c:pt>
                <c:pt idx="291">
                  <c:v>8</c:v>
                </c:pt>
                <c:pt idx="292">
                  <c:v>69</c:v>
                </c:pt>
                <c:pt idx="293">
                  <c:v>33</c:v>
                </c:pt>
                <c:pt idx="294">
                  <c:v>10</c:v>
                </c:pt>
                <c:pt idx="295">
                  <c:v>33</c:v>
                </c:pt>
                <c:pt idx="296">
                  <c:v>1</c:v>
                </c:pt>
                <c:pt idx="297">
                  <c:v>131</c:v>
                </c:pt>
                <c:pt idx="298">
                  <c:v>11</c:v>
                </c:pt>
                <c:pt idx="299">
                  <c:v>2</c:v>
                </c:pt>
                <c:pt idx="300">
                  <c:v>7</c:v>
                </c:pt>
                <c:pt idx="301">
                  <c:v>10</c:v>
                </c:pt>
                <c:pt idx="302">
                  <c:v>4</c:v>
                </c:pt>
                <c:pt idx="303">
                  <c:v>8</c:v>
                </c:pt>
                <c:pt idx="304">
                  <c:v>3</c:v>
                </c:pt>
                <c:pt idx="305">
                  <c:v>1</c:v>
                </c:pt>
                <c:pt idx="306">
                  <c:v>1</c:v>
                </c:pt>
                <c:pt idx="307">
                  <c:v>3</c:v>
                </c:pt>
                <c:pt idx="308">
                  <c:v>0</c:v>
                </c:pt>
                <c:pt idx="309">
                  <c:v>2</c:v>
                </c:pt>
                <c:pt idx="310">
                  <c:v>20</c:v>
                </c:pt>
                <c:pt idx="311">
                  <c:v>4</c:v>
                </c:pt>
                <c:pt idx="312">
                  <c:v>6</c:v>
                </c:pt>
                <c:pt idx="313">
                  <c:v>15</c:v>
                </c:pt>
                <c:pt idx="314">
                  <c:v>87</c:v>
                </c:pt>
                <c:pt idx="315">
                  <c:v>8</c:v>
                </c:pt>
                <c:pt idx="316">
                  <c:v>19</c:v>
                </c:pt>
                <c:pt idx="317">
                  <c:v>11</c:v>
                </c:pt>
                <c:pt idx="318">
                  <c:v>7</c:v>
                </c:pt>
                <c:pt idx="319">
                  <c:v>7</c:v>
                </c:pt>
                <c:pt idx="320">
                  <c:v>3</c:v>
                </c:pt>
                <c:pt idx="321">
                  <c:v>0</c:v>
                </c:pt>
                <c:pt idx="322">
                  <c:v>0</c:v>
                </c:pt>
                <c:pt idx="323">
                  <c:v>4</c:v>
                </c:pt>
                <c:pt idx="324">
                  <c:v>15</c:v>
                </c:pt>
                <c:pt idx="325">
                  <c:v>10</c:v>
                </c:pt>
                <c:pt idx="326">
                  <c:v>24</c:v>
                </c:pt>
                <c:pt idx="327">
                  <c:v>27</c:v>
                </c:pt>
                <c:pt idx="328">
                  <c:v>11</c:v>
                </c:pt>
                <c:pt idx="329">
                  <c:v>7</c:v>
                </c:pt>
                <c:pt idx="330">
                  <c:v>11</c:v>
                </c:pt>
                <c:pt idx="331">
                  <c:v>0</c:v>
                </c:pt>
                <c:pt idx="332">
                  <c:v>2</c:v>
                </c:pt>
                <c:pt idx="333">
                  <c:v>5</c:v>
                </c:pt>
                <c:pt idx="334">
                  <c:v>0</c:v>
                </c:pt>
                <c:pt idx="335">
                  <c:v>3</c:v>
                </c:pt>
                <c:pt idx="336">
                  <c:v>24</c:v>
                </c:pt>
                <c:pt idx="337">
                  <c:v>0</c:v>
                </c:pt>
                <c:pt idx="338">
                  <c:v>2</c:v>
                </c:pt>
                <c:pt idx="339">
                  <c:v>0</c:v>
                </c:pt>
                <c:pt idx="340">
                  <c:v>1</c:v>
                </c:pt>
                <c:pt idx="341">
                  <c:v>4</c:v>
                </c:pt>
                <c:pt idx="342">
                  <c:v>3</c:v>
                </c:pt>
                <c:pt idx="343">
                  <c:v>6</c:v>
                </c:pt>
                <c:pt idx="344">
                  <c:v>26</c:v>
                </c:pt>
                <c:pt idx="345">
                  <c:v>28</c:v>
                </c:pt>
                <c:pt idx="346">
                  <c:v>12</c:v>
                </c:pt>
                <c:pt idx="347">
                  <c:v>6</c:v>
                </c:pt>
                <c:pt idx="348">
                  <c:v>19</c:v>
                </c:pt>
                <c:pt idx="349">
                  <c:v>15</c:v>
                </c:pt>
                <c:pt idx="350">
                  <c:v>28</c:v>
                </c:pt>
                <c:pt idx="351">
                  <c:v>42</c:v>
                </c:pt>
                <c:pt idx="352">
                  <c:v>13</c:v>
                </c:pt>
                <c:pt idx="353">
                  <c:v>9</c:v>
                </c:pt>
                <c:pt idx="354">
                  <c:v>6</c:v>
                </c:pt>
                <c:pt idx="355">
                  <c:v>8</c:v>
                </c:pt>
                <c:pt idx="356">
                  <c:v>28</c:v>
                </c:pt>
                <c:pt idx="357">
                  <c:v>2</c:v>
                </c:pt>
                <c:pt idx="358">
                  <c:v>3</c:v>
                </c:pt>
                <c:pt idx="359">
                  <c:v>6</c:v>
                </c:pt>
                <c:pt idx="360">
                  <c:v>3</c:v>
                </c:pt>
                <c:pt idx="361">
                  <c:v>1</c:v>
                </c:pt>
                <c:pt idx="362">
                  <c:v>0</c:v>
                </c:pt>
                <c:pt idx="363">
                  <c:v>14</c:v>
                </c:pt>
                <c:pt idx="364">
                  <c:v>4</c:v>
                </c:pt>
                <c:pt idx="365">
                  <c:v>10</c:v>
                </c:pt>
                <c:pt idx="366">
                  <c:v>13</c:v>
                </c:pt>
                <c:pt idx="367">
                  <c:v>24</c:v>
                </c:pt>
                <c:pt idx="368">
                  <c:v>21</c:v>
                </c:pt>
                <c:pt idx="369">
                  <c:v>19</c:v>
                </c:pt>
                <c:pt idx="370">
                  <c:v>13</c:v>
                </c:pt>
                <c:pt idx="371">
                  <c:v>22</c:v>
                </c:pt>
                <c:pt idx="372">
                  <c:v>19</c:v>
                </c:pt>
                <c:pt idx="373">
                  <c:v>7</c:v>
                </c:pt>
                <c:pt idx="374">
                  <c:v>7</c:v>
                </c:pt>
                <c:pt idx="375">
                  <c:v>2</c:v>
                </c:pt>
                <c:pt idx="376">
                  <c:v>1</c:v>
                </c:pt>
                <c:pt idx="377">
                  <c:v>6</c:v>
                </c:pt>
                <c:pt idx="378">
                  <c:v>16</c:v>
                </c:pt>
                <c:pt idx="379">
                  <c:v>4</c:v>
                </c:pt>
                <c:pt idx="380">
                  <c:v>2</c:v>
                </c:pt>
                <c:pt idx="381">
                  <c:v>6</c:v>
                </c:pt>
                <c:pt idx="382">
                  <c:v>29</c:v>
                </c:pt>
                <c:pt idx="383">
                  <c:v>4</c:v>
                </c:pt>
                <c:pt idx="384">
                  <c:v>13</c:v>
                </c:pt>
                <c:pt idx="385">
                  <c:v>6</c:v>
                </c:pt>
                <c:pt idx="386">
                  <c:v>12</c:v>
                </c:pt>
                <c:pt idx="387">
                  <c:v>10</c:v>
                </c:pt>
                <c:pt idx="388">
                  <c:v>23</c:v>
                </c:pt>
                <c:pt idx="389">
                  <c:v>11</c:v>
                </c:pt>
                <c:pt idx="390">
                  <c:v>1</c:v>
                </c:pt>
                <c:pt idx="391">
                  <c:v>2</c:v>
                </c:pt>
                <c:pt idx="392">
                  <c:v>8</c:v>
                </c:pt>
                <c:pt idx="393">
                  <c:v>11</c:v>
                </c:pt>
                <c:pt idx="394">
                  <c:v>19</c:v>
                </c:pt>
                <c:pt idx="395">
                  <c:v>9</c:v>
                </c:pt>
                <c:pt idx="396">
                  <c:v>22</c:v>
                </c:pt>
                <c:pt idx="397">
                  <c:v>6</c:v>
                </c:pt>
                <c:pt idx="398">
                  <c:v>4</c:v>
                </c:pt>
                <c:pt idx="399">
                  <c:v>11</c:v>
                </c:pt>
                <c:pt idx="400">
                  <c:v>5</c:v>
                </c:pt>
                <c:pt idx="401">
                  <c:v>8</c:v>
                </c:pt>
                <c:pt idx="402">
                  <c:v>4</c:v>
                </c:pt>
                <c:pt idx="403">
                  <c:v>7</c:v>
                </c:pt>
                <c:pt idx="404">
                  <c:v>7</c:v>
                </c:pt>
                <c:pt idx="405">
                  <c:v>3</c:v>
                </c:pt>
                <c:pt idx="406">
                  <c:v>1</c:v>
                </c:pt>
                <c:pt idx="407">
                  <c:v>6</c:v>
                </c:pt>
                <c:pt idx="408">
                  <c:v>16</c:v>
                </c:pt>
                <c:pt idx="409">
                  <c:v>5</c:v>
                </c:pt>
                <c:pt idx="410">
                  <c:v>6</c:v>
                </c:pt>
                <c:pt idx="411">
                  <c:v>9</c:v>
                </c:pt>
                <c:pt idx="412">
                  <c:v>20</c:v>
                </c:pt>
                <c:pt idx="413">
                  <c:v>9</c:v>
                </c:pt>
                <c:pt idx="414">
                  <c:v>8</c:v>
                </c:pt>
                <c:pt idx="415">
                  <c:v>10</c:v>
                </c:pt>
                <c:pt idx="416">
                  <c:v>7</c:v>
                </c:pt>
                <c:pt idx="417">
                  <c:v>10</c:v>
                </c:pt>
                <c:pt idx="418">
                  <c:v>21</c:v>
                </c:pt>
                <c:pt idx="419">
                  <c:v>4</c:v>
                </c:pt>
                <c:pt idx="420">
                  <c:v>5</c:v>
                </c:pt>
                <c:pt idx="421">
                  <c:v>17</c:v>
                </c:pt>
                <c:pt idx="422">
                  <c:v>24</c:v>
                </c:pt>
                <c:pt idx="423">
                  <c:v>4</c:v>
                </c:pt>
                <c:pt idx="424">
                  <c:v>4</c:v>
                </c:pt>
                <c:pt idx="425">
                  <c:v>8</c:v>
                </c:pt>
                <c:pt idx="426">
                  <c:v>0</c:v>
                </c:pt>
                <c:pt idx="427">
                  <c:v>2</c:v>
                </c:pt>
                <c:pt idx="428">
                  <c:v>7</c:v>
                </c:pt>
                <c:pt idx="429">
                  <c:v>0</c:v>
                </c:pt>
                <c:pt idx="430">
                  <c:v>1</c:v>
                </c:pt>
                <c:pt idx="431">
                  <c:v>8</c:v>
                </c:pt>
                <c:pt idx="432">
                  <c:v>13</c:v>
                </c:pt>
                <c:pt idx="433">
                  <c:v>12</c:v>
                </c:pt>
                <c:pt idx="434">
                  <c:v>7</c:v>
                </c:pt>
                <c:pt idx="435">
                  <c:v>50</c:v>
                </c:pt>
                <c:pt idx="436">
                  <c:v>4</c:v>
                </c:pt>
                <c:pt idx="437">
                  <c:v>5</c:v>
                </c:pt>
                <c:pt idx="438">
                  <c:v>9</c:v>
                </c:pt>
                <c:pt idx="439">
                  <c:v>5</c:v>
                </c:pt>
                <c:pt idx="440">
                  <c:v>7</c:v>
                </c:pt>
                <c:pt idx="441">
                  <c:v>21</c:v>
                </c:pt>
                <c:pt idx="442">
                  <c:v>12</c:v>
                </c:pt>
                <c:pt idx="443">
                  <c:v>1</c:v>
                </c:pt>
                <c:pt idx="444">
                  <c:v>4</c:v>
                </c:pt>
                <c:pt idx="445">
                  <c:v>10</c:v>
                </c:pt>
                <c:pt idx="446">
                  <c:v>26</c:v>
                </c:pt>
                <c:pt idx="447">
                  <c:v>9</c:v>
                </c:pt>
                <c:pt idx="448">
                  <c:v>3</c:v>
                </c:pt>
                <c:pt idx="449">
                  <c:v>22</c:v>
                </c:pt>
                <c:pt idx="450">
                  <c:v>17</c:v>
                </c:pt>
                <c:pt idx="451">
                  <c:v>31</c:v>
                </c:pt>
                <c:pt idx="452">
                  <c:v>32</c:v>
                </c:pt>
                <c:pt idx="453">
                  <c:v>13</c:v>
                </c:pt>
                <c:pt idx="454">
                  <c:v>8</c:v>
                </c:pt>
                <c:pt idx="455">
                  <c:v>24</c:v>
                </c:pt>
                <c:pt idx="456">
                  <c:v>12</c:v>
                </c:pt>
                <c:pt idx="457">
                  <c:v>4</c:v>
                </c:pt>
                <c:pt idx="458">
                  <c:v>1</c:v>
                </c:pt>
                <c:pt idx="459">
                  <c:v>2</c:v>
                </c:pt>
                <c:pt idx="460">
                  <c:v>1</c:v>
                </c:pt>
                <c:pt idx="461">
                  <c:v>2</c:v>
                </c:pt>
                <c:pt idx="462">
                  <c:v>5</c:v>
                </c:pt>
                <c:pt idx="463">
                  <c:v>5</c:v>
                </c:pt>
                <c:pt idx="464">
                  <c:v>15</c:v>
                </c:pt>
                <c:pt idx="465">
                  <c:v>5</c:v>
                </c:pt>
                <c:pt idx="466">
                  <c:v>10</c:v>
                </c:pt>
                <c:pt idx="467">
                  <c:v>5</c:v>
                </c:pt>
                <c:pt idx="468">
                  <c:v>16</c:v>
                </c:pt>
                <c:pt idx="469">
                  <c:v>16</c:v>
                </c:pt>
                <c:pt idx="470">
                  <c:v>27</c:v>
                </c:pt>
                <c:pt idx="471">
                  <c:v>9</c:v>
                </c:pt>
                <c:pt idx="472">
                  <c:v>7</c:v>
                </c:pt>
                <c:pt idx="473">
                  <c:v>15</c:v>
                </c:pt>
                <c:pt idx="474">
                  <c:v>4</c:v>
                </c:pt>
                <c:pt idx="475">
                  <c:v>14</c:v>
                </c:pt>
                <c:pt idx="476">
                  <c:v>3</c:v>
                </c:pt>
                <c:pt idx="477">
                  <c:v>10</c:v>
                </c:pt>
                <c:pt idx="478">
                  <c:v>8</c:v>
                </c:pt>
                <c:pt idx="479">
                  <c:v>8</c:v>
                </c:pt>
                <c:pt idx="480">
                  <c:v>12</c:v>
                </c:pt>
                <c:pt idx="481">
                  <c:v>7</c:v>
                </c:pt>
                <c:pt idx="482">
                  <c:v>14</c:v>
                </c:pt>
                <c:pt idx="483">
                  <c:v>3</c:v>
                </c:pt>
                <c:pt idx="484">
                  <c:v>10</c:v>
                </c:pt>
                <c:pt idx="485">
                  <c:v>8</c:v>
                </c:pt>
                <c:pt idx="486">
                  <c:v>4</c:v>
                </c:pt>
                <c:pt idx="487">
                  <c:v>21</c:v>
                </c:pt>
                <c:pt idx="488">
                  <c:v>5</c:v>
                </c:pt>
                <c:pt idx="489">
                  <c:v>4</c:v>
                </c:pt>
                <c:pt idx="490">
                  <c:v>20</c:v>
                </c:pt>
                <c:pt idx="491">
                  <c:v>6</c:v>
                </c:pt>
                <c:pt idx="492">
                  <c:v>8</c:v>
                </c:pt>
                <c:pt idx="493">
                  <c:v>3</c:v>
                </c:pt>
                <c:pt idx="494">
                  <c:v>7</c:v>
                </c:pt>
                <c:pt idx="495">
                  <c:v>2</c:v>
                </c:pt>
                <c:pt idx="496">
                  <c:v>10</c:v>
                </c:pt>
                <c:pt idx="497">
                  <c:v>4</c:v>
                </c:pt>
                <c:pt idx="498">
                  <c:v>22</c:v>
                </c:pt>
                <c:pt idx="499">
                  <c:v>9</c:v>
                </c:pt>
                <c:pt idx="500">
                  <c:v>5</c:v>
                </c:pt>
                <c:pt idx="501">
                  <c:v>4</c:v>
                </c:pt>
                <c:pt idx="502">
                  <c:v>4</c:v>
                </c:pt>
                <c:pt idx="503">
                  <c:v>5</c:v>
                </c:pt>
                <c:pt idx="504">
                  <c:v>4</c:v>
                </c:pt>
                <c:pt idx="505">
                  <c:v>0</c:v>
                </c:pt>
                <c:pt idx="506">
                  <c:v>3</c:v>
                </c:pt>
                <c:pt idx="507">
                  <c:v>3</c:v>
                </c:pt>
                <c:pt idx="508">
                  <c:v>0</c:v>
                </c:pt>
                <c:pt idx="509">
                  <c:v>3</c:v>
                </c:pt>
                <c:pt idx="510">
                  <c:v>5</c:v>
                </c:pt>
                <c:pt idx="511">
                  <c:v>2</c:v>
                </c:pt>
                <c:pt idx="512">
                  <c:v>6</c:v>
                </c:pt>
                <c:pt idx="513">
                  <c:v>6</c:v>
                </c:pt>
                <c:pt idx="514">
                  <c:v>8</c:v>
                </c:pt>
                <c:pt idx="515">
                  <c:v>2</c:v>
                </c:pt>
                <c:pt idx="516">
                  <c:v>88</c:v>
                </c:pt>
                <c:pt idx="517">
                  <c:v>42</c:v>
                </c:pt>
                <c:pt idx="518">
                  <c:v>0</c:v>
                </c:pt>
                <c:pt idx="519">
                  <c:v>3</c:v>
                </c:pt>
                <c:pt idx="520">
                  <c:v>3</c:v>
                </c:pt>
                <c:pt idx="521">
                  <c:v>1</c:v>
                </c:pt>
                <c:pt idx="522">
                  <c:v>0</c:v>
                </c:pt>
                <c:pt idx="523">
                  <c:v>4</c:v>
                </c:pt>
                <c:pt idx="524">
                  <c:v>5</c:v>
                </c:pt>
                <c:pt idx="525">
                  <c:v>5</c:v>
                </c:pt>
                <c:pt idx="526">
                  <c:v>7</c:v>
                </c:pt>
                <c:pt idx="527">
                  <c:v>8</c:v>
                </c:pt>
                <c:pt idx="528">
                  <c:v>2</c:v>
                </c:pt>
                <c:pt idx="529">
                  <c:v>1</c:v>
                </c:pt>
                <c:pt idx="530">
                  <c:v>18</c:v>
                </c:pt>
                <c:pt idx="531">
                  <c:v>5</c:v>
                </c:pt>
                <c:pt idx="532">
                  <c:v>0</c:v>
                </c:pt>
                <c:pt idx="533">
                  <c:v>4</c:v>
                </c:pt>
                <c:pt idx="534">
                  <c:v>3</c:v>
                </c:pt>
                <c:pt idx="535">
                  <c:v>5</c:v>
                </c:pt>
                <c:pt idx="536">
                  <c:v>2</c:v>
                </c:pt>
                <c:pt idx="537">
                  <c:v>17</c:v>
                </c:pt>
                <c:pt idx="538">
                  <c:v>18</c:v>
                </c:pt>
                <c:pt idx="539">
                  <c:v>5</c:v>
                </c:pt>
                <c:pt idx="540">
                  <c:v>4</c:v>
                </c:pt>
                <c:pt idx="541">
                  <c:v>0</c:v>
                </c:pt>
                <c:pt idx="542">
                  <c:v>0</c:v>
                </c:pt>
                <c:pt idx="543">
                  <c:v>8</c:v>
                </c:pt>
                <c:pt idx="544">
                  <c:v>13</c:v>
                </c:pt>
                <c:pt idx="545">
                  <c:v>14</c:v>
                </c:pt>
                <c:pt idx="546">
                  <c:v>10</c:v>
                </c:pt>
                <c:pt idx="547">
                  <c:v>13</c:v>
                </c:pt>
                <c:pt idx="548">
                  <c:v>5</c:v>
                </c:pt>
                <c:pt idx="549">
                  <c:v>1</c:v>
                </c:pt>
                <c:pt idx="550">
                  <c:v>4</c:v>
                </c:pt>
                <c:pt idx="551">
                  <c:v>26</c:v>
                </c:pt>
                <c:pt idx="552">
                  <c:v>2</c:v>
                </c:pt>
                <c:pt idx="553">
                  <c:v>8</c:v>
                </c:pt>
                <c:pt idx="554">
                  <c:v>22</c:v>
                </c:pt>
                <c:pt idx="555">
                  <c:v>18</c:v>
                </c:pt>
                <c:pt idx="556">
                  <c:v>10</c:v>
                </c:pt>
                <c:pt idx="557">
                  <c:v>9</c:v>
                </c:pt>
                <c:pt idx="558">
                  <c:v>29</c:v>
                </c:pt>
                <c:pt idx="559">
                  <c:v>12</c:v>
                </c:pt>
                <c:pt idx="560">
                  <c:v>13</c:v>
                </c:pt>
                <c:pt idx="561">
                  <c:v>9</c:v>
                </c:pt>
                <c:pt idx="562">
                  <c:v>8</c:v>
                </c:pt>
                <c:pt idx="563">
                  <c:v>12</c:v>
                </c:pt>
                <c:pt idx="564">
                  <c:v>3</c:v>
                </c:pt>
                <c:pt idx="565">
                  <c:v>34</c:v>
                </c:pt>
                <c:pt idx="566">
                  <c:v>20</c:v>
                </c:pt>
                <c:pt idx="567">
                  <c:v>7</c:v>
                </c:pt>
                <c:pt idx="568">
                  <c:v>13</c:v>
                </c:pt>
                <c:pt idx="569">
                  <c:v>4</c:v>
                </c:pt>
                <c:pt idx="570">
                  <c:v>14</c:v>
                </c:pt>
                <c:pt idx="571">
                  <c:v>5</c:v>
                </c:pt>
                <c:pt idx="572">
                  <c:v>5</c:v>
                </c:pt>
                <c:pt idx="573">
                  <c:v>10</c:v>
                </c:pt>
                <c:pt idx="574">
                  <c:v>12</c:v>
                </c:pt>
                <c:pt idx="575">
                  <c:v>11</c:v>
                </c:pt>
                <c:pt idx="576">
                  <c:v>3</c:v>
                </c:pt>
                <c:pt idx="577">
                  <c:v>2</c:v>
                </c:pt>
                <c:pt idx="578">
                  <c:v>3</c:v>
                </c:pt>
                <c:pt idx="579">
                  <c:v>9</c:v>
                </c:pt>
                <c:pt idx="580">
                  <c:v>7</c:v>
                </c:pt>
                <c:pt idx="581">
                  <c:v>0</c:v>
                </c:pt>
                <c:pt idx="582">
                  <c:v>6</c:v>
                </c:pt>
                <c:pt idx="583">
                  <c:v>9</c:v>
                </c:pt>
                <c:pt idx="584">
                  <c:v>10</c:v>
                </c:pt>
                <c:pt idx="585">
                  <c:v>1</c:v>
                </c:pt>
                <c:pt idx="586">
                  <c:v>13</c:v>
                </c:pt>
                <c:pt idx="587">
                  <c:v>3</c:v>
                </c:pt>
                <c:pt idx="588">
                  <c:v>3</c:v>
                </c:pt>
                <c:pt idx="589">
                  <c:v>6</c:v>
                </c:pt>
                <c:pt idx="590">
                  <c:v>2</c:v>
                </c:pt>
                <c:pt idx="591">
                  <c:v>5</c:v>
                </c:pt>
                <c:pt idx="592">
                  <c:v>4</c:v>
                </c:pt>
                <c:pt idx="593">
                  <c:v>0</c:v>
                </c:pt>
                <c:pt idx="594">
                  <c:v>10</c:v>
                </c:pt>
                <c:pt idx="595">
                  <c:v>5</c:v>
                </c:pt>
                <c:pt idx="596">
                  <c:v>13</c:v>
                </c:pt>
                <c:pt idx="597">
                  <c:v>45</c:v>
                </c:pt>
                <c:pt idx="598">
                  <c:v>15</c:v>
                </c:pt>
                <c:pt idx="599">
                  <c:v>7</c:v>
                </c:pt>
                <c:pt idx="600">
                  <c:v>6</c:v>
                </c:pt>
                <c:pt idx="601">
                  <c:v>67</c:v>
                </c:pt>
                <c:pt idx="602">
                  <c:v>14</c:v>
                </c:pt>
                <c:pt idx="603">
                  <c:v>6</c:v>
                </c:pt>
                <c:pt idx="604">
                  <c:v>3</c:v>
                </c:pt>
                <c:pt idx="605">
                  <c:v>1</c:v>
                </c:pt>
                <c:pt idx="606">
                  <c:v>1</c:v>
                </c:pt>
                <c:pt idx="607">
                  <c:v>5</c:v>
                </c:pt>
                <c:pt idx="608">
                  <c:v>10</c:v>
                </c:pt>
                <c:pt idx="609">
                  <c:v>6</c:v>
                </c:pt>
                <c:pt idx="610">
                  <c:v>9</c:v>
                </c:pt>
                <c:pt idx="611">
                  <c:v>8</c:v>
                </c:pt>
                <c:pt idx="612">
                  <c:v>1</c:v>
                </c:pt>
                <c:pt idx="613">
                  <c:v>5</c:v>
                </c:pt>
                <c:pt idx="614">
                  <c:v>7</c:v>
                </c:pt>
                <c:pt idx="615">
                  <c:v>8</c:v>
                </c:pt>
                <c:pt idx="616">
                  <c:v>3</c:v>
                </c:pt>
                <c:pt idx="617">
                  <c:v>6</c:v>
                </c:pt>
                <c:pt idx="618">
                  <c:v>12</c:v>
                </c:pt>
                <c:pt idx="619">
                  <c:v>11</c:v>
                </c:pt>
                <c:pt idx="620">
                  <c:v>6</c:v>
                </c:pt>
                <c:pt idx="621">
                  <c:v>17</c:v>
                </c:pt>
                <c:pt idx="622">
                  <c:v>12</c:v>
                </c:pt>
                <c:pt idx="623">
                  <c:v>11</c:v>
                </c:pt>
                <c:pt idx="624">
                  <c:v>4</c:v>
                </c:pt>
                <c:pt idx="625">
                  <c:v>4</c:v>
                </c:pt>
                <c:pt idx="626">
                  <c:v>4</c:v>
                </c:pt>
                <c:pt idx="627">
                  <c:v>7</c:v>
                </c:pt>
                <c:pt idx="628">
                  <c:v>4</c:v>
                </c:pt>
                <c:pt idx="629">
                  <c:v>27</c:v>
                </c:pt>
                <c:pt idx="630">
                  <c:v>3</c:v>
                </c:pt>
                <c:pt idx="631">
                  <c:v>2</c:v>
                </c:pt>
                <c:pt idx="632">
                  <c:v>3</c:v>
                </c:pt>
                <c:pt idx="633">
                  <c:v>12</c:v>
                </c:pt>
                <c:pt idx="634">
                  <c:v>1</c:v>
                </c:pt>
                <c:pt idx="635">
                  <c:v>2</c:v>
                </c:pt>
                <c:pt idx="636">
                  <c:v>5</c:v>
                </c:pt>
                <c:pt idx="637">
                  <c:v>6</c:v>
                </c:pt>
                <c:pt idx="638">
                  <c:v>10</c:v>
                </c:pt>
                <c:pt idx="639">
                  <c:v>1</c:v>
                </c:pt>
                <c:pt idx="640">
                  <c:v>1</c:v>
                </c:pt>
                <c:pt idx="641">
                  <c:v>2</c:v>
                </c:pt>
                <c:pt idx="642">
                  <c:v>9</c:v>
                </c:pt>
                <c:pt idx="643">
                  <c:v>10</c:v>
                </c:pt>
                <c:pt idx="644">
                  <c:v>15</c:v>
                </c:pt>
                <c:pt idx="645">
                  <c:v>8</c:v>
                </c:pt>
                <c:pt idx="646">
                  <c:v>4</c:v>
                </c:pt>
                <c:pt idx="647">
                  <c:v>6</c:v>
                </c:pt>
                <c:pt idx="648">
                  <c:v>16</c:v>
                </c:pt>
                <c:pt idx="649">
                  <c:v>5</c:v>
                </c:pt>
                <c:pt idx="650">
                  <c:v>1</c:v>
                </c:pt>
                <c:pt idx="651">
                  <c:v>7</c:v>
                </c:pt>
                <c:pt idx="652">
                  <c:v>5</c:v>
                </c:pt>
                <c:pt idx="653">
                  <c:v>4</c:v>
                </c:pt>
                <c:pt idx="654">
                  <c:v>0</c:v>
                </c:pt>
                <c:pt idx="655">
                  <c:v>2</c:v>
                </c:pt>
                <c:pt idx="656">
                  <c:v>15</c:v>
                </c:pt>
                <c:pt idx="657">
                  <c:v>10</c:v>
                </c:pt>
                <c:pt idx="658">
                  <c:v>8</c:v>
                </c:pt>
                <c:pt idx="659">
                  <c:v>1</c:v>
                </c:pt>
                <c:pt idx="660">
                  <c:v>3</c:v>
                </c:pt>
                <c:pt idx="661">
                  <c:v>15</c:v>
                </c:pt>
                <c:pt idx="662">
                  <c:v>11</c:v>
                </c:pt>
                <c:pt idx="663">
                  <c:v>3</c:v>
                </c:pt>
                <c:pt idx="664">
                  <c:v>7</c:v>
                </c:pt>
                <c:pt idx="665">
                  <c:v>25</c:v>
                </c:pt>
                <c:pt idx="666">
                  <c:v>2</c:v>
                </c:pt>
                <c:pt idx="667">
                  <c:v>3</c:v>
                </c:pt>
                <c:pt idx="668">
                  <c:v>3</c:v>
                </c:pt>
                <c:pt idx="669">
                  <c:v>1</c:v>
                </c:pt>
                <c:pt idx="670">
                  <c:v>2</c:v>
                </c:pt>
                <c:pt idx="671">
                  <c:v>0</c:v>
                </c:pt>
                <c:pt idx="672">
                  <c:v>5</c:v>
                </c:pt>
                <c:pt idx="673">
                  <c:v>16</c:v>
                </c:pt>
                <c:pt idx="674">
                  <c:v>26</c:v>
                </c:pt>
                <c:pt idx="675">
                  <c:v>14</c:v>
                </c:pt>
                <c:pt idx="676">
                  <c:v>0</c:v>
                </c:pt>
                <c:pt idx="677">
                  <c:v>3</c:v>
                </c:pt>
                <c:pt idx="678">
                  <c:v>9</c:v>
                </c:pt>
                <c:pt idx="679">
                  <c:v>8</c:v>
                </c:pt>
                <c:pt idx="680">
                  <c:v>1</c:v>
                </c:pt>
                <c:pt idx="681">
                  <c:v>3</c:v>
                </c:pt>
                <c:pt idx="682">
                  <c:v>0</c:v>
                </c:pt>
                <c:pt idx="683">
                  <c:v>1</c:v>
                </c:pt>
                <c:pt idx="684">
                  <c:v>3</c:v>
                </c:pt>
                <c:pt idx="685">
                  <c:v>2</c:v>
                </c:pt>
                <c:pt idx="686">
                  <c:v>10</c:v>
                </c:pt>
                <c:pt idx="687">
                  <c:v>1</c:v>
                </c:pt>
                <c:pt idx="688">
                  <c:v>10</c:v>
                </c:pt>
                <c:pt idx="689">
                  <c:v>8</c:v>
                </c:pt>
                <c:pt idx="690">
                  <c:v>8</c:v>
                </c:pt>
                <c:pt idx="691">
                  <c:v>3</c:v>
                </c:pt>
                <c:pt idx="692">
                  <c:v>5</c:v>
                </c:pt>
                <c:pt idx="693">
                  <c:v>5</c:v>
                </c:pt>
                <c:pt idx="694">
                  <c:v>4</c:v>
                </c:pt>
                <c:pt idx="695">
                  <c:v>9</c:v>
                </c:pt>
                <c:pt idx="696">
                  <c:v>14</c:v>
                </c:pt>
                <c:pt idx="697">
                  <c:v>26</c:v>
                </c:pt>
                <c:pt idx="698">
                  <c:v>4</c:v>
                </c:pt>
                <c:pt idx="699">
                  <c:v>3</c:v>
                </c:pt>
                <c:pt idx="700">
                  <c:v>6</c:v>
                </c:pt>
                <c:pt idx="701">
                  <c:v>4</c:v>
                </c:pt>
                <c:pt idx="702">
                  <c:v>12</c:v>
                </c:pt>
                <c:pt idx="703">
                  <c:v>22</c:v>
                </c:pt>
                <c:pt idx="704">
                  <c:v>30</c:v>
                </c:pt>
                <c:pt idx="705">
                  <c:v>8</c:v>
                </c:pt>
                <c:pt idx="706">
                  <c:v>46</c:v>
                </c:pt>
                <c:pt idx="707">
                  <c:v>14</c:v>
                </c:pt>
                <c:pt idx="708">
                  <c:v>16</c:v>
                </c:pt>
                <c:pt idx="709">
                  <c:v>8</c:v>
                </c:pt>
                <c:pt idx="710">
                  <c:v>3</c:v>
                </c:pt>
                <c:pt idx="711">
                  <c:v>30</c:v>
                </c:pt>
                <c:pt idx="712">
                  <c:v>7</c:v>
                </c:pt>
                <c:pt idx="713">
                  <c:v>12</c:v>
                </c:pt>
                <c:pt idx="714">
                  <c:v>12</c:v>
                </c:pt>
                <c:pt idx="715">
                  <c:v>2</c:v>
                </c:pt>
                <c:pt idx="716">
                  <c:v>10</c:v>
                </c:pt>
                <c:pt idx="717">
                  <c:v>13</c:v>
                </c:pt>
                <c:pt idx="718">
                  <c:v>1</c:v>
                </c:pt>
                <c:pt idx="719">
                  <c:v>5</c:v>
                </c:pt>
                <c:pt idx="720">
                  <c:v>4</c:v>
                </c:pt>
                <c:pt idx="721">
                  <c:v>3</c:v>
                </c:pt>
                <c:pt idx="722">
                  <c:v>7</c:v>
                </c:pt>
                <c:pt idx="723">
                  <c:v>3</c:v>
                </c:pt>
                <c:pt idx="724">
                  <c:v>18</c:v>
                </c:pt>
                <c:pt idx="725">
                  <c:v>11</c:v>
                </c:pt>
                <c:pt idx="726">
                  <c:v>10</c:v>
                </c:pt>
                <c:pt idx="727">
                  <c:v>13</c:v>
                </c:pt>
                <c:pt idx="728">
                  <c:v>19</c:v>
                </c:pt>
                <c:pt idx="729">
                  <c:v>15</c:v>
                </c:pt>
                <c:pt idx="730">
                  <c:v>14</c:v>
                </c:pt>
                <c:pt idx="731">
                  <c:v>3</c:v>
                </c:pt>
                <c:pt idx="732">
                  <c:v>87</c:v>
                </c:pt>
                <c:pt idx="733">
                  <c:v>42</c:v>
                </c:pt>
                <c:pt idx="734">
                  <c:v>3</c:v>
                </c:pt>
                <c:pt idx="735">
                  <c:v>4</c:v>
                </c:pt>
                <c:pt idx="736">
                  <c:v>2</c:v>
                </c:pt>
                <c:pt idx="737">
                  <c:v>3</c:v>
                </c:pt>
                <c:pt idx="738">
                  <c:v>7</c:v>
                </c:pt>
                <c:pt idx="739">
                  <c:v>22</c:v>
                </c:pt>
                <c:pt idx="740">
                  <c:v>14</c:v>
                </c:pt>
                <c:pt idx="741">
                  <c:v>2</c:v>
                </c:pt>
                <c:pt idx="742">
                  <c:v>3</c:v>
                </c:pt>
                <c:pt idx="743">
                  <c:v>6</c:v>
                </c:pt>
                <c:pt idx="744">
                  <c:v>4</c:v>
                </c:pt>
                <c:pt idx="745">
                  <c:v>4</c:v>
                </c:pt>
                <c:pt idx="746">
                  <c:v>5</c:v>
                </c:pt>
                <c:pt idx="747">
                  <c:v>2</c:v>
                </c:pt>
                <c:pt idx="748">
                  <c:v>6</c:v>
                </c:pt>
                <c:pt idx="749">
                  <c:v>9</c:v>
                </c:pt>
                <c:pt idx="750">
                  <c:v>6</c:v>
                </c:pt>
                <c:pt idx="751">
                  <c:v>19</c:v>
                </c:pt>
                <c:pt idx="752">
                  <c:v>10</c:v>
                </c:pt>
                <c:pt idx="753">
                  <c:v>25</c:v>
                </c:pt>
                <c:pt idx="754">
                  <c:v>11</c:v>
                </c:pt>
                <c:pt idx="755">
                  <c:v>4</c:v>
                </c:pt>
                <c:pt idx="756">
                  <c:v>8</c:v>
                </c:pt>
                <c:pt idx="757">
                  <c:v>6</c:v>
                </c:pt>
                <c:pt idx="758">
                  <c:v>6</c:v>
                </c:pt>
                <c:pt idx="759">
                  <c:v>6</c:v>
                </c:pt>
                <c:pt idx="760">
                  <c:v>27</c:v>
                </c:pt>
                <c:pt idx="761">
                  <c:v>13</c:v>
                </c:pt>
                <c:pt idx="762">
                  <c:v>15</c:v>
                </c:pt>
                <c:pt idx="763">
                  <c:v>8</c:v>
                </c:pt>
                <c:pt idx="764">
                  <c:v>6</c:v>
                </c:pt>
                <c:pt idx="765">
                  <c:v>2</c:v>
                </c:pt>
                <c:pt idx="766">
                  <c:v>3</c:v>
                </c:pt>
                <c:pt idx="767">
                  <c:v>5</c:v>
                </c:pt>
                <c:pt idx="768">
                  <c:v>11</c:v>
                </c:pt>
                <c:pt idx="769">
                  <c:v>2</c:v>
                </c:pt>
                <c:pt idx="770">
                  <c:v>7</c:v>
                </c:pt>
                <c:pt idx="771">
                  <c:v>6</c:v>
                </c:pt>
                <c:pt idx="772">
                  <c:v>3</c:v>
                </c:pt>
                <c:pt idx="773">
                  <c:v>10</c:v>
                </c:pt>
                <c:pt idx="774">
                  <c:v>17</c:v>
                </c:pt>
                <c:pt idx="775">
                  <c:v>54</c:v>
                </c:pt>
                <c:pt idx="776">
                  <c:v>1</c:v>
                </c:pt>
                <c:pt idx="777">
                  <c:v>5</c:v>
                </c:pt>
                <c:pt idx="778">
                  <c:v>0</c:v>
                </c:pt>
                <c:pt idx="779">
                  <c:v>2</c:v>
                </c:pt>
                <c:pt idx="780">
                  <c:v>8</c:v>
                </c:pt>
                <c:pt idx="781">
                  <c:v>3</c:v>
                </c:pt>
                <c:pt idx="782">
                  <c:v>12</c:v>
                </c:pt>
                <c:pt idx="783">
                  <c:v>4</c:v>
                </c:pt>
                <c:pt idx="784">
                  <c:v>4</c:v>
                </c:pt>
                <c:pt idx="785">
                  <c:v>9</c:v>
                </c:pt>
                <c:pt idx="786">
                  <c:v>12</c:v>
                </c:pt>
                <c:pt idx="787">
                  <c:v>38</c:v>
                </c:pt>
                <c:pt idx="788">
                  <c:v>40</c:v>
                </c:pt>
                <c:pt idx="789">
                  <c:v>7</c:v>
                </c:pt>
                <c:pt idx="790">
                  <c:v>14</c:v>
                </c:pt>
                <c:pt idx="791">
                  <c:v>17</c:v>
                </c:pt>
                <c:pt idx="792">
                  <c:v>4</c:v>
                </c:pt>
                <c:pt idx="793">
                  <c:v>18</c:v>
                </c:pt>
                <c:pt idx="794">
                  <c:v>19</c:v>
                </c:pt>
                <c:pt idx="795">
                  <c:v>26</c:v>
                </c:pt>
                <c:pt idx="796">
                  <c:v>48</c:v>
                </c:pt>
                <c:pt idx="797">
                  <c:v>45</c:v>
                </c:pt>
                <c:pt idx="798">
                  <c:v>53</c:v>
                </c:pt>
                <c:pt idx="799">
                  <c:v>70</c:v>
                </c:pt>
                <c:pt idx="800">
                  <c:v>28</c:v>
                </c:pt>
                <c:pt idx="801">
                  <c:v>27</c:v>
                </c:pt>
                <c:pt idx="802">
                  <c:v>36</c:v>
                </c:pt>
                <c:pt idx="803">
                  <c:v>25</c:v>
                </c:pt>
                <c:pt idx="804">
                  <c:v>4</c:v>
                </c:pt>
                <c:pt idx="805">
                  <c:v>6</c:v>
                </c:pt>
                <c:pt idx="806">
                  <c:v>12</c:v>
                </c:pt>
                <c:pt idx="807">
                  <c:v>12</c:v>
                </c:pt>
                <c:pt idx="808">
                  <c:v>5</c:v>
                </c:pt>
                <c:pt idx="809">
                  <c:v>7</c:v>
                </c:pt>
                <c:pt idx="810">
                  <c:v>5</c:v>
                </c:pt>
                <c:pt idx="811">
                  <c:v>0</c:v>
                </c:pt>
                <c:pt idx="812">
                  <c:v>4</c:v>
                </c:pt>
                <c:pt idx="813">
                  <c:v>10</c:v>
                </c:pt>
                <c:pt idx="814">
                  <c:v>8</c:v>
                </c:pt>
                <c:pt idx="815">
                  <c:v>11</c:v>
                </c:pt>
                <c:pt idx="816">
                  <c:v>4</c:v>
                </c:pt>
                <c:pt idx="817">
                  <c:v>11</c:v>
                </c:pt>
                <c:pt idx="818">
                  <c:v>0</c:v>
                </c:pt>
                <c:pt idx="819">
                  <c:v>5</c:v>
                </c:pt>
                <c:pt idx="820">
                  <c:v>3</c:v>
                </c:pt>
                <c:pt idx="821">
                  <c:v>11</c:v>
                </c:pt>
                <c:pt idx="822">
                  <c:v>13</c:v>
                </c:pt>
                <c:pt idx="823">
                  <c:v>6</c:v>
                </c:pt>
                <c:pt idx="824">
                  <c:v>13</c:v>
                </c:pt>
                <c:pt idx="825">
                  <c:v>4</c:v>
                </c:pt>
                <c:pt idx="826">
                  <c:v>3</c:v>
                </c:pt>
                <c:pt idx="827">
                  <c:v>6</c:v>
                </c:pt>
                <c:pt idx="828">
                  <c:v>1</c:v>
                </c:pt>
                <c:pt idx="829">
                  <c:v>5</c:v>
                </c:pt>
                <c:pt idx="830">
                  <c:v>1</c:v>
                </c:pt>
                <c:pt idx="831">
                  <c:v>2</c:v>
                </c:pt>
                <c:pt idx="832">
                  <c:v>6</c:v>
                </c:pt>
                <c:pt idx="833">
                  <c:v>14</c:v>
                </c:pt>
                <c:pt idx="834">
                  <c:v>19</c:v>
                </c:pt>
                <c:pt idx="835">
                  <c:v>15</c:v>
                </c:pt>
                <c:pt idx="836">
                  <c:v>1</c:v>
                </c:pt>
                <c:pt idx="837">
                  <c:v>1</c:v>
                </c:pt>
                <c:pt idx="838">
                  <c:v>1</c:v>
                </c:pt>
                <c:pt idx="839">
                  <c:v>5</c:v>
                </c:pt>
                <c:pt idx="840">
                  <c:v>1</c:v>
                </c:pt>
                <c:pt idx="841">
                  <c:v>1</c:v>
                </c:pt>
                <c:pt idx="842">
                  <c:v>0</c:v>
                </c:pt>
                <c:pt idx="843">
                  <c:v>17</c:v>
                </c:pt>
                <c:pt idx="844">
                  <c:v>25</c:v>
                </c:pt>
                <c:pt idx="845">
                  <c:v>5</c:v>
                </c:pt>
                <c:pt idx="846">
                  <c:v>25</c:v>
                </c:pt>
                <c:pt idx="847">
                  <c:v>34</c:v>
                </c:pt>
                <c:pt idx="848">
                  <c:v>4</c:v>
                </c:pt>
                <c:pt idx="849">
                  <c:v>4</c:v>
                </c:pt>
                <c:pt idx="850">
                  <c:v>8</c:v>
                </c:pt>
                <c:pt idx="851">
                  <c:v>8</c:v>
                </c:pt>
                <c:pt idx="852">
                  <c:v>6</c:v>
                </c:pt>
                <c:pt idx="853">
                  <c:v>4</c:v>
                </c:pt>
                <c:pt idx="854">
                  <c:v>3</c:v>
                </c:pt>
                <c:pt idx="855">
                  <c:v>8</c:v>
                </c:pt>
                <c:pt idx="856">
                  <c:v>1</c:v>
                </c:pt>
                <c:pt idx="857">
                  <c:v>11</c:v>
                </c:pt>
                <c:pt idx="858">
                  <c:v>2</c:v>
                </c:pt>
                <c:pt idx="859">
                  <c:v>14</c:v>
                </c:pt>
                <c:pt idx="860">
                  <c:v>2</c:v>
                </c:pt>
                <c:pt idx="861">
                  <c:v>12</c:v>
                </c:pt>
                <c:pt idx="862">
                  <c:v>0</c:v>
                </c:pt>
                <c:pt idx="863">
                  <c:v>0</c:v>
                </c:pt>
                <c:pt idx="864">
                  <c:v>27</c:v>
                </c:pt>
                <c:pt idx="865">
                  <c:v>3</c:v>
                </c:pt>
                <c:pt idx="866">
                  <c:v>0</c:v>
                </c:pt>
                <c:pt idx="867">
                  <c:v>0</c:v>
                </c:pt>
                <c:pt idx="868">
                  <c:v>4</c:v>
                </c:pt>
                <c:pt idx="869">
                  <c:v>67</c:v>
                </c:pt>
                <c:pt idx="870">
                  <c:v>50</c:v>
                </c:pt>
                <c:pt idx="871">
                  <c:v>7</c:v>
                </c:pt>
                <c:pt idx="872">
                  <c:v>5</c:v>
                </c:pt>
                <c:pt idx="873">
                  <c:v>0</c:v>
                </c:pt>
                <c:pt idx="874">
                  <c:v>5</c:v>
                </c:pt>
                <c:pt idx="875">
                  <c:v>13</c:v>
                </c:pt>
                <c:pt idx="876">
                  <c:v>3</c:v>
                </c:pt>
                <c:pt idx="877">
                  <c:v>0</c:v>
                </c:pt>
                <c:pt idx="878">
                  <c:v>17</c:v>
                </c:pt>
                <c:pt idx="879">
                  <c:v>2</c:v>
                </c:pt>
                <c:pt idx="880">
                  <c:v>6</c:v>
                </c:pt>
                <c:pt idx="881">
                  <c:v>3</c:v>
                </c:pt>
                <c:pt idx="882">
                  <c:v>0</c:v>
                </c:pt>
                <c:pt idx="883">
                  <c:v>2</c:v>
                </c:pt>
                <c:pt idx="884">
                  <c:v>3</c:v>
                </c:pt>
                <c:pt idx="885">
                  <c:v>4</c:v>
                </c:pt>
                <c:pt idx="886">
                  <c:v>4</c:v>
                </c:pt>
                <c:pt idx="887">
                  <c:v>0</c:v>
                </c:pt>
                <c:pt idx="888">
                  <c:v>0</c:v>
                </c:pt>
                <c:pt idx="889">
                  <c:v>0</c:v>
                </c:pt>
                <c:pt idx="890">
                  <c:v>32</c:v>
                </c:pt>
                <c:pt idx="891">
                  <c:v>28</c:v>
                </c:pt>
                <c:pt idx="892">
                  <c:v>6</c:v>
                </c:pt>
                <c:pt idx="893">
                  <c:v>6</c:v>
                </c:pt>
                <c:pt idx="894">
                  <c:v>3</c:v>
                </c:pt>
                <c:pt idx="895">
                  <c:v>4</c:v>
                </c:pt>
                <c:pt idx="896">
                  <c:v>5</c:v>
                </c:pt>
                <c:pt idx="897">
                  <c:v>5</c:v>
                </c:pt>
                <c:pt idx="898">
                  <c:v>15</c:v>
                </c:pt>
                <c:pt idx="899">
                  <c:v>12</c:v>
                </c:pt>
                <c:pt idx="900">
                  <c:v>17</c:v>
                </c:pt>
                <c:pt idx="901">
                  <c:v>4</c:v>
                </c:pt>
                <c:pt idx="902">
                  <c:v>3</c:v>
                </c:pt>
                <c:pt idx="903">
                  <c:v>2</c:v>
                </c:pt>
                <c:pt idx="904">
                  <c:v>4</c:v>
                </c:pt>
                <c:pt idx="905">
                  <c:v>6</c:v>
                </c:pt>
                <c:pt idx="906">
                  <c:v>6</c:v>
                </c:pt>
                <c:pt idx="907">
                  <c:v>5</c:v>
                </c:pt>
                <c:pt idx="908">
                  <c:v>4</c:v>
                </c:pt>
                <c:pt idx="909">
                  <c:v>5</c:v>
                </c:pt>
                <c:pt idx="910">
                  <c:v>5</c:v>
                </c:pt>
                <c:pt idx="911">
                  <c:v>1</c:v>
                </c:pt>
                <c:pt idx="912">
                  <c:v>8</c:v>
                </c:pt>
                <c:pt idx="913">
                  <c:v>22</c:v>
                </c:pt>
                <c:pt idx="914">
                  <c:v>27</c:v>
                </c:pt>
                <c:pt idx="915">
                  <c:v>37</c:v>
                </c:pt>
                <c:pt idx="916">
                  <c:v>40</c:v>
                </c:pt>
                <c:pt idx="917">
                  <c:v>0</c:v>
                </c:pt>
                <c:pt idx="918">
                  <c:v>6</c:v>
                </c:pt>
                <c:pt idx="919">
                  <c:v>2</c:v>
                </c:pt>
                <c:pt idx="920">
                  <c:v>11</c:v>
                </c:pt>
                <c:pt idx="921">
                  <c:v>9</c:v>
                </c:pt>
                <c:pt idx="922">
                  <c:v>8</c:v>
                </c:pt>
                <c:pt idx="923">
                  <c:v>6</c:v>
                </c:pt>
                <c:pt idx="924">
                  <c:v>8</c:v>
                </c:pt>
                <c:pt idx="925">
                  <c:v>5</c:v>
                </c:pt>
                <c:pt idx="926">
                  <c:v>2</c:v>
                </c:pt>
                <c:pt idx="927">
                  <c:v>9</c:v>
                </c:pt>
                <c:pt idx="928">
                  <c:v>2</c:v>
                </c:pt>
                <c:pt idx="929">
                  <c:v>5</c:v>
                </c:pt>
                <c:pt idx="930">
                  <c:v>10</c:v>
                </c:pt>
                <c:pt idx="931">
                  <c:v>18</c:v>
                </c:pt>
                <c:pt idx="932">
                  <c:v>11</c:v>
                </c:pt>
                <c:pt idx="933">
                  <c:v>1</c:v>
                </c:pt>
                <c:pt idx="934">
                  <c:v>3</c:v>
                </c:pt>
                <c:pt idx="935">
                  <c:v>7</c:v>
                </c:pt>
                <c:pt idx="936">
                  <c:v>5</c:v>
                </c:pt>
                <c:pt idx="937">
                  <c:v>6</c:v>
                </c:pt>
                <c:pt idx="938">
                  <c:v>5</c:v>
                </c:pt>
                <c:pt idx="939">
                  <c:v>7</c:v>
                </c:pt>
                <c:pt idx="940">
                  <c:v>5</c:v>
                </c:pt>
                <c:pt idx="941">
                  <c:v>33</c:v>
                </c:pt>
                <c:pt idx="942">
                  <c:v>1</c:v>
                </c:pt>
                <c:pt idx="943">
                  <c:v>6</c:v>
                </c:pt>
                <c:pt idx="944">
                  <c:v>5</c:v>
                </c:pt>
                <c:pt idx="945">
                  <c:v>3</c:v>
                </c:pt>
                <c:pt idx="946">
                  <c:v>2</c:v>
                </c:pt>
                <c:pt idx="947">
                  <c:v>13</c:v>
                </c:pt>
                <c:pt idx="948">
                  <c:v>6</c:v>
                </c:pt>
                <c:pt idx="949">
                  <c:v>3</c:v>
                </c:pt>
                <c:pt idx="950">
                  <c:v>2</c:v>
                </c:pt>
                <c:pt idx="951">
                  <c:v>5</c:v>
                </c:pt>
                <c:pt idx="952">
                  <c:v>9</c:v>
                </c:pt>
                <c:pt idx="953">
                  <c:v>4</c:v>
                </c:pt>
                <c:pt idx="954">
                  <c:v>5</c:v>
                </c:pt>
                <c:pt idx="955">
                  <c:v>5</c:v>
                </c:pt>
                <c:pt idx="956">
                  <c:v>5</c:v>
                </c:pt>
                <c:pt idx="957">
                  <c:v>11</c:v>
                </c:pt>
                <c:pt idx="958">
                  <c:v>13</c:v>
                </c:pt>
                <c:pt idx="959">
                  <c:v>2</c:v>
                </c:pt>
                <c:pt idx="960">
                  <c:v>3</c:v>
                </c:pt>
                <c:pt idx="961">
                  <c:v>4</c:v>
                </c:pt>
                <c:pt idx="962">
                  <c:v>1</c:v>
                </c:pt>
                <c:pt idx="963">
                  <c:v>7</c:v>
                </c:pt>
                <c:pt idx="964">
                  <c:v>4</c:v>
                </c:pt>
                <c:pt idx="965">
                  <c:v>4</c:v>
                </c:pt>
                <c:pt idx="966">
                  <c:v>13</c:v>
                </c:pt>
                <c:pt idx="967">
                  <c:v>8</c:v>
                </c:pt>
                <c:pt idx="968">
                  <c:v>5</c:v>
                </c:pt>
                <c:pt idx="969">
                  <c:v>3</c:v>
                </c:pt>
                <c:pt idx="970">
                  <c:v>4</c:v>
                </c:pt>
                <c:pt idx="971">
                  <c:v>10</c:v>
                </c:pt>
                <c:pt idx="972">
                  <c:v>6</c:v>
                </c:pt>
                <c:pt idx="973">
                  <c:v>10</c:v>
                </c:pt>
                <c:pt idx="974">
                  <c:v>7</c:v>
                </c:pt>
                <c:pt idx="975">
                  <c:v>6</c:v>
                </c:pt>
                <c:pt idx="976">
                  <c:v>10</c:v>
                </c:pt>
                <c:pt idx="977">
                  <c:v>3</c:v>
                </c:pt>
                <c:pt idx="978">
                  <c:v>3</c:v>
                </c:pt>
                <c:pt idx="979">
                  <c:v>1</c:v>
                </c:pt>
                <c:pt idx="980">
                  <c:v>14</c:v>
                </c:pt>
                <c:pt idx="981">
                  <c:v>8</c:v>
                </c:pt>
                <c:pt idx="982">
                  <c:v>3</c:v>
                </c:pt>
                <c:pt idx="983">
                  <c:v>3</c:v>
                </c:pt>
                <c:pt idx="984">
                  <c:v>1</c:v>
                </c:pt>
                <c:pt idx="985">
                  <c:v>1</c:v>
                </c:pt>
                <c:pt idx="986">
                  <c:v>4</c:v>
                </c:pt>
                <c:pt idx="987">
                  <c:v>1</c:v>
                </c:pt>
                <c:pt idx="988">
                  <c:v>4</c:v>
                </c:pt>
                <c:pt idx="989">
                  <c:v>9</c:v>
                </c:pt>
                <c:pt idx="990">
                  <c:v>7</c:v>
                </c:pt>
                <c:pt idx="991">
                  <c:v>0</c:v>
                </c:pt>
                <c:pt idx="992">
                  <c:v>3</c:v>
                </c:pt>
                <c:pt idx="993">
                  <c:v>12</c:v>
                </c:pt>
                <c:pt idx="994">
                  <c:v>23</c:v>
                </c:pt>
                <c:pt idx="995">
                  <c:v>17</c:v>
                </c:pt>
                <c:pt idx="996">
                  <c:v>16</c:v>
                </c:pt>
                <c:pt idx="997">
                  <c:v>3</c:v>
                </c:pt>
                <c:pt idx="998">
                  <c:v>2</c:v>
                </c:pt>
                <c:pt idx="999">
                  <c:v>5</c:v>
                </c:pt>
                <c:pt idx="1000">
                  <c:v>20</c:v>
                </c:pt>
                <c:pt idx="1001">
                  <c:v>4</c:v>
                </c:pt>
                <c:pt idx="1002">
                  <c:v>6</c:v>
                </c:pt>
                <c:pt idx="1003">
                  <c:v>12</c:v>
                </c:pt>
                <c:pt idx="1004">
                  <c:v>1</c:v>
                </c:pt>
                <c:pt idx="1005">
                  <c:v>6</c:v>
                </c:pt>
                <c:pt idx="1006">
                  <c:v>0</c:v>
                </c:pt>
                <c:pt idx="1007">
                  <c:v>2</c:v>
                </c:pt>
                <c:pt idx="1008">
                  <c:v>4</c:v>
                </c:pt>
                <c:pt idx="1009">
                  <c:v>24</c:v>
                </c:pt>
                <c:pt idx="1010">
                  <c:v>10</c:v>
                </c:pt>
                <c:pt idx="1011">
                  <c:v>2</c:v>
                </c:pt>
                <c:pt idx="1012">
                  <c:v>0</c:v>
                </c:pt>
                <c:pt idx="1013">
                  <c:v>4</c:v>
                </c:pt>
                <c:pt idx="1014">
                  <c:v>4</c:v>
                </c:pt>
                <c:pt idx="1015">
                  <c:v>3</c:v>
                </c:pt>
                <c:pt idx="1016">
                  <c:v>12</c:v>
                </c:pt>
                <c:pt idx="1017">
                  <c:v>2</c:v>
                </c:pt>
                <c:pt idx="1018">
                  <c:v>1</c:v>
                </c:pt>
                <c:pt idx="1019">
                  <c:v>10</c:v>
                </c:pt>
                <c:pt idx="1020">
                  <c:v>12</c:v>
                </c:pt>
                <c:pt idx="1021">
                  <c:v>3</c:v>
                </c:pt>
                <c:pt idx="1022">
                  <c:v>2</c:v>
                </c:pt>
                <c:pt idx="1023">
                  <c:v>4</c:v>
                </c:pt>
                <c:pt idx="1024">
                  <c:v>6</c:v>
                </c:pt>
                <c:pt idx="1025">
                  <c:v>1</c:v>
                </c:pt>
                <c:pt idx="1026">
                  <c:v>6</c:v>
                </c:pt>
                <c:pt idx="1027">
                  <c:v>5</c:v>
                </c:pt>
                <c:pt idx="1028">
                  <c:v>11</c:v>
                </c:pt>
                <c:pt idx="1029">
                  <c:v>18</c:v>
                </c:pt>
                <c:pt idx="1030">
                  <c:v>0</c:v>
                </c:pt>
                <c:pt idx="1031">
                  <c:v>3</c:v>
                </c:pt>
                <c:pt idx="1032">
                  <c:v>6</c:v>
                </c:pt>
                <c:pt idx="1033">
                  <c:v>7</c:v>
                </c:pt>
                <c:pt idx="1034">
                  <c:v>6</c:v>
                </c:pt>
                <c:pt idx="1035">
                  <c:v>7</c:v>
                </c:pt>
                <c:pt idx="1036">
                  <c:v>7</c:v>
                </c:pt>
                <c:pt idx="1037">
                  <c:v>3</c:v>
                </c:pt>
                <c:pt idx="1038">
                  <c:v>0</c:v>
                </c:pt>
                <c:pt idx="1039">
                  <c:v>5</c:v>
                </c:pt>
                <c:pt idx="1040">
                  <c:v>5</c:v>
                </c:pt>
                <c:pt idx="1041">
                  <c:v>1</c:v>
                </c:pt>
                <c:pt idx="1042">
                  <c:v>0</c:v>
                </c:pt>
                <c:pt idx="1043">
                  <c:v>0</c:v>
                </c:pt>
                <c:pt idx="1044">
                  <c:v>14</c:v>
                </c:pt>
                <c:pt idx="1045">
                  <c:v>7</c:v>
                </c:pt>
                <c:pt idx="1046">
                  <c:v>1</c:v>
                </c:pt>
                <c:pt idx="1047">
                  <c:v>9</c:v>
                </c:pt>
                <c:pt idx="1048">
                  <c:v>4</c:v>
                </c:pt>
                <c:pt idx="1049">
                  <c:v>1</c:v>
                </c:pt>
                <c:pt idx="1050">
                  <c:v>1</c:v>
                </c:pt>
                <c:pt idx="1051">
                  <c:v>10</c:v>
                </c:pt>
                <c:pt idx="1052">
                  <c:v>15</c:v>
                </c:pt>
                <c:pt idx="1053">
                  <c:v>4</c:v>
                </c:pt>
                <c:pt idx="1054">
                  <c:v>1</c:v>
                </c:pt>
                <c:pt idx="1055">
                  <c:v>9</c:v>
                </c:pt>
                <c:pt idx="1056">
                  <c:v>6</c:v>
                </c:pt>
                <c:pt idx="1057">
                  <c:v>5</c:v>
                </c:pt>
                <c:pt idx="1058">
                  <c:v>7</c:v>
                </c:pt>
                <c:pt idx="1059">
                  <c:v>15</c:v>
                </c:pt>
                <c:pt idx="1060">
                  <c:v>29</c:v>
                </c:pt>
                <c:pt idx="1061">
                  <c:v>13</c:v>
                </c:pt>
                <c:pt idx="1062">
                  <c:v>6</c:v>
                </c:pt>
                <c:pt idx="1063">
                  <c:v>3</c:v>
                </c:pt>
                <c:pt idx="1064">
                  <c:v>1</c:v>
                </c:pt>
                <c:pt idx="1065">
                  <c:v>1</c:v>
                </c:pt>
                <c:pt idx="1066">
                  <c:v>2</c:v>
                </c:pt>
                <c:pt idx="1067">
                  <c:v>1</c:v>
                </c:pt>
                <c:pt idx="1068">
                  <c:v>4</c:v>
                </c:pt>
                <c:pt idx="1069">
                  <c:v>6</c:v>
                </c:pt>
                <c:pt idx="1070">
                  <c:v>2</c:v>
                </c:pt>
                <c:pt idx="1071">
                  <c:v>8</c:v>
                </c:pt>
                <c:pt idx="1072">
                  <c:v>5</c:v>
                </c:pt>
                <c:pt idx="1073">
                  <c:v>6</c:v>
                </c:pt>
                <c:pt idx="1074">
                  <c:v>9</c:v>
                </c:pt>
                <c:pt idx="1075">
                  <c:v>3</c:v>
                </c:pt>
                <c:pt idx="1076">
                  <c:v>12</c:v>
                </c:pt>
                <c:pt idx="1077">
                  <c:v>3</c:v>
                </c:pt>
                <c:pt idx="1078">
                  <c:v>1</c:v>
                </c:pt>
                <c:pt idx="1079">
                  <c:v>3</c:v>
                </c:pt>
                <c:pt idx="1080">
                  <c:v>12</c:v>
                </c:pt>
                <c:pt idx="1081">
                  <c:v>6</c:v>
                </c:pt>
                <c:pt idx="1082">
                  <c:v>36</c:v>
                </c:pt>
                <c:pt idx="1083">
                  <c:v>3</c:v>
                </c:pt>
                <c:pt idx="1084">
                  <c:v>9</c:v>
                </c:pt>
                <c:pt idx="1085">
                  <c:v>9</c:v>
                </c:pt>
                <c:pt idx="1086">
                  <c:v>3</c:v>
                </c:pt>
                <c:pt idx="1087">
                  <c:v>12</c:v>
                </c:pt>
                <c:pt idx="1088">
                  <c:v>8</c:v>
                </c:pt>
                <c:pt idx="1089">
                  <c:v>12</c:v>
                </c:pt>
                <c:pt idx="1090">
                  <c:v>10</c:v>
                </c:pt>
                <c:pt idx="1091">
                  <c:v>34</c:v>
                </c:pt>
                <c:pt idx="1092">
                  <c:v>9</c:v>
                </c:pt>
                <c:pt idx="1093">
                  <c:v>5</c:v>
                </c:pt>
                <c:pt idx="1094">
                  <c:v>1</c:v>
                </c:pt>
                <c:pt idx="1095">
                  <c:v>2</c:v>
                </c:pt>
                <c:pt idx="1096">
                  <c:v>12</c:v>
                </c:pt>
                <c:pt idx="1097">
                  <c:v>7</c:v>
                </c:pt>
                <c:pt idx="1098">
                  <c:v>0</c:v>
                </c:pt>
                <c:pt idx="1099">
                  <c:v>0</c:v>
                </c:pt>
                <c:pt idx="1100">
                  <c:v>3</c:v>
                </c:pt>
                <c:pt idx="1101">
                  <c:v>5</c:v>
                </c:pt>
                <c:pt idx="1102">
                  <c:v>3</c:v>
                </c:pt>
                <c:pt idx="1103">
                  <c:v>1</c:v>
                </c:pt>
                <c:pt idx="1104">
                  <c:v>7</c:v>
                </c:pt>
                <c:pt idx="1105">
                  <c:v>1</c:v>
                </c:pt>
                <c:pt idx="1106">
                  <c:v>1</c:v>
                </c:pt>
                <c:pt idx="1107">
                  <c:v>0</c:v>
                </c:pt>
                <c:pt idx="1108">
                  <c:v>0</c:v>
                </c:pt>
                <c:pt idx="1109">
                  <c:v>1</c:v>
                </c:pt>
                <c:pt idx="1110">
                  <c:v>7</c:v>
                </c:pt>
                <c:pt idx="1111">
                  <c:v>3</c:v>
                </c:pt>
                <c:pt idx="1112">
                  <c:v>6</c:v>
                </c:pt>
                <c:pt idx="1113">
                  <c:v>2</c:v>
                </c:pt>
                <c:pt idx="1114">
                  <c:v>10</c:v>
                </c:pt>
                <c:pt idx="1115">
                  <c:v>3</c:v>
                </c:pt>
                <c:pt idx="1116">
                  <c:v>4</c:v>
                </c:pt>
                <c:pt idx="1117">
                  <c:v>11</c:v>
                </c:pt>
                <c:pt idx="1118">
                  <c:v>2</c:v>
                </c:pt>
                <c:pt idx="1119">
                  <c:v>7</c:v>
                </c:pt>
                <c:pt idx="1120">
                  <c:v>1</c:v>
                </c:pt>
                <c:pt idx="1121">
                  <c:v>0</c:v>
                </c:pt>
                <c:pt idx="1122">
                  <c:v>1</c:v>
                </c:pt>
                <c:pt idx="1123">
                  <c:v>6</c:v>
                </c:pt>
                <c:pt idx="1124">
                  <c:v>0</c:v>
                </c:pt>
                <c:pt idx="1125">
                  <c:v>0</c:v>
                </c:pt>
                <c:pt idx="1126">
                  <c:v>1</c:v>
                </c:pt>
                <c:pt idx="1127">
                  <c:v>2</c:v>
                </c:pt>
                <c:pt idx="1128">
                  <c:v>0</c:v>
                </c:pt>
                <c:pt idx="1129">
                  <c:v>4</c:v>
                </c:pt>
                <c:pt idx="1130">
                  <c:v>1</c:v>
                </c:pt>
                <c:pt idx="1131">
                  <c:v>1</c:v>
                </c:pt>
                <c:pt idx="1132">
                  <c:v>0</c:v>
                </c:pt>
                <c:pt idx="1133">
                  <c:v>1</c:v>
                </c:pt>
                <c:pt idx="1134">
                  <c:v>4</c:v>
                </c:pt>
                <c:pt idx="1135">
                  <c:v>0</c:v>
                </c:pt>
                <c:pt idx="1136">
                  <c:v>1</c:v>
                </c:pt>
                <c:pt idx="1137">
                  <c:v>1</c:v>
                </c:pt>
                <c:pt idx="1138">
                  <c:v>4</c:v>
                </c:pt>
                <c:pt idx="1139">
                  <c:v>4</c:v>
                </c:pt>
                <c:pt idx="1140">
                  <c:v>4</c:v>
                </c:pt>
                <c:pt idx="1141">
                  <c:v>5</c:v>
                </c:pt>
                <c:pt idx="1142">
                  <c:v>1</c:v>
                </c:pt>
                <c:pt idx="1143">
                  <c:v>3</c:v>
                </c:pt>
                <c:pt idx="1144">
                  <c:v>5</c:v>
                </c:pt>
                <c:pt idx="1145">
                  <c:v>0</c:v>
                </c:pt>
                <c:pt idx="1146">
                  <c:v>2</c:v>
                </c:pt>
                <c:pt idx="1147">
                  <c:v>6</c:v>
                </c:pt>
                <c:pt idx="1148">
                  <c:v>5</c:v>
                </c:pt>
                <c:pt idx="1149">
                  <c:v>7</c:v>
                </c:pt>
                <c:pt idx="1150">
                  <c:v>22</c:v>
                </c:pt>
                <c:pt idx="1151">
                  <c:v>15</c:v>
                </c:pt>
                <c:pt idx="1152">
                  <c:v>13</c:v>
                </c:pt>
                <c:pt idx="1153">
                  <c:v>46</c:v>
                </c:pt>
                <c:pt idx="1154">
                  <c:v>1</c:v>
                </c:pt>
                <c:pt idx="1155">
                  <c:v>0</c:v>
                </c:pt>
                <c:pt idx="1156">
                  <c:v>8</c:v>
                </c:pt>
                <c:pt idx="1157">
                  <c:v>2</c:v>
                </c:pt>
                <c:pt idx="1158">
                  <c:v>3</c:v>
                </c:pt>
                <c:pt idx="1159">
                  <c:v>1</c:v>
                </c:pt>
                <c:pt idx="1160">
                  <c:v>5</c:v>
                </c:pt>
                <c:pt idx="1161">
                  <c:v>6</c:v>
                </c:pt>
                <c:pt idx="1162">
                  <c:v>13</c:v>
                </c:pt>
                <c:pt idx="1163">
                  <c:v>0</c:v>
                </c:pt>
                <c:pt idx="1164">
                  <c:v>2</c:v>
                </c:pt>
                <c:pt idx="1165">
                  <c:v>7</c:v>
                </c:pt>
                <c:pt idx="1166">
                  <c:v>5</c:v>
                </c:pt>
                <c:pt idx="1167">
                  <c:v>2</c:v>
                </c:pt>
                <c:pt idx="1168">
                  <c:v>6</c:v>
                </c:pt>
                <c:pt idx="1169">
                  <c:v>2</c:v>
                </c:pt>
                <c:pt idx="1170">
                  <c:v>1</c:v>
                </c:pt>
                <c:pt idx="1171">
                  <c:v>1</c:v>
                </c:pt>
                <c:pt idx="1172">
                  <c:v>3</c:v>
                </c:pt>
                <c:pt idx="1173">
                  <c:v>3</c:v>
                </c:pt>
                <c:pt idx="1174">
                  <c:v>1</c:v>
                </c:pt>
                <c:pt idx="1175">
                  <c:v>0</c:v>
                </c:pt>
                <c:pt idx="1176">
                  <c:v>1</c:v>
                </c:pt>
                <c:pt idx="1177">
                  <c:v>2</c:v>
                </c:pt>
                <c:pt idx="1178">
                  <c:v>1</c:v>
                </c:pt>
                <c:pt idx="1179">
                  <c:v>4</c:v>
                </c:pt>
                <c:pt idx="1180">
                  <c:v>7</c:v>
                </c:pt>
                <c:pt idx="1181">
                  <c:v>3</c:v>
                </c:pt>
                <c:pt idx="1182">
                  <c:v>9</c:v>
                </c:pt>
                <c:pt idx="1183">
                  <c:v>4</c:v>
                </c:pt>
                <c:pt idx="1184">
                  <c:v>10</c:v>
                </c:pt>
                <c:pt idx="1185">
                  <c:v>0</c:v>
                </c:pt>
                <c:pt idx="1186">
                  <c:v>1</c:v>
                </c:pt>
                <c:pt idx="1187">
                  <c:v>1</c:v>
                </c:pt>
                <c:pt idx="1188">
                  <c:v>13</c:v>
                </c:pt>
                <c:pt idx="1189">
                  <c:v>12</c:v>
                </c:pt>
                <c:pt idx="1190">
                  <c:v>0</c:v>
                </c:pt>
                <c:pt idx="1191">
                  <c:v>26</c:v>
                </c:pt>
                <c:pt idx="1192">
                  <c:v>10</c:v>
                </c:pt>
                <c:pt idx="1193">
                  <c:v>11</c:v>
                </c:pt>
                <c:pt idx="1194">
                  <c:v>2</c:v>
                </c:pt>
                <c:pt idx="1195">
                  <c:v>2</c:v>
                </c:pt>
                <c:pt idx="1196">
                  <c:v>12</c:v>
                </c:pt>
                <c:pt idx="1197">
                  <c:v>0</c:v>
                </c:pt>
                <c:pt idx="1198">
                  <c:v>2</c:v>
                </c:pt>
                <c:pt idx="1199">
                  <c:v>5</c:v>
                </c:pt>
                <c:pt idx="1200">
                  <c:v>3</c:v>
                </c:pt>
                <c:pt idx="1201">
                  <c:v>13</c:v>
                </c:pt>
                <c:pt idx="1202">
                  <c:v>1</c:v>
                </c:pt>
                <c:pt idx="1203">
                  <c:v>0</c:v>
                </c:pt>
                <c:pt idx="1204">
                  <c:v>2</c:v>
                </c:pt>
                <c:pt idx="1205">
                  <c:v>1</c:v>
                </c:pt>
                <c:pt idx="1206">
                  <c:v>12</c:v>
                </c:pt>
                <c:pt idx="1207">
                  <c:v>2</c:v>
                </c:pt>
                <c:pt idx="1208">
                  <c:v>6</c:v>
                </c:pt>
                <c:pt idx="1209">
                  <c:v>2</c:v>
                </c:pt>
                <c:pt idx="1210">
                  <c:v>2</c:v>
                </c:pt>
                <c:pt idx="1211">
                  <c:v>5</c:v>
                </c:pt>
                <c:pt idx="1212">
                  <c:v>1</c:v>
                </c:pt>
                <c:pt idx="1213">
                  <c:v>1</c:v>
                </c:pt>
                <c:pt idx="1214">
                  <c:v>1</c:v>
                </c:pt>
                <c:pt idx="1215">
                  <c:v>7</c:v>
                </c:pt>
                <c:pt idx="1216">
                  <c:v>1</c:v>
                </c:pt>
                <c:pt idx="1217">
                  <c:v>2</c:v>
                </c:pt>
                <c:pt idx="1218">
                  <c:v>6</c:v>
                </c:pt>
                <c:pt idx="1219">
                  <c:v>29</c:v>
                </c:pt>
                <c:pt idx="1220">
                  <c:v>22</c:v>
                </c:pt>
                <c:pt idx="1221">
                  <c:v>3</c:v>
                </c:pt>
                <c:pt idx="1222">
                  <c:v>4</c:v>
                </c:pt>
                <c:pt idx="1223">
                  <c:v>2</c:v>
                </c:pt>
                <c:pt idx="1224">
                  <c:v>1</c:v>
                </c:pt>
                <c:pt idx="1225">
                  <c:v>39</c:v>
                </c:pt>
                <c:pt idx="1226">
                  <c:v>26</c:v>
                </c:pt>
                <c:pt idx="1227">
                  <c:v>3</c:v>
                </c:pt>
                <c:pt idx="1228">
                  <c:v>2</c:v>
                </c:pt>
                <c:pt idx="1229">
                  <c:v>2</c:v>
                </c:pt>
                <c:pt idx="1230">
                  <c:v>7</c:v>
                </c:pt>
                <c:pt idx="1231">
                  <c:v>3</c:v>
                </c:pt>
                <c:pt idx="1232">
                  <c:v>10</c:v>
                </c:pt>
                <c:pt idx="1233">
                  <c:v>7</c:v>
                </c:pt>
                <c:pt idx="1234">
                  <c:v>5</c:v>
                </c:pt>
                <c:pt idx="1235">
                  <c:v>2</c:v>
                </c:pt>
                <c:pt idx="1236">
                  <c:v>0</c:v>
                </c:pt>
                <c:pt idx="1237">
                  <c:v>9</c:v>
                </c:pt>
                <c:pt idx="1238">
                  <c:v>31</c:v>
                </c:pt>
                <c:pt idx="1239">
                  <c:v>26</c:v>
                </c:pt>
                <c:pt idx="1240">
                  <c:v>4</c:v>
                </c:pt>
                <c:pt idx="1241">
                  <c:v>4</c:v>
                </c:pt>
                <c:pt idx="1242">
                  <c:v>1</c:v>
                </c:pt>
                <c:pt idx="1243">
                  <c:v>2</c:v>
                </c:pt>
                <c:pt idx="1244">
                  <c:v>1</c:v>
                </c:pt>
                <c:pt idx="1245">
                  <c:v>0</c:v>
                </c:pt>
                <c:pt idx="1246">
                  <c:v>3</c:v>
                </c:pt>
                <c:pt idx="1247">
                  <c:v>2</c:v>
                </c:pt>
                <c:pt idx="1248">
                  <c:v>0</c:v>
                </c:pt>
                <c:pt idx="1249">
                  <c:v>0</c:v>
                </c:pt>
                <c:pt idx="1250">
                  <c:v>7</c:v>
                </c:pt>
                <c:pt idx="1251">
                  <c:v>14</c:v>
                </c:pt>
                <c:pt idx="1252">
                  <c:v>6</c:v>
                </c:pt>
                <c:pt idx="1253">
                  <c:v>1</c:v>
                </c:pt>
                <c:pt idx="1254">
                  <c:v>2</c:v>
                </c:pt>
                <c:pt idx="1255">
                  <c:v>1</c:v>
                </c:pt>
                <c:pt idx="1256">
                  <c:v>0</c:v>
                </c:pt>
                <c:pt idx="1257">
                  <c:v>11</c:v>
                </c:pt>
                <c:pt idx="1258">
                  <c:v>4</c:v>
                </c:pt>
                <c:pt idx="1259">
                  <c:v>26</c:v>
                </c:pt>
                <c:pt idx="1260">
                  <c:v>5</c:v>
                </c:pt>
                <c:pt idx="1261">
                  <c:v>3</c:v>
                </c:pt>
                <c:pt idx="1262">
                  <c:v>1</c:v>
                </c:pt>
                <c:pt idx="1263">
                  <c:v>1</c:v>
                </c:pt>
                <c:pt idx="1264">
                  <c:v>1</c:v>
                </c:pt>
                <c:pt idx="1265">
                  <c:v>6</c:v>
                </c:pt>
                <c:pt idx="1266">
                  <c:v>3</c:v>
                </c:pt>
                <c:pt idx="1267">
                  <c:v>2</c:v>
                </c:pt>
                <c:pt idx="1268">
                  <c:v>0</c:v>
                </c:pt>
                <c:pt idx="1269">
                  <c:v>6</c:v>
                </c:pt>
                <c:pt idx="1270">
                  <c:v>5</c:v>
                </c:pt>
                <c:pt idx="1271">
                  <c:v>20</c:v>
                </c:pt>
                <c:pt idx="1272">
                  <c:v>20</c:v>
                </c:pt>
                <c:pt idx="1273">
                  <c:v>2</c:v>
                </c:pt>
                <c:pt idx="1274">
                  <c:v>4</c:v>
                </c:pt>
                <c:pt idx="1275">
                  <c:v>0</c:v>
                </c:pt>
                <c:pt idx="1276">
                  <c:v>5</c:v>
                </c:pt>
                <c:pt idx="1277">
                  <c:v>1</c:v>
                </c:pt>
                <c:pt idx="1278">
                  <c:v>2</c:v>
                </c:pt>
                <c:pt idx="1279">
                  <c:v>2</c:v>
                </c:pt>
                <c:pt idx="1280">
                  <c:v>2</c:v>
                </c:pt>
                <c:pt idx="1281">
                  <c:v>11</c:v>
                </c:pt>
              </c:numCache>
            </c:numRef>
          </c:yVal>
        </c:ser>
        <c:ser>
          <c:idx val="1"/>
          <c:order val="1"/>
          <c:tx>
            <c:v>После очистки</c:v>
          </c:tx>
          <c:spPr>
            <ns1:solidFill>
              <ns1:srgbClr val="277978"/>
            </ns1:solidFill>
            <ns1:ln w="14288">
              <ns1:solidFill>
                <ns1:srgbClr val="277978"/>
              </ns1:solidFill>
            </ns1:ln>
          </c:spPr>
          <c:marker>
            <c:symbol val="none"/>
          </c:marker>
          <c:xVal>
            <c:numRef>
              <c:f>'Chart Data'!$C$2:$C$1283</c:f>
              <c:numCache>
                <c:formatCode>General</c:formatCode>
                <c:ptCount val="1282"/>
                <c:pt idx="0">
                  <c:v>2023</c:v>
                </c:pt>
                <c:pt idx="1">
                  <c:v>2023.0027</c:v>
                </c:pt>
                <c:pt idx="2">
                  <c:v>2023.0055</c:v>
                </c:pt>
                <c:pt idx="3">
                  <c:v>2023.0082</c:v>
                </c:pt>
                <c:pt idx="4">
                  <c:v>2023.011</c:v>
                </c:pt>
                <c:pt idx="5">
                  <c:v>2023.0137</c:v>
                </c:pt>
                <c:pt idx="6">
                  <c:v>2023.0164</c:v>
                </c:pt>
                <c:pt idx="7">
                  <c:v>2023.0192</c:v>
                </c:pt>
                <c:pt idx="8">
                  <c:v>2023.0219</c:v>
                </c:pt>
                <c:pt idx="9">
                  <c:v>2023.0247</c:v>
                </c:pt>
                <c:pt idx="10">
                  <c:v>2023.0274</c:v>
                </c:pt>
                <c:pt idx="11">
                  <c:v>2023.0301</c:v>
                </c:pt>
                <c:pt idx="12">
                  <c:v>2023.0329</c:v>
                </c:pt>
                <c:pt idx="13">
                  <c:v>2023.0356</c:v>
                </c:pt>
                <c:pt idx="14">
                  <c:v>2023.0384</c:v>
                </c:pt>
                <c:pt idx="15">
                  <c:v>2023.0411</c:v>
                </c:pt>
                <c:pt idx="16">
                  <c:v>2023.0438</c:v>
                </c:pt>
                <c:pt idx="17">
                  <c:v>2023.0466</c:v>
                </c:pt>
                <c:pt idx="18">
                  <c:v>2023.0493</c:v>
                </c:pt>
                <c:pt idx="19">
                  <c:v>2023.0521</c:v>
                </c:pt>
                <c:pt idx="20">
                  <c:v>2023.0548</c:v>
                </c:pt>
                <c:pt idx="21">
                  <c:v>2023.0575</c:v>
                </c:pt>
                <c:pt idx="22">
                  <c:v>2023.0603</c:v>
                </c:pt>
                <c:pt idx="23">
                  <c:v>2023.063</c:v>
                </c:pt>
                <c:pt idx="24">
                  <c:v>2023.0658</c:v>
                </c:pt>
                <c:pt idx="25">
                  <c:v>2023.0685</c:v>
                </c:pt>
                <c:pt idx="26">
                  <c:v>2023.0712</c:v>
                </c:pt>
                <c:pt idx="27">
                  <c:v>2023.074</c:v>
                </c:pt>
                <c:pt idx="28">
                  <c:v>2023.0767</c:v>
                </c:pt>
                <c:pt idx="29">
                  <c:v>2023.0795</c:v>
                </c:pt>
                <c:pt idx="30">
                  <c:v>2023.0822</c:v>
                </c:pt>
                <c:pt idx="31">
                  <c:v>2023.0849</c:v>
                </c:pt>
                <c:pt idx="32">
                  <c:v>2023.0877</c:v>
                </c:pt>
                <c:pt idx="33">
                  <c:v>2023.0904</c:v>
                </c:pt>
                <c:pt idx="34">
                  <c:v>2023.0932</c:v>
                </c:pt>
                <c:pt idx="35">
                  <c:v>2023.0959</c:v>
                </c:pt>
                <c:pt idx="36">
                  <c:v>2023.0986</c:v>
                </c:pt>
                <c:pt idx="37">
                  <c:v>2023.1014</c:v>
                </c:pt>
                <c:pt idx="38">
                  <c:v>2023.1041</c:v>
                </c:pt>
                <c:pt idx="39">
                  <c:v>2023.1068</c:v>
                </c:pt>
                <c:pt idx="40">
                  <c:v>2023.1096</c:v>
                </c:pt>
                <c:pt idx="41">
                  <c:v>2023.1123</c:v>
                </c:pt>
                <c:pt idx="42">
                  <c:v>2023.1151</c:v>
                </c:pt>
                <c:pt idx="43">
                  <c:v>2023.1178</c:v>
                </c:pt>
                <c:pt idx="44">
                  <c:v>2023.1205</c:v>
                </c:pt>
                <c:pt idx="45">
                  <c:v>2023.1233</c:v>
                </c:pt>
                <c:pt idx="46">
                  <c:v>2023.126</c:v>
                </c:pt>
                <c:pt idx="47">
                  <c:v>2023.1288</c:v>
                </c:pt>
                <c:pt idx="48">
                  <c:v>2023.1671</c:v>
                </c:pt>
                <c:pt idx="49">
                  <c:v>2023.1699</c:v>
                </c:pt>
                <c:pt idx="50">
                  <c:v>2023.1726</c:v>
                </c:pt>
                <c:pt idx="51">
                  <c:v>2023.1753</c:v>
                </c:pt>
                <c:pt idx="52">
                  <c:v>2023.1781</c:v>
                </c:pt>
                <c:pt idx="53">
                  <c:v>2023.1808</c:v>
                </c:pt>
                <c:pt idx="54">
                  <c:v>2023.1836</c:v>
                </c:pt>
                <c:pt idx="55">
                  <c:v>2023.1863</c:v>
                </c:pt>
                <c:pt idx="56">
                  <c:v>2023.189</c:v>
                </c:pt>
                <c:pt idx="57">
                  <c:v>2023.1918</c:v>
                </c:pt>
                <c:pt idx="58">
                  <c:v>2023.1945</c:v>
                </c:pt>
                <c:pt idx="59">
                  <c:v>2023.1973</c:v>
                </c:pt>
                <c:pt idx="60">
                  <c:v>2023.2</c:v>
                </c:pt>
                <c:pt idx="61">
                  <c:v>2023.2027</c:v>
                </c:pt>
                <c:pt idx="62">
                  <c:v>2023.2055</c:v>
                </c:pt>
                <c:pt idx="63">
                  <c:v>2023.2082</c:v>
                </c:pt>
                <c:pt idx="64">
                  <c:v>2023.211</c:v>
                </c:pt>
                <c:pt idx="65">
                  <c:v>2023.2137</c:v>
                </c:pt>
                <c:pt idx="66">
                  <c:v>2023.2164</c:v>
                </c:pt>
                <c:pt idx="67">
                  <c:v>2023.2192</c:v>
                </c:pt>
                <c:pt idx="68">
                  <c:v>2023.2219</c:v>
                </c:pt>
                <c:pt idx="69">
                  <c:v>2023.2247</c:v>
                </c:pt>
                <c:pt idx="70">
                  <c:v>2023.2274</c:v>
                </c:pt>
                <c:pt idx="71">
                  <c:v>2023.2301</c:v>
                </c:pt>
                <c:pt idx="72">
                  <c:v>2023.2329</c:v>
                </c:pt>
                <c:pt idx="73">
                  <c:v>2023.2356</c:v>
                </c:pt>
                <c:pt idx="74">
                  <c:v>2023.2384</c:v>
                </c:pt>
                <c:pt idx="75">
                  <c:v>2023.2411</c:v>
                </c:pt>
                <c:pt idx="76">
                  <c:v>2023.2438</c:v>
                </c:pt>
                <c:pt idx="77">
                  <c:v>2023.2466</c:v>
                </c:pt>
                <c:pt idx="78">
                  <c:v>2023.2493</c:v>
                </c:pt>
                <c:pt idx="79">
                  <c:v>2023.2521</c:v>
                </c:pt>
                <c:pt idx="80">
                  <c:v>2023.2548</c:v>
                </c:pt>
                <c:pt idx="81">
                  <c:v>2023.2575</c:v>
                </c:pt>
                <c:pt idx="82">
                  <c:v>2023.2603</c:v>
                </c:pt>
                <c:pt idx="83">
                  <c:v>2023.263</c:v>
                </c:pt>
                <c:pt idx="84">
                  <c:v>2023.2658</c:v>
                </c:pt>
                <c:pt idx="85">
                  <c:v>2023.2685</c:v>
                </c:pt>
                <c:pt idx="86">
                  <c:v>2023.2712</c:v>
                </c:pt>
                <c:pt idx="87">
                  <c:v>2023.274</c:v>
                </c:pt>
                <c:pt idx="88">
                  <c:v>2023.2767</c:v>
                </c:pt>
                <c:pt idx="89">
                  <c:v>2023.2795</c:v>
                </c:pt>
                <c:pt idx="90">
                  <c:v>2023.2822</c:v>
                </c:pt>
                <c:pt idx="91">
                  <c:v>2023.2877</c:v>
                </c:pt>
                <c:pt idx="92">
                  <c:v>2023.2904</c:v>
                </c:pt>
                <c:pt idx="93">
                  <c:v>2023.2932</c:v>
                </c:pt>
                <c:pt idx="94">
                  <c:v>2023.2959</c:v>
                </c:pt>
                <c:pt idx="95">
                  <c:v>2023.2986</c:v>
                </c:pt>
                <c:pt idx="96">
                  <c:v>2023.3014</c:v>
                </c:pt>
                <c:pt idx="97">
                  <c:v>2023.3041</c:v>
                </c:pt>
                <c:pt idx="98">
                  <c:v>2023.3068</c:v>
                </c:pt>
                <c:pt idx="99">
                  <c:v>2023.3096</c:v>
                </c:pt>
                <c:pt idx="100">
                  <c:v>2023.3123</c:v>
                </c:pt>
                <c:pt idx="101">
                  <c:v>2023.3151</c:v>
                </c:pt>
                <c:pt idx="102">
                  <c:v>2023.3178</c:v>
                </c:pt>
                <c:pt idx="103">
                  <c:v>2023.3205</c:v>
                </c:pt>
                <c:pt idx="104">
                  <c:v>2023.3233</c:v>
                </c:pt>
                <c:pt idx="105">
                  <c:v>2023.326</c:v>
                </c:pt>
                <c:pt idx="106">
                  <c:v>2023.3288</c:v>
                </c:pt>
                <c:pt idx="107">
                  <c:v>2023.3315</c:v>
                </c:pt>
                <c:pt idx="108">
                  <c:v>2023.3342</c:v>
                </c:pt>
                <c:pt idx="109">
                  <c:v>2023.337</c:v>
                </c:pt>
                <c:pt idx="110">
                  <c:v>2023.3397</c:v>
                </c:pt>
                <c:pt idx="111">
                  <c:v>2023.3425</c:v>
                </c:pt>
                <c:pt idx="112">
                  <c:v>2023.3452</c:v>
                </c:pt>
                <c:pt idx="113">
                  <c:v>2023.3479</c:v>
                </c:pt>
                <c:pt idx="114">
                  <c:v>2023.3507</c:v>
                </c:pt>
                <c:pt idx="115">
                  <c:v>2023.3534</c:v>
                </c:pt>
                <c:pt idx="116">
                  <c:v>2023.3562</c:v>
                </c:pt>
                <c:pt idx="117">
                  <c:v>2023.3589</c:v>
                </c:pt>
                <c:pt idx="118">
                  <c:v>2023.3616</c:v>
                </c:pt>
                <c:pt idx="119">
                  <c:v>2023.3644</c:v>
                </c:pt>
                <c:pt idx="120">
                  <c:v>2023.3671</c:v>
                </c:pt>
                <c:pt idx="121">
                  <c:v>2023.3699</c:v>
                </c:pt>
                <c:pt idx="122">
                  <c:v>2023.3726</c:v>
                </c:pt>
                <c:pt idx="123">
                  <c:v>2023.3753</c:v>
                </c:pt>
                <c:pt idx="124">
                  <c:v>2023.3781</c:v>
                </c:pt>
                <c:pt idx="125">
                  <c:v>2023.3808</c:v>
                </c:pt>
                <c:pt idx="126">
                  <c:v>2023.3836</c:v>
                </c:pt>
                <c:pt idx="127">
                  <c:v>2023.3863</c:v>
                </c:pt>
                <c:pt idx="128">
                  <c:v>2023.389</c:v>
                </c:pt>
                <c:pt idx="129">
                  <c:v>2023.3918</c:v>
                </c:pt>
                <c:pt idx="130">
                  <c:v>2023.3945</c:v>
                </c:pt>
                <c:pt idx="131">
                  <c:v>2023.3973</c:v>
                </c:pt>
                <c:pt idx="132">
                  <c:v>2023.4</c:v>
                </c:pt>
                <c:pt idx="133">
                  <c:v>2023.4027</c:v>
                </c:pt>
                <c:pt idx="134">
                  <c:v>2023.4055</c:v>
                </c:pt>
                <c:pt idx="135">
                  <c:v>2023.4082</c:v>
                </c:pt>
                <c:pt idx="136">
                  <c:v>2023.411</c:v>
                </c:pt>
                <c:pt idx="137">
                  <c:v>2023.4137</c:v>
                </c:pt>
                <c:pt idx="138">
                  <c:v>2023.4164</c:v>
                </c:pt>
                <c:pt idx="139">
                  <c:v>2023.4192</c:v>
                </c:pt>
                <c:pt idx="140">
                  <c:v>2023.4219</c:v>
                </c:pt>
                <c:pt idx="141">
                  <c:v>2023.4247</c:v>
                </c:pt>
                <c:pt idx="142">
                  <c:v>2023.4274</c:v>
                </c:pt>
                <c:pt idx="143">
                  <c:v>2023.4301</c:v>
                </c:pt>
                <c:pt idx="144">
                  <c:v>2023.4329</c:v>
                </c:pt>
                <c:pt idx="145">
                  <c:v>2023.4356</c:v>
                </c:pt>
                <c:pt idx="146">
                  <c:v>2023.4384</c:v>
                </c:pt>
                <c:pt idx="147">
                  <c:v>2023.4411</c:v>
                </c:pt>
                <c:pt idx="148">
                  <c:v>2023.4438</c:v>
                </c:pt>
                <c:pt idx="149">
                  <c:v>2023.4466</c:v>
                </c:pt>
                <c:pt idx="150">
                  <c:v>2023.4493</c:v>
                </c:pt>
                <c:pt idx="151">
                  <c:v>2023.4521</c:v>
                </c:pt>
                <c:pt idx="152">
                  <c:v>2023.4548</c:v>
                </c:pt>
                <c:pt idx="153">
                  <c:v>2023.4575</c:v>
                </c:pt>
                <c:pt idx="154">
                  <c:v>2023.4603</c:v>
                </c:pt>
                <c:pt idx="155">
                  <c:v>2023.463</c:v>
                </c:pt>
                <c:pt idx="156">
                  <c:v>2023.4658</c:v>
                </c:pt>
                <c:pt idx="157">
                  <c:v>2023.4685</c:v>
                </c:pt>
                <c:pt idx="158">
                  <c:v>2023.4712</c:v>
                </c:pt>
                <c:pt idx="159">
                  <c:v>2023.474</c:v>
                </c:pt>
                <c:pt idx="160">
                  <c:v>2023.4767</c:v>
                </c:pt>
                <c:pt idx="161">
                  <c:v>2023.4795</c:v>
                </c:pt>
                <c:pt idx="162">
                  <c:v>2023.4822</c:v>
                </c:pt>
                <c:pt idx="163">
                  <c:v>2023.4849</c:v>
                </c:pt>
                <c:pt idx="164">
                  <c:v>2023.4877</c:v>
                </c:pt>
                <c:pt idx="165">
                  <c:v>2023.4904</c:v>
                </c:pt>
                <c:pt idx="166">
                  <c:v>2023.4932</c:v>
                </c:pt>
                <c:pt idx="167">
                  <c:v>2023.4959</c:v>
                </c:pt>
                <c:pt idx="168">
                  <c:v>2023.4986</c:v>
                </c:pt>
                <c:pt idx="169">
                  <c:v>2023.5014</c:v>
                </c:pt>
                <c:pt idx="170">
                  <c:v>2023.5041</c:v>
                </c:pt>
                <c:pt idx="171">
                  <c:v>2023.5068</c:v>
                </c:pt>
                <c:pt idx="172">
                  <c:v>2023.5096</c:v>
                </c:pt>
                <c:pt idx="173">
                  <c:v>2023.5123</c:v>
                </c:pt>
                <c:pt idx="174">
                  <c:v>2023.5151</c:v>
                </c:pt>
                <c:pt idx="175">
                  <c:v>2023.5178</c:v>
                </c:pt>
                <c:pt idx="176">
                  <c:v>2023.5205</c:v>
                </c:pt>
                <c:pt idx="177">
                  <c:v>2023.5233</c:v>
                </c:pt>
                <c:pt idx="178">
                  <c:v>2023.526</c:v>
                </c:pt>
                <c:pt idx="179">
                  <c:v>2023.5288</c:v>
                </c:pt>
                <c:pt idx="180">
                  <c:v>2023.5315</c:v>
                </c:pt>
                <c:pt idx="181">
                  <c:v>2023.5342</c:v>
                </c:pt>
                <c:pt idx="182">
                  <c:v>2023.537</c:v>
                </c:pt>
                <c:pt idx="183">
                  <c:v>2023.5397</c:v>
                </c:pt>
                <c:pt idx="184">
                  <c:v>2023.5425</c:v>
                </c:pt>
                <c:pt idx="185">
                  <c:v>2023.5452</c:v>
                </c:pt>
                <c:pt idx="186">
                  <c:v>2023.5479</c:v>
                </c:pt>
                <c:pt idx="187">
                  <c:v>2023.5507</c:v>
                </c:pt>
                <c:pt idx="188">
                  <c:v>2023.5534</c:v>
                </c:pt>
                <c:pt idx="189">
                  <c:v>2023.5562</c:v>
                </c:pt>
                <c:pt idx="190">
                  <c:v>2023.5589</c:v>
                </c:pt>
                <c:pt idx="191">
                  <c:v>2023.5616</c:v>
                </c:pt>
                <c:pt idx="192">
                  <c:v>2023.5644</c:v>
                </c:pt>
                <c:pt idx="193">
                  <c:v>2023.5671</c:v>
                </c:pt>
                <c:pt idx="194">
                  <c:v>2023.5699</c:v>
                </c:pt>
                <c:pt idx="195">
                  <c:v>2023.6301</c:v>
                </c:pt>
                <c:pt idx="196">
                  <c:v>2023.6329</c:v>
                </c:pt>
                <c:pt idx="197">
                  <c:v>2023.6356</c:v>
                </c:pt>
                <c:pt idx="198">
                  <c:v>2023.6384</c:v>
                </c:pt>
                <c:pt idx="199">
                  <c:v>2023.6411</c:v>
                </c:pt>
                <c:pt idx="200">
                  <c:v>2023.6438</c:v>
                </c:pt>
                <c:pt idx="201">
                  <c:v>2023.6466</c:v>
                </c:pt>
                <c:pt idx="202">
                  <c:v>2023.6493</c:v>
                </c:pt>
                <c:pt idx="203">
                  <c:v>2023.6521</c:v>
                </c:pt>
                <c:pt idx="204">
                  <c:v>2023.6548</c:v>
                </c:pt>
                <c:pt idx="205">
                  <c:v>2023.6575</c:v>
                </c:pt>
                <c:pt idx="206">
                  <c:v>2023.6603</c:v>
                </c:pt>
                <c:pt idx="207">
                  <c:v>2023.663</c:v>
                </c:pt>
                <c:pt idx="208">
                  <c:v>2023.6712</c:v>
                </c:pt>
                <c:pt idx="209">
                  <c:v>2023.674</c:v>
                </c:pt>
                <c:pt idx="210">
                  <c:v>2023.6767</c:v>
                </c:pt>
                <c:pt idx="211">
                  <c:v>2023.6795</c:v>
                </c:pt>
                <c:pt idx="212">
                  <c:v>2023.6822</c:v>
                </c:pt>
                <c:pt idx="213">
                  <c:v>2023.6849</c:v>
                </c:pt>
                <c:pt idx="214">
                  <c:v>2023.6877</c:v>
                </c:pt>
                <c:pt idx="215">
                  <c:v>2023.6904</c:v>
                </c:pt>
                <c:pt idx="216">
                  <c:v>2023.6932</c:v>
                </c:pt>
                <c:pt idx="217">
                  <c:v>2023.6959</c:v>
                </c:pt>
                <c:pt idx="218">
                  <c:v>2023.6986</c:v>
                </c:pt>
                <c:pt idx="219">
                  <c:v>2023.7014</c:v>
                </c:pt>
                <c:pt idx="220">
                  <c:v>2023.7041</c:v>
                </c:pt>
                <c:pt idx="221">
                  <c:v>2023.7068</c:v>
                </c:pt>
                <c:pt idx="222">
                  <c:v>2023.7096</c:v>
                </c:pt>
                <c:pt idx="223">
                  <c:v>2023.7123</c:v>
                </c:pt>
                <c:pt idx="224">
                  <c:v>2023.7151</c:v>
                </c:pt>
                <c:pt idx="225">
                  <c:v>2023.7178</c:v>
                </c:pt>
                <c:pt idx="226">
                  <c:v>2023.7205</c:v>
                </c:pt>
                <c:pt idx="227">
                  <c:v>2023.7233</c:v>
                </c:pt>
                <c:pt idx="228">
                  <c:v>2023.726</c:v>
                </c:pt>
                <c:pt idx="229">
                  <c:v>2023.7288</c:v>
                </c:pt>
                <c:pt idx="230">
                  <c:v>2023.7315</c:v>
                </c:pt>
                <c:pt idx="231">
                  <c:v>2023.7342</c:v>
                </c:pt>
                <c:pt idx="232">
                  <c:v>2023.737</c:v>
                </c:pt>
                <c:pt idx="233">
                  <c:v>2023.7397</c:v>
                </c:pt>
                <c:pt idx="234">
                  <c:v>2023.7425</c:v>
                </c:pt>
                <c:pt idx="235">
                  <c:v>2023.7452</c:v>
                </c:pt>
                <c:pt idx="236">
                  <c:v>2023.7479</c:v>
                </c:pt>
                <c:pt idx="237">
                  <c:v>2023.7507</c:v>
                </c:pt>
                <c:pt idx="238">
                  <c:v>2023.7534</c:v>
                </c:pt>
                <c:pt idx="239">
                  <c:v>2023.7562</c:v>
                </c:pt>
                <c:pt idx="240">
                  <c:v>2023.7589</c:v>
                </c:pt>
                <c:pt idx="241">
                  <c:v>2023.7616</c:v>
                </c:pt>
                <c:pt idx="242">
                  <c:v>2023.7644</c:v>
                </c:pt>
                <c:pt idx="243">
                  <c:v>2023.7671</c:v>
                </c:pt>
                <c:pt idx="244">
                  <c:v>2023.7699</c:v>
                </c:pt>
                <c:pt idx="245">
                  <c:v>2023.7726</c:v>
                </c:pt>
                <c:pt idx="246">
                  <c:v>2023.7753</c:v>
                </c:pt>
                <c:pt idx="247">
                  <c:v>2023.7781</c:v>
                </c:pt>
                <c:pt idx="248">
                  <c:v>2023.7808</c:v>
                </c:pt>
                <c:pt idx="249">
                  <c:v>2023.7836</c:v>
                </c:pt>
                <c:pt idx="250">
                  <c:v>2023.7863</c:v>
                </c:pt>
                <c:pt idx="251">
                  <c:v>2023.789</c:v>
                </c:pt>
                <c:pt idx="252">
                  <c:v>2023.7918</c:v>
                </c:pt>
                <c:pt idx="253">
                  <c:v>2023.7945</c:v>
                </c:pt>
                <c:pt idx="254">
                  <c:v>2023.7973</c:v>
                </c:pt>
                <c:pt idx="255">
                  <c:v>2023.8</c:v>
                </c:pt>
                <c:pt idx="256">
                  <c:v>2023.8027</c:v>
                </c:pt>
                <c:pt idx="257">
                  <c:v>2023.8055</c:v>
                </c:pt>
                <c:pt idx="258">
                  <c:v>2023.8082</c:v>
                </c:pt>
                <c:pt idx="259">
                  <c:v>2023.811</c:v>
                </c:pt>
                <c:pt idx="260">
                  <c:v>2023.8137</c:v>
                </c:pt>
                <c:pt idx="261">
                  <c:v>2023.8164</c:v>
                </c:pt>
                <c:pt idx="262">
                  <c:v>2023.8192</c:v>
                </c:pt>
                <c:pt idx="263">
                  <c:v>2023.8219</c:v>
                </c:pt>
                <c:pt idx="264">
                  <c:v>2023.8247</c:v>
                </c:pt>
                <c:pt idx="265">
                  <c:v>2023.8274</c:v>
                </c:pt>
                <c:pt idx="266">
                  <c:v>2023.8301</c:v>
                </c:pt>
                <c:pt idx="267">
                  <c:v>2023.8329</c:v>
                </c:pt>
                <c:pt idx="268">
                  <c:v>2023.8356</c:v>
                </c:pt>
                <c:pt idx="269">
                  <c:v>2023.8384</c:v>
                </c:pt>
                <c:pt idx="270">
                  <c:v>2023.8411</c:v>
                </c:pt>
                <c:pt idx="271">
                  <c:v>2023.8438</c:v>
                </c:pt>
                <c:pt idx="272">
                  <c:v>2023.8466</c:v>
                </c:pt>
                <c:pt idx="273">
                  <c:v>2023.8493</c:v>
                </c:pt>
                <c:pt idx="274">
                  <c:v>2023.8521</c:v>
                </c:pt>
                <c:pt idx="275">
                  <c:v>2023.8548</c:v>
                </c:pt>
                <c:pt idx="276">
                  <c:v>2023.8575</c:v>
                </c:pt>
                <c:pt idx="277">
                  <c:v>2023.8603</c:v>
                </c:pt>
                <c:pt idx="278">
                  <c:v>2023.863</c:v>
                </c:pt>
                <c:pt idx="279">
                  <c:v>2023.8658</c:v>
                </c:pt>
                <c:pt idx="280">
                  <c:v>2023.8685</c:v>
                </c:pt>
                <c:pt idx="281">
                  <c:v>2023.8712</c:v>
                </c:pt>
                <c:pt idx="282">
                  <c:v>2023.874</c:v>
                </c:pt>
                <c:pt idx="283">
                  <c:v>2023.8767</c:v>
                </c:pt>
                <c:pt idx="284">
                  <c:v>2023.8795</c:v>
                </c:pt>
                <c:pt idx="285">
                  <c:v>2023.8877</c:v>
                </c:pt>
                <c:pt idx="286">
                  <c:v>2023.8904</c:v>
                </c:pt>
                <c:pt idx="287">
                  <c:v>2023.8932</c:v>
                </c:pt>
                <c:pt idx="288">
                  <c:v>2023.8959</c:v>
                </c:pt>
                <c:pt idx="289">
                  <c:v>2023.8986</c:v>
                </c:pt>
                <c:pt idx="290">
                  <c:v>2023.9014</c:v>
                </c:pt>
                <c:pt idx="291">
                  <c:v>2023.9041</c:v>
                </c:pt>
                <c:pt idx="292">
                  <c:v>2023.9068</c:v>
                </c:pt>
                <c:pt idx="293">
                  <c:v>2023.9096</c:v>
                </c:pt>
                <c:pt idx="294">
                  <c:v>2023.9123</c:v>
                </c:pt>
                <c:pt idx="295">
                  <c:v>2023.9151</c:v>
                </c:pt>
                <c:pt idx="296">
                  <c:v>2023.9178</c:v>
                </c:pt>
                <c:pt idx="297">
                  <c:v>2023.9205</c:v>
                </c:pt>
                <c:pt idx="298">
                  <c:v>2023.9233</c:v>
                </c:pt>
                <c:pt idx="299">
                  <c:v>2023.926</c:v>
                </c:pt>
                <c:pt idx="300">
                  <c:v>2023.9342</c:v>
                </c:pt>
                <c:pt idx="301">
                  <c:v>2023.937</c:v>
                </c:pt>
                <c:pt idx="302">
                  <c:v>2023.9397</c:v>
                </c:pt>
                <c:pt idx="303">
                  <c:v>2023.9425</c:v>
                </c:pt>
                <c:pt idx="304">
                  <c:v>2023.9452</c:v>
                </c:pt>
                <c:pt idx="305">
                  <c:v>2023.9479</c:v>
                </c:pt>
                <c:pt idx="306">
                  <c:v>2023.9507</c:v>
                </c:pt>
                <c:pt idx="307">
                  <c:v>2023.9534</c:v>
                </c:pt>
                <c:pt idx="308">
                  <c:v>2023.9562</c:v>
                </c:pt>
                <c:pt idx="309">
                  <c:v>2023.9589</c:v>
                </c:pt>
                <c:pt idx="310">
                  <c:v>2023.9616</c:v>
                </c:pt>
                <c:pt idx="311">
                  <c:v>2023.9644</c:v>
                </c:pt>
                <c:pt idx="312">
                  <c:v>2023.9671</c:v>
                </c:pt>
                <c:pt idx="313">
                  <c:v>2023.9699</c:v>
                </c:pt>
                <c:pt idx="314">
                  <c:v>2023.9726</c:v>
                </c:pt>
                <c:pt idx="315">
                  <c:v>2023.9753</c:v>
                </c:pt>
                <c:pt idx="316">
                  <c:v>2023.9781</c:v>
                </c:pt>
                <c:pt idx="317">
                  <c:v>2023.9808</c:v>
                </c:pt>
                <c:pt idx="318">
                  <c:v>2023.9836</c:v>
                </c:pt>
                <c:pt idx="319">
                  <c:v>2023.9863</c:v>
                </c:pt>
                <c:pt idx="320">
                  <c:v>2023.989</c:v>
                </c:pt>
                <c:pt idx="321">
                  <c:v>2023.9918</c:v>
                </c:pt>
                <c:pt idx="322">
                  <c:v>2023.9945</c:v>
                </c:pt>
                <c:pt idx="323">
                  <c:v>2023.9973</c:v>
                </c:pt>
                <c:pt idx="324">
                  <c:v>2024</c:v>
                </c:pt>
                <c:pt idx="325">
                  <c:v>2024.0027</c:v>
                </c:pt>
                <c:pt idx="326">
                  <c:v>2024.0055</c:v>
                </c:pt>
                <c:pt idx="327">
                  <c:v>2024.0082</c:v>
                </c:pt>
                <c:pt idx="328">
                  <c:v>2024.0109</c:v>
                </c:pt>
                <c:pt idx="329">
                  <c:v>2024.0137</c:v>
                </c:pt>
                <c:pt idx="330">
                  <c:v>2024.0164</c:v>
                </c:pt>
                <c:pt idx="331">
                  <c:v>2024.0191</c:v>
                </c:pt>
                <c:pt idx="332">
                  <c:v>2024.0219</c:v>
                </c:pt>
                <c:pt idx="333">
                  <c:v>2024.0246</c:v>
                </c:pt>
                <c:pt idx="334">
                  <c:v>2024.0273</c:v>
                </c:pt>
                <c:pt idx="335">
                  <c:v>2024.0301</c:v>
                </c:pt>
                <c:pt idx="336">
                  <c:v>2024.0328</c:v>
                </c:pt>
                <c:pt idx="337">
                  <c:v>2024.0355</c:v>
                </c:pt>
                <c:pt idx="338">
                  <c:v>2024.0383</c:v>
                </c:pt>
                <c:pt idx="339">
                  <c:v>2024.041</c:v>
                </c:pt>
                <c:pt idx="340">
                  <c:v>2024.0437</c:v>
                </c:pt>
                <c:pt idx="341">
                  <c:v>2024.0464</c:v>
                </c:pt>
                <c:pt idx="342">
                  <c:v>2024.0492</c:v>
                </c:pt>
                <c:pt idx="343">
                  <c:v>2024.0519</c:v>
                </c:pt>
                <c:pt idx="344">
                  <c:v>2024.0546</c:v>
                </c:pt>
                <c:pt idx="345">
                  <c:v>2024.0574</c:v>
                </c:pt>
                <c:pt idx="346">
                  <c:v>2024.0601</c:v>
                </c:pt>
                <c:pt idx="347">
                  <c:v>2024.0628</c:v>
                </c:pt>
                <c:pt idx="348">
                  <c:v>2024.0656</c:v>
                </c:pt>
                <c:pt idx="349">
                  <c:v>2024.0683</c:v>
                </c:pt>
                <c:pt idx="350">
                  <c:v>2024.071</c:v>
                </c:pt>
                <c:pt idx="351">
                  <c:v>2024.0738</c:v>
                </c:pt>
                <c:pt idx="352">
                  <c:v>2024.0765</c:v>
                </c:pt>
                <c:pt idx="353">
                  <c:v>2024.0792</c:v>
                </c:pt>
                <c:pt idx="354">
                  <c:v>2024.082</c:v>
                </c:pt>
                <c:pt idx="355">
                  <c:v>2024.0847</c:v>
                </c:pt>
                <c:pt idx="356">
                  <c:v>2024.0874</c:v>
                </c:pt>
                <c:pt idx="357">
                  <c:v>2024.0902</c:v>
                </c:pt>
                <c:pt idx="358">
                  <c:v>2024.0929</c:v>
                </c:pt>
                <c:pt idx="359">
                  <c:v>2024.0956</c:v>
                </c:pt>
                <c:pt idx="360">
                  <c:v>2024.0984</c:v>
                </c:pt>
                <c:pt idx="361">
                  <c:v>2024.1011</c:v>
                </c:pt>
                <c:pt idx="362">
                  <c:v>2024.1038</c:v>
                </c:pt>
                <c:pt idx="363">
                  <c:v>2024.1066</c:v>
                </c:pt>
                <c:pt idx="364">
                  <c:v>2024.1093</c:v>
                </c:pt>
                <c:pt idx="365">
                  <c:v>2024.112</c:v>
                </c:pt>
                <c:pt idx="366">
                  <c:v>2024.1148</c:v>
                </c:pt>
                <c:pt idx="367">
                  <c:v>2024.1175</c:v>
                </c:pt>
                <c:pt idx="368">
                  <c:v>2024.1202</c:v>
                </c:pt>
                <c:pt idx="369">
                  <c:v>2024.123</c:v>
                </c:pt>
                <c:pt idx="370">
                  <c:v>2024.1257</c:v>
                </c:pt>
                <c:pt idx="371">
                  <c:v>2024.1284</c:v>
                </c:pt>
                <c:pt idx="372">
                  <c:v>2024.1311</c:v>
                </c:pt>
                <c:pt idx="373">
                  <c:v>2024.1339</c:v>
                </c:pt>
                <c:pt idx="374">
                  <c:v>2024.1366</c:v>
                </c:pt>
                <c:pt idx="375">
                  <c:v>2024.1393</c:v>
                </c:pt>
                <c:pt idx="376">
                  <c:v>2024.1421</c:v>
                </c:pt>
                <c:pt idx="377">
                  <c:v>2024.1448</c:v>
                </c:pt>
                <c:pt idx="378">
                  <c:v>2024.1475</c:v>
                </c:pt>
                <c:pt idx="379">
                  <c:v>2024.1503</c:v>
                </c:pt>
                <c:pt idx="380">
                  <c:v>2024.153</c:v>
                </c:pt>
                <c:pt idx="381">
                  <c:v>2024.1557</c:v>
                </c:pt>
                <c:pt idx="382">
                  <c:v>2024.1585</c:v>
                </c:pt>
                <c:pt idx="383">
                  <c:v>2024.1612</c:v>
                </c:pt>
                <c:pt idx="384">
                  <c:v>2024.1639</c:v>
                </c:pt>
                <c:pt idx="385">
                  <c:v>2024.1667</c:v>
                </c:pt>
                <c:pt idx="386">
                  <c:v>2024.1694</c:v>
                </c:pt>
                <c:pt idx="387">
                  <c:v>2024.1721</c:v>
                </c:pt>
                <c:pt idx="388">
                  <c:v>2024.1749</c:v>
                </c:pt>
                <c:pt idx="389">
                  <c:v>2024.1776</c:v>
                </c:pt>
                <c:pt idx="390">
                  <c:v>2024.1803</c:v>
                </c:pt>
                <c:pt idx="391">
                  <c:v>2024.1831</c:v>
                </c:pt>
                <c:pt idx="392">
                  <c:v>2024.1858</c:v>
                </c:pt>
                <c:pt idx="393">
                  <c:v>2024.1885</c:v>
                </c:pt>
                <c:pt idx="394">
                  <c:v>2024.1913</c:v>
                </c:pt>
                <c:pt idx="395">
                  <c:v>2024.194</c:v>
                </c:pt>
                <c:pt idx="396">
                  <c:v>2024.1967</c:v>
                </c:pt>
                <c:pt idx="397">
                  <c:v>2024.1995</c:v>
                </c:pt>
                <c:pt idx="398">
                  <c:v>2024.2022</c:v>
                </c:pt>
                <c:pt idx="399">
                  <c:v>2024.2049</c:v>
                </c:pt>
                <c:pt idx="400">
                  <c:v>2024.2077</c:v>
                </c:pt>
                <c:pt idx="401">
                  <c:v>2024.2104</c:v>
                </c:pt>
                <c:pt idx="402">
                  <c:v>2024.2131</c:v>
                </c:pt>
                <c:pt idx="403">
                  <c:v>2024.2158</c:v>
                </c:pt>
                <c:pt idx="404">
                  <c:v>2024.2186</c:v>
                </c:pt>
                <c:pt idx="405">
                  <c:v>2024.2213</c:v>
                </c:pt>
                <c:pt idx="406">
                  <c:v>2024.224</c:v>
                </c:pt>
                <c:pt idx="407">
                  <c:v>2024.2268</c:v>
                </c:pt>
                <c:pt idx="408">
                  <c:v>2024.2295</c:v>
                </c:pt>
                <c:pt idx="409">
                  <c:v>2024.2322</c:v>
                </c:pt>
                <c:pt idx="410">
                  <c:v>2024.235</c:v>
                </c:pt>
                <c:pt idx="411">
                  <c:v>2024.2377</c:v>
                </c:pt>
                <c:pt idx="412">
                  <c:v>2024.2404</c:v>
                </c:pt>
                <c:pt idx="413">
                  <c:v>2024.2432</c:v>
                </c:pt>
                <c:pt idx="414">
                  <c:v>2024.2459</c:v>
                </c:pt>
                <c:pt idx="415">
                  <c:v>2024.2486</c:v>
                </c:pt>
                <c:pt idx="416">
                  <c:v>2024.2514</c:v>
                </c:pt>
                <c:pt idx="417">
                  <c:v>2024.2541</c:v>
                </c:pt>
                <c:pt idx="418">
                  <c:v>2024.2568</c:v>
                </c:pt>
                <c:pt idx="419">
                  <c:v>2024.2596</c:v>
                </c:pt>
                <c:pt idx="420">
                  <c:v>2024.2623</c:v>
                </c:pt>
                <c:pt idx="421">
                  <c:v>2024.265</c:v>
                </c:pt>
                <c:pt idx="422">
                  <c:v>2024.2678</c:v>
                </c:pt>
                <c:pt idx="423">
                  <c:v>2024.2705</c:v>
                </c:pt>
                <c:pt idx="424">
                  <c:v>2024.2732</c:v>
                </c:pt>
                <c:pt idx="425">
                  <c:v>2024.276</c:v>
                </c:pt>
                <c:pt idx="426">
                  <c:v>2024.2787</c:v>
                </c:pt>
                <c:pt idx="427">
                  <c:v>2024.2814</c:v>
                </c:pt>
                <c:pt idx="428">
                  <c:v>2024.2842</c:v>
                </c:pt>
                <c:pt idx="429">
                  <c:v>2024.2869</c:v>
                </c:pt>
                <c:pt idx="430">
                  <c:v>2024.2896</c:v>
                </c:pt>
                <c:pt idx="431">
                  <c:v>2024.2923</c:v>
                </c:pt>
                <c:pt idx="432">
                  <c:v>2024.2951</c:v>
                </c:pt>
                <c:pt idx="433">
                  <c:v>2024.2978</c:v>
                </c:pt>
                <c:pt idx="434">
                  <c:v>2024.3005</c:v>
                </c:pt>
                <c:pt idx="435">
                  <c:v>2024.3033</c:v>
                </c:pt>
                <c:pt idx="436">
                  <c:v>2024.306</c:v>
                </c:pt>
                <c:pt idx="437">
                  <c:v>2024.3087</c:v>
                </c:pt>
                <c:pt idx="438">
                  <c:v>2024.3115</c:v>
                </c:pt>
                <c:pt idx="439">
                  <c:v>2024.3142</c:v>
                </c:pt>
                <c:pt idx="440">
                  <c:v>2024.3169</c:v>
                </c:pt>
                <c:pt idx="441">
                  <c:v>2024.3197</c:v>
                </c:pt>
                <c:pt idx="442">
                  <c:v>2024.3224</c:v>
                </c:pt>
                <c:pt idx="443">
                  <c:v>2024.3251</c:v>
                </c:pt>
                <c:pt idx="444">
                  <c:v>2024.3279</c:v>
                </c:pt>
                <c:pt idx="445">
                  <c:v>2024.3306</c:v>
                </c:pt>
                <c:pt idx="446">
                  <c:v>2024.3333</c:v>
                </c:pt>
                <c:pt idx="447">
                  <c:v>2024.3361</c:v>
                </c:pt>
                <c:pt idx="448">
                  <c:v>2024.3388</c:v>
                </c:pt>
                <c:pt idx="449">
                  <c:v>2024.3415</c:v>
                </c:pt>
                <c:pt idx="450">
                  <c:v>2024.3443</c:v>
                </c:pt>
                <c:pt idx="451">
                  <c:v>2024.347</c:v>
                </c:pt>
                <c:pt idx="452">
                  <c:v>2024.3497</c:v>
                </c:pt>
                <c:pt idx="453">
                  <c:v>2024.3525</c:v>
                </c:pt>
                <c:pt idx="454">
                  <c:v>2024.3552</c:v>
                </c:pt>
                <c:pt idx="455">
                  <c:v>2024.3579</c:v>
                </c:pt>
                <c:pt idx="456">
                  <c:v>2024.3607</c:v>
                </c:pt>
                <c:pt idx="457">
                  <c:v>2024.3634</c:v>
                </c:pt>
                <c:pt idx="458">
                  <c:v>2024.3661</c:v>
                </c:pt>
                <c:pt idx="459">
                  <c:v>2024.3689</c:v>
                </c:pt>
                <c:pt idx="460">
                  <c:v>2024.3716</c:v>
                </c:pt>
                <c:pt idx="461">
                  <c:v>2024.3743</c:v>
                </c:pt>
                <c:pt idx="462">
                  <c:v>2024.377</c:v>
                </c:pt>
                <c:pt idx="463">
                  <c:v>2024.3798</c:v>
                </c:pt>
                <c:pt idx="464">
                  <c:v>2024.3825</c:v>
                </c:pt>
                <c:pt idx="465">
                  <c:v>2024.3852</c:v>
                </c:pt>
                <c:pt idx="466">
                  <c:v>2024.388</c:v>
                </c:pt>
                <c:pt idx="467">
                  <c:v>2024.3907</c:v>
                </c:pt>
                <c:pt idx="468">
                  <c:v>2024.3934</c:v>
                </c:pt>
                <c:pt idx="469">
                  <c:v>2024.3962</c:v>
                </c:pt>
                <c:pt idx="470">
                  <c:v>2024.3989</c:v>
                </c:pt>
                <c:pt idx="471">
                  <c:v>2024.4016</c:v>
                </c:pt>
                <c:pt idx="472">
                  <c:v>2024.4044</c:v>
                </c:pt>
                <c:pt idx="473">
                  <c:v>2024.4071</c:v>
                </c:pt>
                <c:pt idx="474">
                  <c:v>2024.4098</c:v>
                </c:pt>
                <c:pt idx="475">
                  <c:v>2024.4126</c:v>
                </c:pt>
                <c:pt idx="476">
                  <c:v>2024.4153</c:v>
                </c:pt>
                <c:pt idx="477">
                  <c:v>2024.418</c:v>
                </c:pt>
                <c:pt idx="478">
                  <c:v>2024.4208</c:v>
                </c:pt>
                <c:pt idx="479">
                  <c:v>2024.4235</c:v>
                </c:pt>
                <c:pt idx="480">
                  <c:v>2024.4262</c:v>
                </c:pt>
                <c:pt idx="481">
                  <c:v>2024.429</c:v>
                </c:pt>
                <c:pt idx="482">
                  <c:v>2024.4317</c:v>
                </c:pt>
                <c:pt idx="483">
                  <c:v>2024.4344</c:v>
                </c:pt>
                <c:pt idx="484">
                  <c:v>2024.4372</c:v>
                </c:pt>
                <c:pt idx="485">
                  <c:v>2024.4399</c:v>
                </c:pt>
                <c:pt idx="486">
                  <c:v>2024.4426</c:v>
                </c:pt>
                <c:pt idx="487">
                  <c:v>2024.4454</c:v>
                </c:pt>
                <c:pt idx="488">
                  <c:v>2024.4481</c:v>
                </c:pt>
                <c:pt idx="489">
                  <c:v>2024.4508</c:v>
                </c:pt>
                <c:pt idx="490">
                  <c:v>2024.4536</c:v>
                </c:pt>
                <c:pt idx="491">
                  <c:v>2024.4563</c:v>
                </c:pt>
                <c:pt idx="492">
                  <c:v>2024.459</c:v>
                </c:pt>
                <c:pt idx="493">
                  <c:v>2024.4617</c:v>
                </c:pt>
                <c:pt idx="494">
                  <c:v>2024.4645</c:v>
                </c:pt>
                <c:pt idx="495">
                  <c:v>2024.4672</c:v>
                </c:pt>
                <c:pt idx="496">
                  <c:v>2024.4699</c:v>
                </c:pt>
                <c:pt idx="497">
                  <c:v>2024.4727</c:v>
                </c:pt>
                <c:pt idx="498">
                  <c:v>2024.4754</c:v>
                </c:pt>
                <c:pt idx="499">
                  <c:v>2024.4781</c:v>
                </c:pt>
                <c:pt idx="500">
                  <c:v>2024.4809</c:v>
                </c:pt>
                <c:pt idx="501">
                  <c:v>2024.4891</c:v>
                </c:pt>
                <c:pt idx="502">
                  <c:v>2024.4918</c:v>
                </c:pt>
                <c:pt idx="503">
                  <c:v>2024.4945</c:v>
                </c:pt>
                <c:pt idx="504">
                  <c:v>2024.4973</c:v>
                </c:pt>
                <c:pt idx="505">
                  <c:v>2024.5</c:v>
                </c:pt>
                <c:pt idx="506">
                  <c:v>2024.5027</c:v>
                </c:pt>
                <c:pt idx="507">
                  <c:v>2024.5055</c:v>
                </c:pt>
                <c:pt idx="508">
                  <c:v>2024.5082</c:v>
                </c:pt>
                <c:pt idx="509">
                  <c:v>2024.5109</c:v>
                </c:pt>
                <c:pt idx="510">
                  <c:v>2024.5137</c:v>
                </c:pt>
                <c:pt idx="511">
                  <c:v>2024.5164</c:v>
                </c:pt>
                <c:pt idx="512">
                  <c:v>2024.5191</c:v>
                </c:pt>
                <c:pt idx="513">
                  <c:v>2024.5219</c:v>
                </c:pt>
                <c:pt idx="514">
                  <c:v>2024.5246</c:v>
                </c:pt>
                <c:pt idx="515">
                  <c:v>2024.5273</c:v>
                </c:pt>
                <c:pt idx="516">
                  <c:v>2024.5301</c:v>
                </c:pt>
                <c:pt idx="517">
                  <c:v>2024.5328</c:v>
                </c:pt>
                <c:pt idx="518">
                  <c:v>2024.5355</c:v>
                </c:pt>
                <c:pt idx="519">
                  <c:v>2024.5383</c:v>
                </c:pt>
                <c:pt idx="520">
                  <c:v>2024.541</c:v>
                </c:pt>
                <c:pt idx="521">
                  <c:v>2024.5437</c:v>
                </c:pt>
                <c:pt idx="522">
                  <c:v>2024.5464</c:v>
                </c:pt>
                <c:pt idx="523">
                  <c:v>2024.5492</c:v>
                </c:pt>
                <c:pt idx="524">
                  <c:v>2024.5519</c:v>
                </c:pt>
                <c:pt idx="525">
                  <c:v>2024.5546</c:v>
                </c:pt>
                <c:pt idx="526">
                  <c:v>2024.5574</c:v>
                </c:pt>
                <c:pt idx="527">
                  <c:v>2024.5601</c:v>
                </c:pt>
                <c:pt idx="528">
                  <c:v>2024.5628</c:v>
                </c:pt>
                <c:pt idx="529">
                  <c:v>2024.5656</c:v>
                </c:pt>
                <c:pt idx="530">
                  <c:v>2024.5683</c:v>
                </c:pt>
                <c:pt idx="531">
                  <c:v>2024.571</c:v>
                </c:pt>
                <c:pt idx="532">
                  <c:v>2024.5738</c:v>
                </c:pt>
                <c:pt idx="533">
                  <c:v>2024.5765</c:v>
                </c:pt>
                <c:pt idx="534">
                  <c:v>2024.5792</c:v>
                </c:pt>
                <c:pt idx="535">
                  <c:v>2024.582</c:v>
                </c:pt>
                <c:pt idx="536">
                  <c:v>2024.5847</c:v>
                </c:pt>
                <c:pt idx="537">
                  <c:v>2024.5874</c:v>
                </c:pt>
                <c:pt idx="538">
                  <c:v>2024.5902</c:v>
                </c:pt>
                <c:pt idx="539">
                  <c:v>2024.5929</c:v>
                </c:pt>
                <c:pt idx="540">
                  <c:v>2024.5956</c:v>
                </c:pt>
                <c:pt idx="541">
                  <c:v>2024.5984</c:v>
                </c:pt>
                <c:pt idx="542">
                  <c:v>2024.6011</c:v>
                </c:pt>
                <c:pt idx="543">
                  <c:v>2024.6038</c:v>
                </c:pt>
                <c:pt idx="544">
                  <c:v>2024.6066</c:v>
                </c:pt>
                <c:pt idx="545">
                  <c:v>2024.6093</c:v>
                </c:pt>
                <c:pt idx="546">
                  <c:v>2024.612</c:v>
                </c:pt>
                <c:pt idx="547">
                  <c:v>2024.6148</c:v>
                </c:pt>
                <c:pt idx="548">
                  <c:v>2024.6175</c:v>
                </c:pt>
                <c:pt idx="549">
                  <c:v>2024.6202</c:v>
                </c:pt>
                <c:pt idx="550">
                  <c:v>2024.623</c:v>
                </c:pt>
                <c:pt idx="551">
                  <c:v>2024.6257</c:v>
                </c:pt>
                <c:pt idx="552">
                  <c:v>2024.6284</c:v>
                </c:pt>
                <c:pt idx="553">
                  <c:v>2024.6311</c:v>
                </c:pt>
                <c:pt idx="554">
                  <c:v>2024.6339</c:v>
                </c:pt>
                <c:pt idx="555">
                  <c:v>2024.6366</c:v>
                </c:pt>
                <c:pt idx="556">
                  <c:v>2024.6393</c:v>
                </c:pt>
                <c:pt idx="557">
                  <c:v>2024.6421</c:v>
                </c:pt>
                <c:pt idx="558">
                  <c:v>2024.6448</c:v>
                </c:pt>
                <c:pt idx="559">
                  <c:v>2024.6475</c:v>
                </c:pt>
                <c:pt idx="560">
                  <c:v>2024.6503</c:v>
                </c:pt>
                <c:pt idx="561">
                  <c:v>2024.653</c:v>
                </c:pt>
                <c:pt idx="562">
                  <c:v>2024.6557</c:v>
                </c:pt>
                <c:pt idx="563">
                  <c:v>2024.6585</c:v>
                </c:pt>
                <c:pt idx="564">
                  <c:v>2024.6612</c:v>
                </c:pt>
                <c:pt idx="565">
                  <c:v>2024.6639</c:v>
                </c:pt>
                <c:pt idx="566">
                  <c:v>2024.6667</c:v>
                </c:pt>
                <c:pt idx="567">
                  <c:v>2024.6694</c:v>
                </c:pt>
                <c:pt idx="568">
                  <c:v>2024.6721</c:v>
                </c:pt>
                <c:pt idx="569">
                  <c:v>2024.6749</c:v>
                </c:pt>
                <c:pt idx="570">
                  <c:v>2024.6776</c:v>
                </c:pt>
                <c:pt idx="571">
                  <c:v>2024.6803</c:v>
                </c:pt>
                <c:pt idx="572">
                  <c:v>2024.6831</c:v>
                </c:pt>
                <c:pt idx="573">
                  <c:v>2024.6858</c:v>
                </c:pt>
                <c:pt idx="574">
                  <c:v>2024.6885</c:v>
                </c:pt>
                <c:pt idx="575">
                  <c:v>2024.6913</c:v>
                </c:pt>
                <c:pt idx="576">
                  <c:v>2024.694</c:v>
                </c:pt>
                <c:pt idx="577">
                  <c:v>2024.6967</c:v>
                </c:pt>
                <c:pt idx="578">
                  <c:v>2024.6995</c:v>
                </c:pt>
                <c:pt idx="579">
                  <c:v>2024.7022</c:v>
                </c:pt>
                <c:pt idx="580">
                  <c:v>2024.7049</c:v>
                </c:pt>
                <c:pt idx="581">
                  <c:v>2024.7077</c:v>
                </c:pt>
                <c:pt idx="582">
                  <c:v>2024.7104</c:v>
                </c:pt>
                <c:pt idx="583">
                  <c:v>2024.7131</c:v>
                </c:pt>
                <c:pt idx="584">
                  <c:v>2024.7158</c:v>
                </c:pt>
                <c:pt idx="585">
                  <c:v>2024.7186</c:v>
                </c:pt>
                <c:pt idx="586">
                  <c:v>2024.7213</c:v>
                </c:pt>
                <c:pt idx="587">
                  <c:v>2024.724</c:v>
                </c:pt>
                <c:pt idx="588">
                  <c:v>2024.7268</c:v>
                </c:pt>
                <c:pt idx="589">
                  <c:v>2024.7295</c:v>
                </c:pt>
                <c:pt idx="590">
                  <c:v>2024.7322</c:v>
                </c:pt>
                <c:pt idx="591">
                  <c:v>2024.735</c:v>
                </c:pt>
                <c:pt idx="592">
                  <c:v>2024.7377</c:v>
                </c:pt>
                <c:pt idx="593">
                  <c:v>2024.7404</c:v>
                </c:pt>
                <c:pt idx="594">
                  <c:v>2024.7432</c:v>
                </c:pt>
                <c:pt idx="595">
                  <c:v>2024.7459</c:v>
                </c:pt>
                <c:pt idx="596">
                  <c:v>2024.7486</c:v>
                </c:pt>
                <c:pt idx="597">
                  <c:v>2024.7514</c:v>
                </c:pt>
                <c:pt idx="598">
                  <c:v>2024.7541</c:v>
                </c:pt>
                <c:pt idx="599">
                  <c:v>2024.7568</c:v>
                </c:pt>
                <c:pt idx="600">
                  <c:v>2024.7596</c:v>
                </c:pt>
                <c:pt idx="601">
                  <c:v>2024.7623</c:v>
                </c:pt>
                <c:pt idx="602">
                  <c:v>2024.765</c:v>
                </c:pt>
                <c:pt idx="603">
                  <c:v>2024.7678</c:v>
                </c:pt>
                <c:pt idx="604">
                  <c:v>2024.7705</c:v>
                </c:pt>
                <c:pt idx="605">
                  <c:v>2024.7732</c:v>
                </c:pt>
                <c:pt idx="606">
                  <c:v>2024.8142</c:v>
                </c:pt>
                <c:pt idx="607">
                  <c:v>2024.8169</c:v>
                </c:pt>
                <c:pt idx="608">
                  <c:v>2024.8197</c:v>
                </c:pt>
                <c:pt idx="609">
                  <c:v>2024.8224</c:v>
                </c:pt>
                <c:pt idx="610">
                  <c:v>2024.8251</c:v>
                </c:pt>
                <c:pt idx="611">
                  <c:v>2024.8279</c:v>
                </c:pt>
                <c:pt idx="612">
                  <c:v>2024.8306</c:v>
                </c:pt>
                <c:pt idx="613">
                  <c:v>2024.8333</c:v>
                </c:pt>
                <c:pt idx="614">
                  <c:v>2024.8361</c:v>
                </c:pt>
                <c:pt idx="615">
                  <c:v>2024.8388</c:v>
                </c:pt>
                <c:pt idx="616">
                  <c:v>2024.8415</c:v>
                </c:pt>
                <c:pt idx="617">
                  <c:v>2024.8443</c:v>
                </c:pt>
                <c:pt idx="618">
                  <c:v>2024.847</c:v>
                </c:pt>
                <c:pt idx="619">
                  <c:v>2024.8497</c:v>
                </c:pt>
                <c:pt idx="620">
                  <c:v>2024.8525</c:v>
                </c:pt>
                <c:pt idx="621">
                  <c:v>2024.8552</c:v>
                </c:pt>
                <c:pt idx="622">
                  <c:v>2024.8579</c:v>
                </c:pt>
                <c:pt idx="623">
                  <c:v>2024.8607</c:v>
                </c:pt>
                <c:pt idx="624">
                  <c:v>2024.8634</c:v>
                </c:pt>
                <c:pt idx="625">
                  <c:v>2024.8661</c:v>
                </c:pt>
                <c:pt idx="626">
                  <c:v>2024.8689</c:v>
                </c:pt>
                <c:pt idx="627">
                  <c:v>2024.8716</c:v>
                </c:pt>
                <c:pt idx="628">
                  <c:v>2024.8743</c:v>
                </c:pt>
                <c:pt idx="629">
                  <c:v>2024.877</c:v>
                </c:pt>
                <c:pt idx="630">
                  <c:v>2024.8798</c:v>
                </c:pt>
                <c:pt idx="631">
                  <c:v>2024.8825</c:v>
                </c:pt>
                <c:pt idx="632">
                  <c:v>2024.8852</c:v>
                </c:pt>
                <c:pt idx="633">
                  <c:v>2024.888</c:v>
                </c:pt>
                <c:pt idx="634">
                  <c:v>2024.8907</c:v>
                </c:pt>
                <c:pt idx="635">
                  <c:v>2024.8934</c:v>
                </c:pt>
                <c:pt idx="636">
                  <c:v>2024.8962</c:v>
                </c:pt>
                <c:pt idx="637">
                  <c:v>2024.8989</c:v>
                </c:pt>
                <c:pt idx="638">
                  <c:v>2024.9016</c:v>
                </c:pt>
                <c:pt idx="639">
                  <c:v>2024.9044</c:v>
                </c:pt>
                <c:pt idx="640">
                  <c:v>2024.9071</c:v>
                </c:pt>
                <c:pt idx="641">
                  <c:v>2024.9098</c:v>
                </c:pt>
                <c:pt idx="642">
                  <c:v>2024.9126</c:v>
                </c:pt>
                <c:pt idx="643">
                  <c:v>2024.9153</c:v>
                </c:pt>
                <c:pt idx="644">
                  <c:v>2024.918</c:v>
                </c:pt>
                <c:pt idx="645">
                  <c:v>2024.9208</c:v>
                </c:pt>
                <c:pt idx="646">
                  <c:v>2024.9235</c:v>
                </c:pt>
                <c:pt idx="647">
                  <c:v>2024.9262</c:v>
                </c:pt>
                <c:pt idx="648">
                  <c:v>2024.929</c:v>
                </c:pt>
                <c:pt idx="649">
                  <c:v>2024.9317</c:v>
                </c:pt>
                <c:pt idx="650">
                  <c:v>2024.9344</c:v>
                </c:pt>
                <c:pt idx="651">
                  <c:v>2024.9372</c:v>
                </c:pt>
                <c:pt idx="652">
                  <c:v>2024.9399</c:v>
                </c:pt>
                <c:pt idx="653">
                  <c:v>2024.9426</c:v>
                </c:pt>
                <c:pt idx="654">
                  <c:v>2024.9454</c:v>
                </c:pt>
                <c:pt idx="655">
                  <c:v>2024.9481</c:v>
                </c:pt>
                <c:pt idx="656">
                  <c:v>2024.9508</c:v>
                </c:pt>
                <c:pt idx="657">
                  <c:v>2024.9536</c:v>
                </c:pt>
                <c:pt idx="658">
                  <c:v>2024.9563</c:v>
                </c:pt>
                <c:pt idx="659">
                  <c:v>2024.959</c:v>
                </c:pt>
                <c:pt idx="660">
                  <c:v>2024.9617</c:v>
                </c:pt>
                <c:pt idx="661">
                  <c:v>2024.9645</c:v>
                </c:pt>
                <c:pt idx="662">
                  <c:v>2024.9672</c:v>
                </c:pt>
                <c:pt idx="663">
                  <c:v>2024.9699</c:v>
                </c:pt>
                <c:pt idx="664">
                  <c:v>2024.9727</c:v>
                </c:pt>
                <c:pt idx="665">
                  <c:v>2024.9754</c:v>
                </c:pt>
                <c:pt idx="666">
                  <c:v>2024.9781</c:v>
                </c:pt>
                <c:pt idx="667">
                  <c:v>2024.9809</c:v>
                </c:pt>
                <c:pt idx="668">
                  <c:v>2024.9836</c:v>
                </c:pt>
                <c:pt idx="669">
                  <c:v>2024.9863</c:v>
                </c:pt>
                <c:pt idx="670">
                  <c:v>2024.9891</c:v>
                </c:pt>
                <c:pt idx="671">
                  <c:v>2024.9918</c:v>
                </c:pt>
                <c:pt idx="672">
                  <c:v>2024.9945</c:v>
                </c:pt>
                <c:pt idx="673">
                  <c:v>2024.9973</c:v>
                </c:pt>
                <c:pt idx="674">
                  <c:v>2025</c:v>
                </c:pt>
                <c:pt idx="675">
                  <c:v>2025.0027</c:v>
                </c:pt>
                <c:pt idx="676">
                  <c:v>2025.0055</c:v>
                </c:pt>
                <c:pt idx="677">
                  <c:v>2025.0082</c:v>
                </c:pt>
                <c:pt idx="678">
                  <c:v>2025.011</c:v>
                </c:pt>
                <c:pt idx="679">
                  <c:v>2025.0192</c:v>
                </c:pt>
                <c:pt idx="680">
                  <c:v>2025.0219</c:v>
                </c:pt>
                <c:pt idx="681">
                  <c:v>2025.0247</c:v>
                </c:pt>
                <c:pt idx="682">
                  <c:v>2025.0274</c:v>
                </c:pt>
                <c:pt idx="683">
                  <c:v>2025.0301</c:v>
                </c:pt>
                <c:pt idx="684">
                  <c:v>2025.0329</c:v>
                </c:pt>
                <c:pt idx="685">
                  <c:v>2025.0356</c:v>
                </c:pt>
                <c:pt idx="686">
                  <c:v>2025.0384</c:v>
                </c:pt>
                <c:pt idx="687">
                  <c:v>2025.0411</c:v>
                </c:pt>
                <c:pt idx="688">
                  <c:v>2025.0438</c:v>
                </c:pt>
                <c:pt idx="689">
                  <c:v>2025.0466</c:v>
                </c:pt>
                <c:pt idx="690">
                  <c:v>2025.0493</c:v>
                </c:pt>
                <c:pt idx="691">
                  <c:v>2025.0521</c:v>
                </c:pt>
                <c:pt idx="692">
                  <c:v>2025.0548</c:v>
                </c:pt>
                <c:pt idx="693">
                  <c:v>2025.0575</c:v>
                </c:pt>
                <c:pt idx="694">
                  <c:v>2025.0603</c:v>
                </c:pt>
                <c:pt idx="695">
                  <c:v>2025.063</c:v>
                </c:pt>
                <c:pt idx="696">
                  <c:v>2025.0658</c:v>
                </c:pt>
                <c:pt idx="697">
                  <c:v>2025.0685</c:v>
                </c:pt>
                <c:pt idx="698">
                  <c:v>2025.0712</c:v>
                </c:pt>
                <c:pt idx="699">
                  <c:v>2025.074</c:v>
                </c:pt>
                <c:pt idx="700">
                  <c:v>2025.0767</c:v>
                </c:pt>
                <c:pt idx="701">
                  <c:v>2025.0795</c:v>
                </c:pt>
                <c:pt idx="702">
                  <c:v>2025.0822</c:v>
                </c:pt>
                <c:pt idx="703">
                  <c:v>2025.0849</c:v>
                </c:pt>
                <c:pt idx="704">
                  <c:v>2025.0877</c:v>
                </c:pt>
                <c:pt idx="705">
                  <c:v>2025.0904</c:v>
                </c:pt>
                <c:pt idx="706">
                  <c:v>2025.0932</c:v>
                </c:pt>
                <c:pt idx="707">
                  <c:v>2025.0959</c:v>
                </c:pt>
                <c:pt idx="708">
                  <c:v>2025.0986</c:v>
                </c:pt>
                <c:pt idx="709">
                  <c:v>2025.1014</c:v>
                </c:pt>
                <c:pt idx="710">
                  <c:v>2025.1041</c:v>
                </c:pt>
                <c:pt idx="711">
                  <c:v>2025.1068</c:v>
                </c:pt>
                <c:pt idx="712">
                  <c:v>2025.1096</c:v>
                </c:pt>
                <c:pt idx="713">
                  <c:v>2025.1123</c:v>
                </c:pt>
                <c:pt idx="714">
                  <c:v>2025.1151</c:v>
                </c:pt>
                <c:pt idx="715">
                  <c:v>2025.1178</c:v>
                </c:pt>
                <c:pt idx="716">
                  <c:v>2025.1205</c:v>
                </c:pt>
                <c:pt idx="717">
                  <c:v>2025.1233</c:v>
                </c:pt>
                <c:pt idx="718">
                  <c:v>2025.126</c:v>
                </c:pt>
                <c:pt idx="719">
                  <c:v>2025.1288</c:v>
                </c:pt>
                <c:pt idx="720">
                  <c:v>2025.1315</c:v>
                </c:pt>
                <c:pt idx="721">
                  <c:v>2025.1342</c:v>
                </c:pt>
                <c:pt idx="722">
                  <c:v>2025.137</c:v>
                </c:pt>
                <c:pt idx="723">
                  <c:v>2025.1397</c:v>
                </c:pt>
                <c:pt idx="724">
                  <c:v>2025.1425</c:v>
                </c:pt>
                <c:pt idx="725">
                  <c:v>2025.1452</c:v>
                </c:pt>
                <c:pt idx="726">
                  <c:v>2025.1479</c:v>
                </c:pt>
                <c:pt idx="727">
                  <c:v>2025.1507</c:v>
                </c:pt>
                <c:pt idx="728">
                  <c:v>2025.1534</c:v>
                </c:pt>
                <c:pt idx="729">
                  <c:v>2025.1562</c:v>
                </c:pt>
                <c:pt idx="730">
                  <c:v>2025.1589</c:v>
                </c:pt>
                <c:pt idx="731">
                  <c:v>2025.1616</c:v>
                </c:pt>
                <c:pt idx="732">
                  <c:v>2025.1644</c:v>
                </c:pt>
                <c:pt idx="733">
                  <c:v>2025.1671</c:v>
                </c:pt>
                <c:pt idx="734">
                  <c:v>2025.1699</c:v>
                </c:pt>
                <c:pt idx="735">
                  <c:v>2025.1726</c:v>
                </c:pt>
                <c:pt idx="736">
                  <c:v>2025.1753</c:v>
                </c:pt>
                <c:pt idx="737">
                  <c:v>2025.1781</c:v>
                </c:pt>
                <c:pt idx="738">
                  <c:v>2025.1808</c:v>
                </c:pt>
                <c:pt idx="739">
                  <c:v>2025.1836</c:v>
                </c:pt>
                <c:pt idx="740">
                  <c:v>2025.1863</c:v>
                </c:pt>
                <c:pt idx="741">
                  <c:v>2025.189</c:v>
                </c:pt>
                <c:pt idx="742">
                  <c:v>2025.1918</c:v>
                </c:pt>
                <c:pt idx="743">
                  <c:v>2025.1945</c:v>
                </c:pt>
                <c:pt idx="744">
                  <c:v>2025.1973</c:v>
                </c:pt>
                <c:pt idx="745">
                  <c:v>2025.2</c:v>
                </c:pt>
                <c:pt idx="746">
                  <c:v>2025.2027</c:v>
                </c:pt>
                <c:pt idx="747">
                  <c:v>2025.2055</c:v>
                </c:pt>
                <c:pt idx="748">
                  <c:v>2025.2082</c:v>
                </c:pt>
                <c:pt idx="749">
                  <c:v>2025.211</c:v>
                </c:pt>
                <c:pt idx="750">
                  <c:v>2025.2137</c:v>
                </c:pt>
                <c:pt idx="751">
                  <c:v>2025.2164</c:v>
                </c:pt>
                <c:pt idx="752">
                  <c:v>2025.2192</c:v>
                </c:pt>
                <c:pt idx="753">
                  <c:v>2025.2219</c:v>
                </c:pt>
                <c:pt idx="754">
                  <c:v>2025.2247</c:v>
                </c:pt>
                <c:pt idx="755">
                  <c:v>2025.2274</c:v>
                </c:pt>
                <c:pt idx="756">
                  <c:v>2025.2301</c:v>
                </c:pt>
                <c:pt idx="757">
                  <c:v>2025.2329</c:v>
                </c:pt>
                <c:pt idx="758">
                  <c:v>2025.2356</c:v>
                </c:pt>
                <c:pt idx="759">
                  <c:v>2025.2384</c:v>
                </c:pt>
                <c:pt idx="760">
                  <c:v>2025.2411</c:v>
                </c:pt>
                <c:pt idx="761">
                  <c:v>2025.2438</c:v>
                </c:pt>
                <c:pt idx="762">
                  <c:v>2025.2466</c:v>
                </c:pt>
                <c:pt idx="763">
                  <c:v>2025.2493</c:v>
                </c:pt>
                <c:pt idx="764">
                  <c:v>2025.2521</c:v>
                </c:pt>
                <c:pt idx="765">
                  <c:v>2025.2548</c:v>
                </c:pt>
                <c:pt idx="766">
                  <c:v>2025.2575</c:v>
                </c:pt>
                <c:pt idx="767">
                  <c:v>2025.2603</c:v>
                </c:pt>
                <c:pt idx="768">
                  <c:v>2025.263</c:v>
                </c:pt>
                <c:pt idx="769">
                  <c:v>2025.2658</c:v>
                </c:pt>
                <c:pt idx="770">
                  <c:v>2025.2685</c:v>
                </c:pt>
                <c:pt idx="771">
                  <c:v>2025.2712</c:v>
                </c:pt>
                <c:pt idx="772">
                  <c:v>2025.274</c:v>
                </c:pt>
                <c:pt idx="773">
                  <c:v>2025.2767</c:v>
                </c:pt>
                <c:pt idx="774">
                  <c:v>2025.2795</c:v>
                </c:pt>
                <c:pt idx="775">
                  <c:v>2025.2822</c:v>
                </c:pt>
                <c:pt idx="776">
                  <c:v>2025.2849</c:v>
                </c:pt>
                <c:pt idx="777">
                  <c:v>2025.2877</c:v>
                </c:pt>
                <c:pt idx="778">
                  <c:v>2025.2904</c:v>
                </c:pt>
                <c:pt idx="779">
                  <c:v>2025.2932</c:v>
                </c:pt>
                <c:pt idx="780">
                  <c:v>2025.2959</c:v>
                </c:pt>
                <c:pt idx="781">
                  <c:v>2025.2986</c:v>
                </c:pt>
                <c:pt idx="782">
                  <c:v>2025.3014</c:v>
                </c:pt>
                <c:pt idx="783">
                  <c:v>2025.3041</c:v>
                </c:pt>
                <c:pt idx="784">
                  <c:v>2025.3068</c:v>
                </c:pt>
                <c:pt idx="785">
                  <c:v>2025.3096</c:v>
                </c:pt>
                <c:pt idx="786">
                  <c:v>2025.3123</c:v>
                </c:pt>
                <c:pt idx="787">
                  <c:v>2025.3151</c:v>
                </c:pt>
                <c:pt idx="788">
                  <c:v>2025.3178</c:v>
                </c:pt>
                <c:pt idx="789">
                  <c:v>2025.3205</c:v>
                </c:pt>
                <c:pt idx="790">
                  <c:v>2025.3233</c:v>
                </c:pt>
                <c:pt idx="791">
                  <c:v>2025.326</c:v>
                </c:pt>
                <c:pt idx="792">
                  <c:v>2025.3288</c:v>
                </c:pt>
                <c:pt idx="793">
                  <c:v>2025.3315</c:v>
                </c:pt>
                <c:pt idx="794">
                  <c:v>2025.3342</c:v>
                </c:pt>
                <c:pt idx="795">
                  <c:v>2025.337</c:v>
                </c:pt>
                <c:pt idx="796">
                  <c:v>2025.3397</c:v>
                </c:pt>
                <c:pt idx="797">
                  <c:v>2025.3425</c:v>
                </c:pt>
                <c:pt idx="798">
                  <c:v>2025.3452</c:v>
                </c:pt>
                <c:pt idx="799">
                  <c:v>2025.3479</c:v>
                </c:pt>
                <c:pt idx="800">
                  <c:v>2025.3507</c:v>
                </c:pt>
                <c:pt idx="801">
                  <c:v>2025.3534</c:v>
                </c:pt>
                <c:pt idx="802">
                  <c:v>2025.3562</c:v>
                </c:pt>
                <c:pt idx="803">
                  <c:v>2025.3589</c:v>
                </c:pt>
                <c:pt idx="804">
                  <c:v>2025.3616</c:v>
                </c:pt>
                <c:pt idx="805">
                  <c:v>2025.3644</c:v>
                </c:pt>
                <c:pt idx="806">
                  <c:v>2025.3671</c:v>
                </c:pt>
                <c:pt idx="807">
                  <c:v>2025.3699</c:v>
                </c:pt>
                <c:pt idx="808">
                  <c:v>2025.3726</c:v>
                </c:pt>
                <c:pt idx="809">
                  <c:v>2025.3753</c:v>
                </c:pt>
                <c:pt idx="810">
                  <c:v>2025.3781</c:v>
                </c:pt>
                <c:pt idx="811">
                  <c:v>2025.3808</c:v>
                </c:pt>
                <c:pt idx="812">
                  <c:v>2025.3836</c:v>
                </c:pt>
                <c:pt idx="813">
                  <c:v>2025.3863</c:v>
                </c:pt>
                <c:pt idx="814">
                  <c:v>2025.389</c:v>
                </c:pt>
                <c:pt idx="815">
                  <c:v>2025.3918</c:v>
                </c:pt>
                <c:pt idx="816">
                  <c:v>2025.3945</c:v>
                </c:pt>
                <c:pt idx="817">
                  <c:v>2025.3973</c:v>
                </c:pt>
                <c:pt idx="818">
                  <c:v>2025.4</c:v>
                </c:pt>
                <c:pt idx="819">
                  <c:v>2025.4027</c:v>
                </c:pt>
                <c:pt idx="820">
                  <c:v>2025.4055</c:v>
                </c:pt>
                <c:pt idx="821">
                  <c:v>2025.4082</c:v>
                </c:pt>
                <c:pt idx="822">
                  <c:v>2025.411</c:v>
                </c:pt>
                <c:pt idx="823">
                  <c:v>2025.4137</c:v>
                </c:pt>
                <c:pt idx="824">
                  <c:v>2025.4164</c:v>
                </c:pt>
                <c:pt idx="825">
                  <c:v>2025.4192</c:v>
                </c:pt>
                <c:pt idx="826">
                  <c:v>2025.4219</c:v>
                </c:pt>
                <c:pt idx="827">
                  <c:v>2025.4247</c:v>
                </c:pt>
                <c:pt idx="828">
                  <c:v>2025.4274</c:v>
                </c:pt>
                <c:pt idx="829">
                  <c:v>2025.4301</c:v>
                </c:pt>
                <c:pt idx="830">
                  <c:v>2025.4329</c:v>
                </c:pt>
                <c:pt idx="831">
                  <c:v>2025.4356</c:v>
                </c:pt>
                <c:pt idx="832">
                  <c:v>2025.4384</c:v>
                </c:pt>
                <c:pt idx="833">
                  <c:v>2025.4411</c:v>
                </c:pt>
                <c:pt idx="834">
                  <c:v>2025.4438</c:v>
                </c:pt>
                <c:pt idx="835">
                  <c:v>2025.4466</c:v>
                </c:pt>
                <c:pt idx="836">
                  <c:v>2025.4493</c:v>
                </c:pt>
                <c:pt idx="837">
                  <c:v>2025.4521</c:v>
                </c:pt>
                <c:pt idx="838">
                  <c:v>2025.4548</c:v>
                </c:pt>
                <c:pt idx="839">
                  <c:v>2025.4575</c:v>
                </c:pt>
                <c:pt idx="840">
                  <c:v>2025.4603</c:v>
                </c:pt>
                <c:pt idx="841">
                  <c:v>2025.463</c:v>
                </c:pt>
                <c:pt idx="842">
                  <c:v>2025.4658</c:v>
                </c:pt>
                <c:pt idx="843">
                  <c:v>2025.4685</c:v>
                </c:pt>
                <c:pt idx="844">
                  <c:v>2025.4712</c:v>
                </c:pt>
                <c:pt idx="845">
                  <c:v>2025.474</c:v>
                </c:pt>
                <c:pt idx="846">
                  <c:v>2025.4767</c:v>
                </c:pt>
                <c:pt idx="847">
                  <c:v>2025.4795</c:v>
                </c:pt>
                <c:pt idx="848">
                  <c:v>2025.4822</c:v>
                </c:pt>
                <c:pt idx="849">
                  <c:v>2025.4849</c:v>
                </c:pt>
                <c:pt idx="850">
                  <c:v>2025.4877</c:v>
                </c:pt>
                <c:pt idx="851">
                  <c:v>2025.4904</c:v>
                </c:pt>
                <c:pt idx="852">
                  <c:v>2025.4932</c:v>
                </c:pt>
                <c:pt idx="853">
                  <c:v>2025.4959</c:v>
                </c:pt>
                <c:pt idx="854">
                  <c:v>2025.4986</c:v>
                </c:pt>
                <c:pt idx="855">
                  <c:v>2025.5014</c:v>
                </c:pt>
                <c:pt idx="856">
                  <c:v>2025.5041</c:v>
                </c:pt>
                <c:pt idx="857">
                  <c:v>2025.5068</c:v>
                </c:pt>
                <c:pt idx="858">
                  <c:v>2025.5096</c:v>
                </c:pt>
                <c:pt idx="859">
                  <c:v>2025.5123</c:v>
                </c:pt>
                <c:pt idx="860">
                  <c:v>2025.5151</c:v>
                </c:pt>
                <c:pt idx="861">
                  <c:v>2025.5178</c:v>
                </c:pt>
                <c:pt idx="862">
                  <c:v>2025.5205</c:v>
                </c:pt>
                <c:pt idx="863">
                  <c:v>2025.5233</c:v>
                </c:pt>
                <c:pt idx="864">
                  <c:v>2025.526</c:v>
                </c:pt>
                <c:pt idx="865">
                  <c:v>2025.5288</c:v>
                </c:pt>
                <c:pt idx="866">
                  <c:v>2025.5315</c:v>
                </c:pt>
                <c:pt idx="867">
                  <c:v>2025.5342</c:v>
                </c:pt>
                <c:pt idx="868">
                  <c:v>2025.537</c:v>
                </c:pt>
                <c:pt idx="869">
                  <c:v>2025.5397</c:v>
                </c:pt>
                <c:pt idx="870">
                  <c:v>2025.5425</c:v>
                </c:pt>
                <c:pt idx="871">
                  <c:v>2025.5452</c:v>
                </c:pt>
                <c:pt idx="872">
                  <c:v>2025.5479</c:v>
                </c:pt>
                <c:pt idx="873">
                  <c:v>2025.5534</c:v>
                </c:pt>
                <c:pt idx="874">
                  <c:v>2025.5562</c:v>
                </c:pt>
                <c:pt idx="875">
                  <c:v>2025.5589</c:v>
                </c:pt>
                <c:pt idx="876">
                  <c:v>2025.5616</c:v>
                </c:pt>
                <c:pt idx="877">
                  <c:v>2025.5644</c:v>
                </c:pt>
                <c:pt idx="878">
                  <c:v>2025.5671</c:v>
                </c:pt>
                <c:pt idx="879">
                  <c:v>2025.5699</c:v>
                </c:pt>
                <c:pt idx="880">
                  <c:v>2025.5726</c:v>
                </c:pt>
                <c:pt idx="881">
                  <c:v>2025.5753</c:v>
                </c:pt>
                <c:pt idx="882">
                  <c:v>2025.5781</c:v>
                </c:pt>
                <c:pt idx="883">
                  <c:v>2025.5808</c:v>
                </c:pt>
                <c:pt idx="884">
                  <c:v>2025.5836</c:v>
                </c:pt>
                <c:pt idx="885">
                  <c:v>2025.5863</c:v>
                </c:pt>
                <c:pt idx="886">
                  <c:v>2025.589</c:v>
                </c:pt>
                <c:pt idx="887">
                  <c:v>2025.5918</c:v>
                </c:pt>
                <c:pt idx="888">
                  <c:v>2025.5945</c:v>
                </c:pt>
                <c:pt idx="889">
                  <c:v>2025.5973</c:v>
                </c:pt>
                <c:pt idx="890">
                  <c:v>2025.6</c:v>
                </c:pt>
                <c:pt idx="891">
                  <c:v>2025.6027</c:v>
                </c:pt>
                <c:pt idx="892">
                  <c:v>2025.6055</c:v>
                </c:pt>
                <c:pt idx="893">
                  <c:v>2025.6082</c:v>
                </c:pt>
                <c:pt idx="894">
                  <c:v>2025.611</c:v>
                </c:pt>
                <c:pt idx="895">
                  <c:v>2025.6137</c:v>
                </c:pt>
                <c:pt idx="896">
                  <c:v>2025.6164</c:v>
                </c:pt>
                <c:pt idx="897">
                  <c:v>2025.6192</c:v>
                </c:pt>
                <c:pt idx="898">
                  <c:v>2025.6219</c:v>
                </c:pt>
                <c:pt idx="899">
                  <c:v>2025.6247</c:v>
                </c:pt>
                <c:pt idx="900">
                  <c:v>2025.6274</c:v>
                </c:pt>
                <c:pt idx="901">
                  <c:v>2025.6301</c:v>
                </c:pt>
                <c:pt idx="902">
                  <c:v>2025.6329</c:v>
                </c:pt>
                <c:pt idx="903">
                  <c:v>2025.6356</c:v>
                </c:pt>
                <c:pt idx="904">
                  <c:v>2025.6384</c:v>
                </c:pt>
                <c:pt idx="905">
                  <c:v>2025.6411</c:v>
                </c:pt>
                <c:pt idx="906">
                  <c:v>2025.6438</c:v>
                </c:pt>
                <c:pt idx="907">
                  <c:v>2025.6466</c:v>
                </c:pt>
                <c:pt idx="908">
                  <c:v>2025.6493</c:v>
                </c:pt>
                <c:pt idx="909">
                  <c:v>2025.6521</c:v>
                </c:pt>
                <c:pt idx="910">
                  <c:v>2025.6548</c:v>
                </c:pt>
                <c:pt idx="911">
                  <c:v>2025.6575</c:v>
                </c:pt>
                <c:pt idx="912">
                  <c:v>2025.6603</c:v>
                </c:pt>
                <c:pt idx="913">
                  <c:v>2025.663</c:v>
                </c:pt>
                <c:pt idx="914">
                  <c:v>2025.6658</c:v>
                </c:pt>
                <c:pt idx="915">
                  <c:v>2025.6685</c:v>
                </c:pt>
                <c:pt idx="916">
                  <c:v>2025.6712</c:v>
                </c:pt>
                <c:pt idx="917">
                  <c:v>2025.674</c:v>
                </c:pt>
                <c:pt idx="918">
                  <c:v>2025.6767</c:v>
                </c:pt>
                <c:pt idx="919">
                  <c:v>2025.6795</c:v>
                </c:pt>
                <c:pt idx="920">
                  <c:v>2025.6822</c:v>
                </c:pt>
                <c:pt idx="921">
                  <c:v>2025.6849</c:v>
                </c:pt>
                <c:pt idx="922">
                  <c:v>2025.6877</c:v>
                </c:pt>
                <c:pt idx="923">
                  <c:v>2025.6904</c:v>
                </c:pt>
                <c:pt idx="924">
                  <c:v>2025.6932</c:v>
                </c:pt>
                <c:pt idx="925">
                  <c:v>2025.6959</c:v>
                </c:pt>
                <c:pt idx="926">
                  <c:v>2025.6986</c:v>
                </c:pt>
                <c:pt idx="927">
                  <c:v>2025.7014</c:v>
                </c:pt>
                <c:pt idx="928">
                  <c:v>2025.7041</c:v>
                </c:pt>
                <c:pt idx="929">
                  <c:v>2025.7068</c:v>
                </c:pt>
                <c:pt idx="930">
                  <c:v>2025.7096</c:v>
                </c:pt>
                <c:pt idx="931">
                  <c:v>2025.7123</c:v>
                </c:pt>
                <c:pt idx="932">
                  <c:v>2025.7151</c:v>
                </c:pt>
                <c:pt idx="933">
                  <c:v>2025.7178</c:v>
                </c:pt>
                <c:pt idx="934">
                  <c:v>2025.7205</c:v>
                </c:pt>
                <c:pt idx="935">
                  <c:v>2025.7233</c:v>
                </c:pt>
                <c:pt idx="936">
                  <c:v>2025.726</c:v>
                </c:pt>
                <c:pt idx="937">
                  <c:v>2025.7288</c:v>
                </c:pt>
                <c:pt idx="938">
                  <c:v>2025.7315</c:v>
                </c:pt>
                <c:pt idx="939">
                  <c:v>2025.7342</c:v>
                </c:pt>
                <c:pt idx="940">
                  <c:v>2025.737</c:v>
                </c:pt>
                <c:pt idx="941">
                  <c:v>2025.7397</c:v>
                </c:pt>
                <c:pt idx="942">
                  <c:v>2025.7425</c:v>
                </c:pt>
                <c:pt idx="943">
                  <c:v>2025.7452</c:v>
                </c:pt>
                <c:pt idx="944">
                  <c:v>2025.7479</c:v>
                </c:pt>
                <c:pt idx="945">
                  <c:v>2025.7507</c:v>
                </c:pt>
                <c:pt idx="946">
                  <c:v>2025.7534</c:v>
                </c:pt>
                <c:pt idx="947">
                  <c:v>2025.7562</c:v>
                </c:pt>
                <c:pt idx="948">
                  <c:v>2025.7589</c:v>
                </c:pt>
                <c:pt idx="949">
                  <c:v>2025.7616</c:v>
                </c:pt>
                <c:pt idx="950">
                  <c:v>2025.7726</c:v>
                </c:pt>
                <c:pt idx="951">
                  <c:v>2025.7753</c:v>
                </c:pt>
                <c:pt idx="952">
                  <c:v>2025.7781</c:v>
                </c:pt>
                <c:pt idx="953">
                  <c:v>2025.7808</c:v>
                </c:pt>
                <c:pt idx="954">
                  <c:v>2025.7836</c:v>
                </c:pt>
                <c:pt idx="955">
                  <c:v>2025.7863</c:v>
                </c:pt>
                <c:pt idx="956">
                  <c:v>2025.789</c:v>
                </c:pt>
                <c:pt idx="957">
                  <c:v>2025.7918</c:v>
                </c:pt>
                <c:pt idx="958">
                  <c:v>2025.7945</c:v>
                </c:pt>
                <c:pt idx="959">
                  <c:v>2025.7973</c:v>
                </c:pt>
                <c:pt idx="960">
                  <c:v>2025.8</c:v>
                </c:pt>
                <c:pt idx="961">
                  <c:v>2025.8027</c:v>
                </c:pt>
                <c:pt idx="962">
                  <c:v>2025.8055</c:v>
                </c:pt>
                <c:pt idx="963">
                  <c:v>2025.8082</c:v>
                </c:pt>
                <c:pt idx="964">
                  <c:v>2025.811</c:v>
                </c:pt>
                <c:pt idx="965">
                  <c:v>2025.8137</c:v>
                </c:pt>
                <c:pt idx="966">
                  <c:v>2025.8164</c:v>
                </c:pt>
                <c:pt idx="967">
                  <c:v>2025.8192</c:v>
                </c:pt>
                <c:pt idx="968">
                  <c:v>2025.8219</c:v>
                </c:pt>
                <c:pt idx="969">
                  <c:v>2025.8247</c:v>
                </c:pt>
                <c:pt idx="970">
                  <c:v>2025.8274</c:v>
                </c:pt>
                <c:pt idx="971">
                  <c:v>2025.8301</c:v>
                </c:pt>
                <c:pt idx="972">
                  <c:v>2025.8329</c:v>
                </c:pt>
                <c:pt idx="973">
                  <c:v>2025.8356</c:v>
                </c:pt>
                <c:pt idx="974">
                  <c:v>2025.8384</c:v>
                </c:pt>
                <c:pt idx="975">
                  <c:v>2025.8411</c:v>
                </c:pt>
                <c:pt idx="976">
                  <c:v>2025.8438</c:v>
                </c:pt>
                <c:pt idx="977">
                  <c:v>2025.8466</c:v>
                </c:pt>
                <c:pt idx="978">
                  <c:v>2025.863</c:v>
                </c:pt>
                <c:pt idx="979">
                  <c:v>2025.8658</c:v>
                </c:pt>
                <c:pt idx="980">
                  <c:v>2025.8685</c:v>
                </c:pt>
                <c:pt idx="981">
                  <c:v>2025.8712</c:v>
                </c:pt>
                <c:pt idx="982">
                  <c:v>2025.874</c:v>
                </c:pt>
                <c:pt idx="983">
                  <c:v>2025.8767</c:v>
                </c:pt>
                <c:pt idx="984">
                  <c:v>2025.8795</c:v>
                </c:pt>
                <c:pt idx="985">
                  <c:v>2025.8822</c:v>
                </c:pt>
                <c:pt idx="986">
                  <c:v>2025.8849</c:v>
                </c:pt>
                <c:pt idx="987">
                  <c:v>2025.8877</c:v>
                </c:pt>
                <c:pt idx="988">
                  <c:v>2025.8904</c:v>
                </c:pt>
                <c:pt idx="989">
                  <c:v>2025.8932</c:v>
                </c:pt>
                <c:pt idx="990">
                  <c:v>2025.8959</c:v>
                </c:pt>
                <c:pt idx="991">
                  <c:v>2025.8986</c:v>
                </c:pt>
                <c:pt idx="992">
                  <c:v>2025.9014</c:v>
                </c:pt>
                <c:pt idx="993">
                  <c:v>2025.9041</c:v>
                </c:pt>
                <c:pt idx="994">
                  <c:v>2025.9068</c:v>
                </c:pt>
                <c:pt idx="995">
                  <c:v>2025.9096</c:v>
                </c:pt>
                <c:pt idx="996">
                  <c:v>2025.9123</c:v>
                </c:pt>
                <c:pt idx="997">
                  <c:v>2025.9151</c:v>
                </c:pt>
                <c:pt idx="998">
                  <c:v>2025.9178</c:v>
                </c:pt>
                <c:pt idx="999">
                  <c:v>2025.9205</c:v>
                </c:pt>
                <c:pt idx="1000">
                  <c:v>2025.9233</c:v>
                </c:pt>
                <c:pt idx="1001">
                  <c:v>2025.926</c:v>
                </c:pt>
                <c:pt idx="1002">
                  <c:v>2025.9288</c:v>
                </c:pt>
                <c:pt idx="1003">
                  <c:v>2025.9315</c:v>
                </c:pt>
                <c:pt idx="1004">
                  <c:v>2025.9342</c:v>
                </c:pt>
                <c:pt idx="1005">
                  <c:v>2025.937</c:v>
                </c:pt>
                <c:pt idx="1006">
                  <c:v>2025.9397</c:v>
                </c:pt>
                <c:pt idx="1007">
                  <c:v>2025.9425</c:v>
                </c:pt>
                <c:pt idx="1008">
                  <c:v>2025.9452</c:v>
                </c:pt>
                <c:pt idx="1009">
                  <c:v>2025.9479</c:v>
                </c:pt>
                <c:pt idx="1010">
                  <c:v>2025.9507</c:v>
                </c:pt>
                <c:pt idx="1011">
                  <c:v>2025.9534</c:v>
                </c:pt>
                <c:pt idx="1012">
                  <c:v>2025.9562</c:v>
                </c:pt>
                <c:pt idx="1013">
                  <c:v>2025.9589</c:v>
                </c:pt>
                <c:pt idx="1014">
                  <c:v>2025.9616</c:v>
                </c:pt>
                <c:pt idx="1015">
                  <c:v>2025.9644</c:v>
                </c:pt>
                <c:pt idx="1016">
                  <c:v>2025.9671</c:v>
                </c:pt>
                <c:pt idx="1017">
                  <c:v>2025.9699</c:v>
                </c:pt>
                <c:pt idx="1018">
                  <c:v>2025.9726</c:v>
                </c:pt>
                <c:pt idx="1019">
                  <c:v>2025.9753</c:v>
                </c:pt>
                <c:pt idx="1020">
                  <c:v>2025.9781</c:v>
                </c:pt>
                <c:pt idx="1021">
                  <c:v>2025.9808</c:v>
                </c:pt>
                <c:pt idx="1022">
                  <c:v>2025.9836</c:v>
                </c:pt>
                <c:pt idx="1023">
                  <c:v>2025.9863</c:v>
                </c:pt>
                <c:pt idx="1024">
                  <c:v>2025.989</c:v>
                </c:pt>
                <c:pt idx="1025">
                  <c:v>2025.9918</c:v>
                </c:pt>
                <c:pt idx="1026">
                  <c:v>2025.9945</c:v>
                </c:pt>
                <c:pt idx="1027">
                  <c:v>2025.9973</c:v>
                </c:pt>
                <c:pt idx="1028">
                  <c:v>2026</c:v>
                </c:pt>
                <c:pt idx="1029">
                  <c:v>2026.0027</c:v>
                </c:pt>
                <c:pt idx="1030">
                  <c:v>2026.0055</c:v>
                </c:pt>
                <c:pt idx="1031">
                  <c:v>2026.0082</c:v>
                </c:pt>
                <c:pt idx="1032">
                  <c:v>2026.011</c:v>
                </c:pt>
                <c:pt idx="1033">
                  <c:v>2026.0137</c:v>
                </c:pt>
                <c:pt idx="1034">
                  <c:v>2026.0164</c:v>
                </c:pt>
                <c:pt idx="1035">
                  <c:v>2026.0192</c:v>
                </c:pt>
                <c:pt idx="1036">
                  <c:v>2026.0219</c:v>
                </c:pt>
                <c:pt idx="1037">
                  <c:v>2026.0247</c:v>
                </c:pt>
                <c:pt idx="1038">
                  <c:v>2026.0274</c:v>
                </c:pt>
                <c:pt idx="1039">
                  <c:v>2026.0301</c:v>
                </c:pt>
                <c:pt idx="1040">
                  <c:v>2026.0329</c:v>
                </c:pt>
                <c:pt idx="1041">
                  <c:v>2026.0356</c:v>
                </c:pt>
                <c:pt idx="1042">
                  <c:v>2026.0384</c:v>
                </c:pt>
                <c:pt idx="1043">
                  <c:v>2026.0411</c:v>
                </c:pt>
                <c:pt idx="1044">
                  <c:v>2026.0438</c:v>
                </c:pt>
                <c:pt idx="1045">
                  <c:v>2026.0466</c:v>
                </c:pt>
                <c:pt idx="1046">
                  <c:v>2026.0493</c:v>
                </c:pt>
                <c:pt idx="1047">
                  <c:v>2026.0521</c:v>
                </c:pt>
                <c:pt idx="1048">
                  <c:v>2026.0548</c:v>
                </c:pt>
                <c:pt idx="1049">
                  <c:v>2026.0575</c:v>
                </c:pt>
                <c:pt idx="1050">
                  <c:v>2026.0603</c:v>
                </c:pt>
                <c:pt idx="1051">
                  <c:v>2026.063</c:v>
                </c:pt>
                <c:pt idx="1052">
                  <c:v>2026.0658</c:v>
                </c:pt>
                <c:pt idx="1053">
                  <c:v>2026.0685</c:v>
                </c:pt>
                <c:pt idx="1054">
                  <c:v>2026.0712</c:v>
                </c:pt>
                <c:pt idx="1055">
                  <c:v>2026.074</c:v>
                </c:pt>
                <c:pt idx="1056">
                  <c:v>2026.0767</c:v>
                </c:pt>
                <c:pt idx="1057">
                  <c:v>2026.0795</c:v>
                </c:pt>
                <c:pt idx="1058">
                  <c:v>2026.0822</c:v>
                </c:pt>
                <c:pt idx="1059">
                  <c:v>2026.0849</c:v>
                </c:pt>
                <c:pt idx="1060">
                  <c:v>2026.0877</c:v>
                </c:pt>
                <c:pt idx="1061">
                  <c:v>2026.0904</c:v>
                </c:pt>
                <c:pt idx="1062">
                  <c:v>2026.0932</c:v>
                </c:pt>
                <c:pt idx="1063">
                  <c:v>2026.0959</c:v>
                </c:pt>
                <c:pt idx="1064">
                  <c:v>2026.0986</c:v>
                </c:pt>
                <c:pt idx="1065">
                  <c:v>2026.1014</c:v>
                </c:pt>
                <c:pt idx="1066">
                  <c:v>2026.1041</c:v>
                </c:pt>
                <c:pt idx="1067">
                  <c:v>2026.1068</c:v>
                </c:pt>
                <c:pt idx="1068">
                  <c:v>2026.1096</c:v>
                </c:pt>
                <c:pt idx="1069">
                  <c:v>2026.1123</c:v>
                </c:pt>
                <c:pt idx="1070">
                  <c:v>2026.1151</c:v>
                </c:pt>
                <c:pt idx="1071">
                  <c:v>2026.1178</c:v>
                </c:pt>
                <c:pt idx="1072">
                  <c:v>2026.1205</c:v>
                </c:pt>
                <c:pt idx="1073">
                  <c:v>2026.1233</c:v>
                </c:pt>
                <c:pt idx="1074">
                  <c:v>2026.126</c:v>
                </c:pt>
                <c:pt idx="1075">
                  <c:v>2026.1288</c:v>
                </c:pt>
                <c:pt idx="1076">
                  <c:v>2026.1315</c:v>
                </c:pt>
                <c:pt idx="1077">
                  <c:v>2026.1342</c:v>
                </c:pt>
                <c:pt idx="1078">
                  <c:v>2026.137</c:v>
                </c:pt>
                <c:pt idx="1079">
                  <c:v>2026.1397</c:v>
                </c:pt>
                <c:pt idx="1080">
                  <c:v>2026.1425</c:v>
                </c:pt>
                <c:pt idx="1081">
                  <c:v>2026.1452</c:v>
                </c:pt>
                <c:pt idx="1082">
                  <c:v>2026.1479</c:v>
                </c:pt>
                <c:pt idx="1083">
                  <c:v>2026.1507</c:v>
                </c:pt>
                <c:pt idx="1084">
                  <c:v>2026.1534</c:v>
                </c:pt>
                <c:pt idx="1085">
                  <c:v>2026.1562</c:v>
                </c:pt>
                <c:pt idx="1086">
                  <c:v>2026.1589</c:v>
                </c:pt>
                <c:pt idx="1087">
                  <c:v>2026.1616</c:v>
                </c:pt>
                <c:pt idx="1088">
                  <c:v>2026.1644</c:v>
                </c:pt>
                <c:pt idx="1089">
                  <c:v>2026.1671</c:v>
                </c:pt>
                <c:pt idx="1090">
                  <c:v>2026.1699</c:v>
                </c:pt>
                <c:pt idx="1091">
                  <c:v>2026.1726</c:v>
                </c:pt>
                <c:pt idx="1092">
                  <c:v>2026.1753</c:v>
                </c:pt>
                <c:pt idx="1093">
                  <c:v>2026.1781</c:v>
                </c:pt>
                <c:pt idx="1094">
                  <c:v>2026.1808</c:v>
                </c:pt>
                <c:pt idx="1095">
                  <c:v>2026.1836</c:v>
                </c:pt>
                <c:pt idx="1096">
                  <c:v>2026.1863</c:v>
                </c:pt>
                <c:pt idx="1097">
                  <c:v>2026.189</c:v>
                </c:pt>
                <c:pt idx="1098">
                  <c:v>2026.1918</c:v>
                </c:pt>
                <c:pt idx="1099">
                  <c:v>2026.1945</c:v>
                </c:pt>
                <c:pt idx="1100">
                  <c:v>2026.1973</c:v>
                </c:pt>
                <c:pt idx="1101">
                  <c:v>2026.2</c:v>
                </c:pt>
                <c:pt idx="1102">
                  <c:v>2026.2027</c:v>
                </c:pt>
                <c:pt idx="1103">
                  <c:v>2026.2055</c:v>
                </c:pt>
                <c:pt idx="1104">
                  <c:v>2026.2082</c:v>
                </c:pt>
                <c:pt idx="1105">
                  <c:v>2026.211</c:v>
                </c:pt>
                <c:pt idx="1106">
                  <c:v>2026.2137</c:v>
                </c:pt>
                <c:pt idx="1107">
                  <c:v>2026.2192</c:v>
                </c:pt>
                <c:pt idx="1108">
                  <c:v>2026.2274</c:v>
                </c:pt>
                <c:pt idx="1109">
                  <c:v>2026.2301</c:v>
                </c:pt>
                <c:pt idx="1110">
                  <c:v>2026.2329</c:v>
                </c:pt>
                <c:pt idx="1111">
                  <c:v>2026.2356</c:v>
                </c:pt>
                <c:pt idx="1112">
                  <c:v>2026.2384</c:v>
                </c:pt>
                <c:pt idx="1113">
                  <c:v>2026.2411</c:v>
                </c:pt>
                <c:pt idx="1114">
                  <c:v>2026.2438</c:v>
                </c:pt>
                <c:pt idx="1115">
                  <c:v>2026.2466</c:v>
                </c:pt>
                <c:pt idx="1116">
                  <c:v>2026.2493</c:v>
                </c:pt>
                <c:pt idx="1117">
                  <c:v>2026.2521</c:v>
                </c:pt>
                <c:pt idx="1118">
                  <c:v>2026.2548</c:v>
                </c:pt>
                <c:pt idx="1119">
                  <c:v>2026.2575</c:v>
                </c:pt>
                <c:pt idx="1120">
                  <c:v>2026.2603</c:v>
                </c:pt>
                <c:pt idx="1121">
                  <c:v>2026.263</c:v>
                </c:pt>
                <c:pt idx="1122">
                  <c:v>2026.2658</c:v>
                </c:pt>
                <c:pt idx="1123">
                  <c:v>2026.2685</c:v>
                </c:pt>
                <c:pt idx="1124">
                  <c:v>2026.2712</c:v>
                </c:pt>
                <c:pt idx="1125">
                  <c:v>2026.274</c:v>
                </c:pt>
                <c:pt idx="1126">
                  <c:v>2026.2767</c:v>
                </c:pt>
                <c:pt idx="1127">
                  <c:v>2026.2795</c:v>
                </c:pt>
                <c:pt idx="1128">
                  <c:v>2026.2822</c:v>
                </c:pt>
                <c:pt idx="1129">
                  <c:v>2026.2849</c:v>
                </c:pt>
                <c:pt idx="1130">
                  <c:v>2026.2877</c:v>
                </c:pt>
                <c:pt idx="1131">
                  <c:v>2026.2904</c:v>
                </c:pt>
                <c:pt idx="1132">
                  <c:v>2026.2932</c:v>
                </c:pt>
                <c:pt idx="1133">
                  <c:v>2026.2959</c:v>
                </c:pt>
                <c:pt idx="1134">
                  <c:v>2026.3014</c:v>
                </c:pt>
                <c:pt idx="1135">
                  <c:v>2026.3041</c:v>
                </c:pt>
                <c:pt idx="1136">
                  <c:v>2026.3068</c:v>
                </c:pt>
                <c:pt idx="1137">
                  <c:v>2026.3096</c:v>
                </c:pt>
                <c:pt idx="1138">
                  <c:v>2026.3151</c:v>
                </c:pt>
                <c:pt idx="1139">
                  <c:v>2026.3178</c:v>
                </c:pt>
                <c:pt idx="1140">
                  <c:v>2026.3205</c:v>
                </c:pt>
                <c:pt idx="1141">
                  <c:v>2026.3233</c:v>
                </c:pt>
                <c:pt idx="1142">
                  <c:v>2026.326</c:v>
                </c:pt>
                <c:pt idx="1143">
                  <c:v>2026.3288</c:v>
                </c:pt>
                <c:pt idx="1144">
                  <c:v>2026.3315</c:v>
                </c:pt>
                <c:pt idx="1145">
                  <c:v>2026.3342</c:v>
                </c:pt>
                <c:pt idx="1146">
                  <c:v>2026.337</c:v>
                </c:pt>
                <c:pt idx="1147">
                  <c:v>2026.3397</c:v>
                </c:pt>
                <c:pt idx="1148">
                  <c:v>2026.3425</c:v>
                </c:pt>
                <c:pt idx="1149">
                  <c:v>2026.3452</c:v>
                </c:pt>
                <c:pt idx="1150">
                  <c:v>2026.3479</c:v>
                </c:pt>
                <c:pt idx="1151">
                  <c:v>2026.3507</c:v>
                </c:pt>
                <c:pt idx="1152">
                  <c:v>2026.3534</c:v>
                </c:pt>
                <c:pt idx="1153">
                  <c:v>2026.3562</c:v>
                </c:pt>
                <c:pt idx="1154">
                  <c:v>2026.3616</c:v>
                </c:pt>
                <c:pt idx="1155">
                  <c:v>2026.3644</c:v>
                </c:pt>
                <c:pt idx="1156">
                  <c:v>2026.3671</c:v>
                </c:pt>
                <c:pt idx="1157">
                  <c:v>2026.3699</c:v>
                </c:pt>
                <c:pt idx="1158">
                  <c:v>2026.3726</c:v>
                </c:pt>
                <c:pt idx="1159">
                  <c:v>2026.3753</c:v>
                </c:pt>
                <c:pt idx="1160">
                  <c:v>2026.3781</c:v>
                </c:pt>
                <c:pt idx="1161">
                  <c:v>2026.3808</c:v>
                </c:pt>
                <c:pt idx="1162">
                  <c:v>2026.3836</c:v>
                </c:pt>
                <c:pt idx="1163">
                  <c:v>2026.3863</c:v>
                </c:pt>
                <c:pt idx="1164">
                  <c:v>2026.389</c:v>
                </c:pt>
                <c:pt idx="1165">
                  <c:v>2026.3918</c:v>
                </c:pt>
                <c:pt idx="1166">
                  <c:v>2026.3945</c:v>
                </c:pt>
                <c:pt idx="1167">
                  <c:v>2026.3973</c:v>
                </c:pt>
                <c:pt idx="1168">
                  <c:v>2026.4</c:v>
                </c:pt>
                <c:pt idx="1169">
                  <c:v>2026.4027</c:v>
                </c:pt>
                <c:pt idx="1170">
                  <c:v>2026.4055</c:v>
                </c:pt>
                <c:pt idx="1171">
                  <c:v>2026.4082</c:v>
                </c:pt>
                <c:pt idx="1172">
                  <c:v>2026.411</c:v>
                </c:pt>
                <c:pt idx="1173">
                  <c:v>2026.4137</c:v>
                </c:pt>
                <c:pt idx="1174">
                  <c:v>2026.4164</c:v>
                </c:pt>
                <c:pt idx="1175">
                  <c:v>2026.4192</c:v>
                </c:pt>
                <c:pt idx="1176">
                  <c:v>2026.4219</c:v>
                </c:pt>
                <c:pt idx="1177">
                  <c:v>2026.4247</c:v>
                </c:pt>
                <c:pt idx="1178">
                  <c:v>2026.4274</c:v>
                </c:pt>
                <c:pt idx="1179">
                  <c:v>2026.4301</c:v>
                </c:pt>
                <c:pt idx="1180">
                  <c:v>2026.4329</c:v>
                </c:pt>
                <c:pt idx="1181">
                  <c:v>2026.4356</c:v>
                </c:pt>
                <c:pt idx="1182">
                  <c:v>2026.4384</c:v>
                </c:pt>
                <c:pt idx="1183">
                  <c:v>2026.4411</c:v>
                </c:pt>
                <c:pt idx="1184">
                  <c:v>2026.4438</c:v>
                </c:pt>
                <c:pt idx="1185">
                  <c:v>2026.4466</c:v>
                </c:pt>
                <c:pt idx="1186">
                  <c:v>2026.4493</c:v>
                </c:pt>
                <c:pt idx="1187">
                  <c:v>2026.4521</c:v>
                </c:pt>
                <c:pt idx="1188">
                  <c:v>2026.4548</c:v>
                </c:pt>
                <c:pt idx="1189">
                  <c:v>2026.4575</c:v>
                </c:pt>
                <c:pt idx="1190">
                  <c:v>2026.4849</c:v>
                </c:pt>
                <c:pt idx="1191">
                  <c:v>2026.4877</c:v>
                </c:pt>
                <c:pt idx="1192">
                  <c:v>2026.4904</c:v>
                </c:pt>
                <c:pt idx="1193">
                  <c:v>2026.4932</c:v>
                </c:pt>
                <c:pt idx="1194">
                  <c:v>2026.4959</c:v>
                </c:pt>
                <c:pt idx="1195">
                  <c:v>2026.4986</c:v>
                </c:pt>
                <c:pt idx="1196">
                  <c:v>2026.5014</c:v>
                </c:pt>
                <c:pt idx="1197">
                  <c:v>2026.5041</c:v>
                </c:pt>
                <c:pt idx="1198">
                  <c:v>2026.5068</c:v>
                </c:pt>
                <c:pt idx="1199">
                  <c:v>2026.5096</c:v>
                </c:pt>
                <c:pt idx="1200">
                  <c:v>2026.5123</c:v>
                </c:pt>
                <c:pt idx="1201">
                  <c:v>2026.5151</c:v>
                </c:pt>
                <c:pt idx="1202">
                  <c:v>2026.5178</c:v>
                </c:pt>
                <c:pt idx="1203">
                  <c:v>2026.5205</c:v>
                </c:pt>
                <c:pt idx="1204">
                  <c:v>2026.5233</c:v>
                </c:pt>
                <c:pt idx="1205">
                  <c:v>2026.526</c:v>
                </c:pt>
                <c:pt idx="1206">
                  <c:v>2026.5288</c:v>
                </c:pt>
                <c:pt idx="1207">
                  <c:v>2026.5315</c:v>
                </c:pt>
                <c:pt idx="1208">
                  <c:v>2026.5342</c:v>
                </c:pt>
                <c:pt idx="1209">
                  <c:v>2026.537</c:v>
                </c:pt>
                <c:pt idx="1210">
                  <c:v>2026.5397</c:v>
                </c:pt>
                <c:pt idx="1211">
                  <c:v>2026.5425</c:v>
                </c:pt>
                <c:pt idx="1212">
                  <c:v>2026.5452</c:v>
                </c:pt>
                <c:pt idx="1213">
                  <c:v>2026.5479</c:v>
                </c:pt>
                <c:pt idx="1214">
                  <c:v>2026.5507</c:v>
                </c:pt>
                <c:pt idx="1215">
                  <c:v>2026.5534</c:v>
                </c:pt>
                <c:pt idx="1216">
                  <c:v>2026.5562</c:v>
                </c:pt>
                <c:pt idx="1217">
                  <c:v>2026.5589</c:v>
                </c:pt>
                <c:pt idx="1218">
                  <c:v>2026.5616</c:v>
                </c:pt>
                <c:pt idx="1219">
                  <c:v>2026.5644</c:v>
                </c:pt>
                <c:pt idx="1220">
                  <c:v>2026.5671</c:v>
                </c:pt>
                <c:pt idx="1221">
                  <c:v>2026.5699</c:v>
                </c:pt>
                <c:pt idx="1222">
                  <c:v>2026.5726</c:v>
                </c:pt>
                <c:pt idx="1223">
                  <c:v>2026.5753</c:v>
                </c:pt>
                <c:pt idx="1224">
                  <c:v>2026.5781</c:v>
                </c:pt>
                <c:pt idx="1225">
                  <c:v>2026.5808</c:v>
                </c:pt>
                <c:pt idx="1226">
                  <c:v>2026.5836</c:v>
                </c:pt>
                <c:pt idx="1227">
                  <c:v>2026.5863</c:v>
                </c:pt>
                <c:pt idx="1228">
                  <c:v>2026.589</c:v>
                </c:pt>
                <c:pt idx="1229">
                  <c:v>2026.5918</c:v>
                </c:pt>
                <c:pt idx="1230">
                  <c:v>2026.5945</c:v>
                </c:pt>
                <c:pt idx="1231">
                  <c:v>2026.5973</c:v>
                </c:pt>
                <c:pt idx="1232">
                  <c:v>2026.6027</c:v>
                </c:pt>
                <c:pt idx="1233">
                  <c:v>2026.6055</c:v>
                </c:pt>
                <c:pt idx="1234">
                  <c:v>2026.6082</c:v>
                </c:pt>
                <c:pt idx="1235">
                  <c:v>2026.611</c:v>
                </c:pt>
                <c:pt idx="1236">
                  <c:v>2026.6137</c:v>
                </c:pt>
                <c:pt idx="1237">
                  <c:v>2026.6164</c:v>
                </c:pt>
                <c:pt idx="1238">
                  <c:v>2026.6192</c:v>
                </c:pt>
                <c:pt idx="1239">
                  <c:v>2026.6219</c:v>
                </c:pt>
                <c:pt idx="1240">
                  <c:v>2026.6247</c:v>
                </c:pt>
                <c:pt idx="1241">
                  <c:v>2026.6274</c:v>
                </c:pt>
                <c:pt idx="1242">
                  <c:v>2026.6301</c:v>
                </c:pt>
                <c:pt idx="1243">
                  <c:v>2026.6329</c:v>
                </c:pt>
                <c:pt idx="1244">
                  <c:v>2026.6438</c:v>
                </c:pt>
                <c:pt idx="1245">
                  <c:v>2026.6466</c:v>
                </c:pt>
                <c:pt idx="1246">
                  <c:v>2026.6493</c:v>
                </c:pt>
                <c:pt idx="1247">
                  <c:v>2026.6521</c:v>
                </c:pt>
                <c:pt idx="1248">
                  <c:v>2026.6548</c:v>
                </c:pt>
                <c:pt idx="1249">
                  <c:v>2026.6575</c:v>
                </c:pt>
                <c:pt idx="1250">
                  <c:v>2026.6603</c:v>
                </c:pt>
                <c:pt idx="1251">
                  <c:v>2026.663</c:v>
                </c:pt>
                <c:pt idx="1252">
                  <c:v>2026.6658</c:v>
                </c:pt>
                <c:pt idx="1253">
                  <c:v>2026.6685</c:v>
                </c:pt>
                <c:pt idx="1254">
                  <c:v>2026.6712</c:v>
                </c:pt>
                <c:pt idx="1255">
                  <c:v>2026.674</c:v>
                </c:pt>
                <c:pt idx="1256">
                  <c:v>2026.6767</c:v>
                </c:pt>
                <c:pt idx="1257">
                  <c:v>2026.6795</c:v>
                </c:pt>
                <c:pt idx="1258">
                  <c:v>2026.6822</c:v>
                </c:pt>
                <c:pt idx="1259">
                  <c:v>2026.6849</c:v>
                </c:pt>
                <c:pt idx="1260">
                  <c:v>2026.6932</c:v>
                </c:pt>
                <c:pt idx="1261">
                  <c:v>2026.6959</c:v>
                </c:pt>
                <c:pt idx="1262">
                  <c:v>2026.6986</c:v>
                </c:pt>
                <c:pt idx="1263">
                  <c:v>2026.7014</c:v>
                </c:pt>
                <c:pt idx="1264">
                  <c:v>2026.7041</c:v>
                </c:pt>
                <c:pt idx="1265">
                  <c:v>2026.7068</c:v>
                </c:pt>
                <c:pt idx="1266">
                  <c:v>2026.7096</c:v>
                </c:pt>
                <c:pt idx="1267">
                  <c:v>2026.7123</c:v>
                </c:pt>
                <c:pt idx="1268">
                  <c:v>2026.7151</c:v>
                </c:pt>
                <c:pt idx="1269">
                  <c:v>2026.7178</c:v>
                </c:pt>
                <c:pt idx="1270">
                  <c:v>2026.7205</c:v>
                </c:pt>
                <c:pt idx="1271">
                  <c:v>2026.7233</c:v>
                </c:pt>
                <c:pt idx="1272">
                  <c:v>2026.726</c:v>
                </c:pt>
                <c:pt idx="1273">
                  <c:v>2026.7288</c:v>
                </c:pt>
                <c:pt idx="1274">
                  <c:v>2026.7315</c:v>
                </c:pt>
                <c:pt idx="1275">
                  <c:v>2026.7342</c:v>
                </c:pt>
                <c:pt idx="1276">
                  <c:v>2026.737</c:v>
                </c:pt>
                <c:pt idx="1277">
                  <c:v>2026.7397</c:v>
                </c:pt>
                <c:pt idx="1278">
                  <c:v>2026.7425</c:v>
                </c:pt>
                <c:pt idx="1279">
                  <c:v>2026.7452</c:v>
                </c:pt>
                <c:pt idx="1280">
                  <c:v>2026.7479</c:v>
                </c:pt>
                <c:pt idx="1281">
                  <c:v>2026.7507</c:v>
                </c:pt>
              </c:numCache>
            </c:numRef>
          </c:xVal>
          <c:yVal>
            <c:numRef>
              <c:f>'Chart Data'!$D$2:$D$1283</c:f>
              <c:numCache>
                <c:formatCode>0</c:formatCode>
                <c:ptCount val="1282"/>
                <c:pt idx="0">
                  <c:v>55</c:v>
                </c:pt>
                <c:pt idx="1">
                  <c:v>15</c:v>
                </c:pt>
                <c:pt idx="2">
                  <c:v>1</c:v>
                </c:pt>
                <c:pt idx="3">
                  <c:v>1</c:v>
                </c:pt>
                <c:pt idx="4">
                  <c:v>6</c:v>
                </c:pt>
                <c:pt idx="5">
                  <c:v>2</c:v>
                </c:pt>
                <c:pt idx="6">
                  <c:v>11</c:v>
                </c:pt>
                <c:pt idx="7">
                  <c:v>23</c:v>
                </c:pt>
                <c:pt idx="8">
                  <c:v>3</c:v>
                </c:pt>
                <c:pt idx="9">
                  <c:v>4</c:v>
                </c:pt>
                <c:pt idx="10">
                  <c:v>6</c:v>
                </c:pt>
                <c:pt idx="11">
                  <c:v>12</c:v>
                </c:pt>
                <c:pt idx="12">
                  <c:v>8</c:v>
                </c:pt>
                <c:pt idx="13">
                  <c:v>18</c:v>
                </c:pt>
                <c:pt idx="14">
                  <c:v>14</c:v>
                </c:pt>
                <c:pt idx="15">
                  <c:v>6</c:v>
                </c:pt>
                <c:pt idx="16">
                  <c:v>9</c:v>
                </c:pt>
                <c:pt idx="17">
                  <c:v>22</c:v>
                </c:pt>
                <c:pt idx="18">
                  <c:v>11</c:v>
                </c:pt>
                <c:pt idx="19">
                  <c:v>13</c:v>
                </c:pt>
                <c:pt idx="20">
                  <c:v>8</c:v>
                </c:pt>
                <c:pt idx="21">
                  <c:v>4</c:v>
                </c:pt>
                <c:pt idx="22">
                  <c:v>6</c:v>
                </c:pt>
                <c:pt idx="23">
                  <c:v>5</c:v>
                </c:pt>
                <c:pt idx="24">
                  <c:v>8</c:v>
                </c:pt>
                <c:pt idx="25">
                  <c:v>23</c:v>
                </c:pt>
                <c:pt idx="26">
                  <c:v>14</c:v>
                </c:pt>
                <c:pt idx="27">
                  <c:v>4</c:v>
                </c:pt>
                <c:pt idx="28">
                  <c:v>18</c:v>
                </c:pt>
                <c:pt idx="29">
                  <c:v>11</c:v>
                </c:pt>
                <c:pt idx="30">
                  <c:v>12</c:v>
                </c:pt>
                <c:pt idx="31">
                  <c:v>11</c:v>
                </c:pt>
                <c:pt idx="32">
                  <c:v>87</c:v>
                </c:pt>
                <c:pt idx="33">
                  <c:v>19</c:v>
                </c:pt>
                <c:pt idx="34">
                  <c:v>9</c:v>
                </c:pt>
                <c:pt idx="35">
                  <c:v>8</c:v>
                </c:pt>
                <c:pt idx="36">
                  <c:v>3</c:v>
                </c:pt>
                <c:pt idx="37">
                  <c:v>11</c:v>
                </c:pt>
                <c:pt idx="38">
                  <c:v>3</c:v>
                </c:pt>
                <c:pt idx="39">
                  <c:v>5</c:v>
                </c:pt>
                <c:pt idx="40">
                  <c:v>2</c:v>
                </c:pt>
                <c:pt idx="41">
                  <c:v>6</c:v>
                </c:pt>
                <c:pt idx="42">
                  <c:v>12</c:v>
                </c:pt>
                <c:pt idx="43">
                  <c:v>4</c:v>
                </c:pt>
                <c:pt idx="44">
                  <c:v>22</c:v>
                </c:pt>
                <c:pt idx="45">
                  <c:v>9</c:v>
                </c:pt>
                <c:pt idx="46">
                  <c:v>2</c:v>
                </c:pt>
                <c:pt idx="47">
                  <c:v>5</c:v>
                </c:pt>
                <c:pt idx="48">
                  <c:v>4</c:v>
                </c:pt>
                <c:pt idx="49">
                  <c:v>7</c:v>
                </c:pt>
                <c:pt idx="50">
                  <c:v>77</c:v>
                </c:pt>
                <c:pt idx="51">
                  <c:v>64</c:v>
                </c:pt>
                <c:pt idx="52">
                  <c:v>5</c:v>
                </c:pt>
                <c:pt idx="53">
                  <c:v>10</c:v>
                </c:pt>
                <c:pt idx="54">
                  <c:v>2</c:v>
                </c:pt>
                <c:pt idx="55">
                  <c:v>17</c:v>
                </c:pt>
                <c:pt idx="56">
                  <c:v>9</c:v>
                </c:pt>
                <c:pt idx="57">
                  <c:v>14</c:v>
                </c:pt>
                <c:pt idx="58">
                  <c:v>8</c:v>
                </c:pt>
                <c:pt idx="59">
                  <c:v>7</c:v>
                </c:pt>
                <c:pt idx="60">
                  <c:v>8</c:v>
                </c:pt>
                <c:pt idx="61">
                  <c:v>1</c:v>
                </c:pt>
                <c:pt idx="62">
                  <c:v>9</c:v>
                </c:pt>
                <c:pt idx="63">
                  <c:v>22</c:v>
                </c:pt>
                <c:pt idx="64">
                  <c:v>8</c:v>
                </c:pt>
                <c:pt idx="65">
                  <c:v>3</c:v>
                </c:pt>
                <c:pt idx="66">
                  <c:v>3</c:v>
                </c:pt>
                <c:pt idx="67">
                  <c:v>3</c:v>
                </c:pt>
                <c:pt idx="68">
                  <c:v>8</c:v>
                </c:pt>
                <c:pt idx="69">
                  <c:v>6</c:v>
                </c:pt>
                <c:pt idx="70">
                  <c:v>10</c:v>
                </c:pt>
                <c:pt idx="71">
                  <c:v>4</c:v>
                </c:pt>
                <c:pt idx="72">
                  <c:v>5</c:v>
                </c:pt>
                <c:pt idx="73">
                  <c:v>4</c:v>
                </c:pt>
                <c:pt idx="74">
                  <c:v>6</c:v>
                </c:pt>
                <c:pt idx="75">
                  <c:v>0</c:v>
                </c:pt>
                <c:pt idx="76">
                  <c:v>4</c:v>
                </c:pt>
                <c:pt idx="77">
                  <c:v>2</c:v>
                </c:pt>
                <c:pt idx="78">
                  <c:v>13</c:v>
                </c:pt>
                <c:pt idx="79">
                  <c:v>32</c:v>
                </c:pt>
                <c:pt idx="80">
                  <c:v>14</c:v>
                </c:pt>
                <c:pt idx="81">
                  <c:v>40</c:v>
                </c:pt>
                <c:pt idx="82">
                  <c:v>3</c:v>
                </c:pt>
                <c:pt idx="83">
                  <c:v>2</c:v>
                </c:pt>
                <c:pt idx="84">
                  <c:v>7</c:v>
                </c:pt>
                <c:pt idx="85">
                  <c:v>6</c:v>
                </c:pt>
                <c:pt idx="86">
                  <c:v>8</c:v>
                </c:pt>
                <c:pt idx="87">
                  <c:v>11</c:v>
                </c:pt>
                <c:pt idx="88">
                  <c:v>13</c:v>
                </c:pt>
                <c:pt idx="89">
                  <c:v>33</c:v>
                </c:pt>
                <c:pt idx="90">
                  <c:v>6</c:v>
                </c:pt>
                <c:pt idx="91">
                  <c:v>4</c:v>
                </c:pt>
                <c:pt idx="92">
                  <c:v>17</c:v>
                </c:pt>
                <c:pt idx="93">
                  <c:v>1</c:v>
                </c:pt>
                <c:pt idx="94">
                  <c:v>32</c:v>
                </c:pt>
                <c:pt idx="95">
                  <c:v>14</c:v>
                </c:pt>
                <c:pt idx="96">
                  <c:v>11</c:v>
                </c:pt>
                <c:pt idx="97">
                  <c:v>7</c:v>
                </c:pt>
                <c:pt idx="98">
                  <c:v>1</c:v>
                </c:pt>
                <c:pt idx="99">
                  <c:v>5</c:v>
                </c:pt>
                <c:pt idx="100">
                  <c:v>8</c:v>
                </c:pt>
                <c:pt idx="101">
                  <c:v>6</c:v>
                </c:pt>
                <c:pt idx="102">
                  <c:v>0</c:v>
                </c:pt>
                <c:pt idx="103">
                  <c:v>8</c:v>
                </c:pt>
                <c:pt idx="104">
                  <c:v>20</c:v>
                </c:pt>
                <c:pt idx="105">
                  <c:v>7</c:v>
                </c:pt>
                <c:pt idx="106">
                  <c:v>16</c:v>
                </c:pt>
                <c:pt idx="107">
                  <c:v>7</c:v>
                </c:pt>
                <c:pt idx="108">
                  <c:v>9</c:v>
                </c:pt>
                <c:pt idx="109">
                  <c:v>11</c:v>
                </c:pt>
                <c:pt idx="110">
                  <c:v>7</c:v>
                </c:pt>
                <c:pt idx="111">
                  <c:v>6</c:v>
                </c:pt>
                <c:pt idx="112">
                  <c:v>18</c:v>
                </c:pt>
                <c:pt idx="113">
                  <c:v>21</c:v>
                </c:pt>
                <c:pt idx="114">
                  <c:v>47</c:v>
                </c:pt>
                <c:pt idx="115">
                  <c:v>36</c:v>
                </c:pt>
                <c:pt idx="116">
                  <c:v>2</c:v>
                </c:pt>
                <c:pt idx="117">
                  <c:v>3</c:v>
                </c:pt>
                <c:pt idx="118">
                  <c:v>12</c:v>
                </c:pt>
                <c:pt idx="119">
                  <c:v>14</c:v>
                </c:pt>
                <c:pt idx="120">
                  <c:v>39</c:v>
                </c:pt>
                <c:pt idx="121">
                  <c:v>3</c:v>
                </c:pt>
                <c:pt idx="122">
                  <c:v>17</c:v>
                </c:pt>
                <c:pt idx="123">
                  <c:v>13</c:v>
                </c:pt>
                <c:pt idx="124">
                  <c:v>13</c:v>
                </c:pt>
                <c:pt idx="125">
                  <c:v>10</c:v>
                </c:pt>
                <c:pt idx="126">
                  <c:v>6</c:v>
                </c:pt>
                <c:pt idx="127">
                  <c:v>6</c:v>
                </c:pt>
                <c:pt idx="128">
                  <c:v>22</c:v>
                </c:pt>
                <c:pt idx="129">
                  <c:v>15</c:v>
                </c:pt>
                <c:pt idx="130">
                  <c:v>16</c:v>
                </c:pt>
                <c:pt idx="131">
                  <c:v>8</c:v>
                </c:pt>
                <c:pt idx="132">
                  <c:v>7</c:v>
                </c:pt>
                <c:pt idx="133">
                  <c:v>6</c:v>
                </c:pt>
                <c:pt idx="134">
                  <c:v>4</c:v>
                </c:pt>
                <c:pt idx="135">
                  <c:v>6</c:v>
                </c:pt>
                <c:pt idx="136">
                  <c:v>8</c:v>
                </c:pt>
                <c:pt idx="137">
                  <c:v>7</c:v>
                </c:pt>
                <c:pt idx="138">
                  <c:v>2</c:v>
                </c:pt>
                <c:pt idx="139">
                  <c:v>7</c:v>
                </c:pt>
                <c:pt idx="140">
                  <c:v>7</c:v>
                </c:pt>
                <c:pt idx="141">
                  <c:v>10</c:v>
                </c:pt>
                <c:pt idx="142">
                  <c:v>13</c:v>
                </c:pt>
                <c:pt idx="143">
                  <c:v>12</c:v>
                </c:pt>
                <c:pt idx="144">
                  <c:v>5</c:v>
                </c:pt>
                <c:pt idx="145">
                  <c:v>6</c:v>
                </c:pt>
                <c:pt idx="146">
                  <c:v>8</c:v>
                </c:pt>
                <c:pt idx="147">
                  <c:v>3</c:v>
                </c:pt>
                <c:pt idx="148">
                  <c:v>9</c:v>
                </c:pt>
                <c:pt idx="149">
                  <c:v>7</c:v>
                </c:pt>
                <c:pt idx="150">
                  <c:v>3</c:v>
                </c:pt>
                <c:pt idx="151">
                  <c:v>12</c:v>
                </c:pt>
                <c:pt idx="152">
                  <c:v>11</c:v>
                </c:pt>
                <c:pt idx="153">
                  <c:v>12</c:v>
                </c:pt>
                <c:pt idx="154">
                  <c:v>2</c:v>
                </c:pt>
                <c:pt idx="155">
                  <c:v>5</c:v>
                </c:pt>
                <c:pt idx="156">
                  <c:v>5</c:v>
                </c:pt>
                <c:pt idx="157">
                  <c:v>4</c:v>
                </c:pt>
                <c:pt idx="158">
                  <c:v>36</c:v>
                </c:pt>
                <c:pt idx="159">
                  <c:v>18</c:v>
                </c:pt>
                <c:pt idx="160">
                  <c:v>10</c:v>
                </c:pt>
                <c:pt idx="161">
                  <c:v>5</c:v>
                </c:pt>
                <c:pt idx="162">
                  <c:v>3</c:v>
                </c:pt>
                <c:pt idx="163">
                  <c:v>2</c:v>
                </c:pt>
                <c:pt idx="164">
                  <c:v>2</c:v>
                </c:pt>
                <c:pt idx="165">
                  <c:v>7</c:v>
                </c:pt>
                <c:pt idx="166">
                  <c:v>2</c:v>
                </c:pt>
                <c:pt idx="167">
                  <c:v>47</c:v>
                </c:pt>
                <c:pt idx="168">
                  <c:v>3</c:v>
                </c:pt>
                <c:pt idx="169">
                  <c:v>6</c:v>
                </c:pt>
                <c:pt idx="170">
                  <c:v>2</c:v>
                </c:pt>
                <c:pt idx="171">
                  <c:v>7</c:v>
                </c:pt>
                <c:pt idx="172">
                  <c:v>6</c:v>
                </c:pt>
                <c:pt idx="173">
                  <c:v>10</c:v>
                </c:pt>
                <c:pt idx="174">
                  <c:v>6</c:v>
                </c:pt>
                <c:pt idx="175">
                  <c:v>17</c:v>
                </c:pt>
                <c:pt idx="176">
                  <c:v>9</c:v>
                </c:pt>
                <c:pt idx="177">
                  <c:v>7</c:v>
                </c:pt>
                <c:pt idx="178">
                  <c:v>9</c:v>
                </c:pt>
                <c:pt idx="179">
                  <c:v>6</c:v>
                </c:pt>
                <c:pt idx="180">
                  <c:v>15</c:v>
                </c:pt>
                <c:pt idx="181">
                  <c:v>39</c:v>
                </c:pt>
                <c:pt idx="182">
                  <c:v>7</c:v>
                </c:pt>
                <c:pt idx="183">
                  <c:v>2</c:v>
                </c:pt>
                <c:pt idx="184">
                  <c:v>3</c:v>
                </c:pt>
                <c:pt idx="185">
                  <c:v>7</c:v>
                </c:pt>
                <c:pt idx="186">
                  <c:v>10</c:v>
                </c:pt>
                <c:pt idx="187">
                  <c:v>33</c:v>
                </c:pt>
                <c:pt idx="188">
                  <c:v>14</c:v>
                </c:pt>
                <c:pt idx="189">
                  <c:v>26</c:v>
                </c:pt>
                <c:pt idx="190">
                  <c:v>28</c:v>
                </c:pt>
                <c:pt idx="191">
                  <c:v>12</c:v>
                </c:pt>
                <c:pt idx="192">
                  <c:v>3</c:v>
                </c:pt>
                <c:pt idx="193">
                  <c:v>7</c:v>
                </c:pt>
                <c:pt idx="194">
                  <c:v>2</c:v>
                </c:pt>
                <c:pt idx="195">
                  <c:v>7</c:v>
                </c:pt>
                <c:pt idx="196">
                  <c:v>2</c:v>
                </c:pt>
                <c:pt idx="197">
                  <c:v>13</c:v>
                </c:pt>
                <c:pt idx="198">
                  <c:v>42</c:v>
                </c:pt>
                <c:pt idx="199">
                  <c:v>18</c:v>
                </c:pt>
                <c:pt idx="200">
                  <c:v>9</c:v>
                </c:pt>
                <c:pt idx="201">
                  <c:v>9</c:v>
                </c:pt>
                <c:pt idx="202">
                  <c:v>15</c:v>
                </c:pt>
                <c:pt idx="203">
                  <c:v>2</c:v>
                </c:pt>
                <c:pt idx="204">
                  <c:v>4</c:v>
                </c:pt>
                <c:pt idx="205">
                  <c:v>5</c:v>
                </c:pt>
                <c:pt idx="206">
                  <c:v>8</c:v>
                </c:pt>
                <c:pt idx="207">
                  <c:v>15</c:v>
                </c:pt>
                <c:pt idx="208">
                  <c:v>2</c:v>
                </c:pt>
                <c:pt idx="209">
                  <c:v>7</c:v>
                </c:pt>
                <c:pt idx="210">
                  <c:v>2</c:v>
                </c:pt>
                <c:pt idx="211">
                  <c:v>4</c:v>
                </c:pt>
                <c:pt idx="212">
                  <c:v>12</c:v>
                </c:pt>
                <c:pt idx="213">
                  <c:v>43</c:v>
                </c:pt>
                <c:pt idx="214">
                  <c:v>10</c:v>
                </c:pt>
                <c:pt idx="215">
                  <c:v>10</c:v>
                </c:pt>
                <c:pt idx="216">
                  <c:v>10</c:v>
                </c:pt>
                <c:pt idx="217">
                  <c:v>4</c:v>
                </c:pt>
                <c:pt idx="218">
                  <c:v>24</c:v>
                </c:pt>
                <c:pt idx="219">
                  <c:v>7</c:v>
                </c:pt>
                <c:pt idx="220">
                  <c:v>3</c:v>
                </c:pt>
                <c:pt idx="221">
                  <c:v>9</c:v>
                </c:pt>
                <c:pt idx="222">
                  <c:v>3</c:v>
                </c:pt>
                <c:pt idx="223">
                  <c:v>3</c:v>
                </c:pt>
                <c:pt idx="224">
                  <c:v>5</c:v>
                </c:pt>
                <c:pt idx="225">
                  <c:v>3</c:v>
                </c:pt>
                <c:pt idx="226">
                  <c:v>44</c:v>
                </c:pt>
                <c:pt idx="227">
                  <c:v>8</c:v>
                </c:pt>
                <c:pt idx="228">
                  <c:v>2</c:v>
                </c:pt>
                <c:pt idx="229">
                  <c:v>4</c:v>
                </c:pt>
                <c:pt idx="230">
                  <c:v>8</c:v>
                </c:pt>
                <c:pt idx="231">
                  <c:v>7</c:v>
                </c:pt>
                <c:pt idx="232">
                  <c:v>18</c:v>
                </c:pt>
                <c:pt idx="233">
                  <c:v>7</c:v>
                </c:pt>
                <c:pt idx="234">
                  <c:v>1</c:v>
                </c:pt>
                <c:pt idx="235">
                  <c:v>8</c:v>
                </c:pt>
                <c:pt idx="236">
                  <c:v>16</c:v>
                </c:pt>
                <c:pt idx="237">
                  <c:v>29</c:v>
                </c:pt>
                <c:pt idx="238">
                  <c:v>59</c:v>
                </c:pt>
                <c:pt idx="239">
                  <c:v>27</c:v>
                </c:pt>
                <c:pt idx="240">
                  <c:v>31</c:v>
                </c:pt>
                <c:pt idx="241">
                  <c:v>4</c:v>
                </c:pt>
                <c:pt idx="242">
                  <c:v>4</c:v>
                </c:pt>
                <c:pt idx="243">
                  <c:v>1</c:v>
                </c:pt>
                <c:pt idx="244">
                  <c:v>9</c:v>
                </c:pt>
                <c:pt idx="245">
                  <c:v>1</c:v>
                </c:pt>
                <c:pt idx="246">
                  <c:v>2</c:v>
                </c:pt>
                <c:pt idx="247">
                  <c:v>2</c:v>
                </c:pt>
                <c:pt idx="248">
                  <c:v>2</c:v>
                </c:pt>
                <c:pt idx="249">
                  <c:v>0</c:v>
                </c:pt>
                <c:pt idx="250">
                  <c:v>12</c:v>
                </c:pt>
                <c:pt idx="251">
                  <c:v>2</c:v>
                </c:pt>
                <c:pt idx="252">
                  <c:v>6</c:v>
                </c:pt>
                <c:pt idx="253">
                  <c:v>4</c:v>
                </c:pt>
                <c:pt idx="254">
                  <c:v>4</c:v>
                </c:pt>
                <c:pt idx="255">
                  <c:v>6</c:v>
                </c:pt>
                <c:pt idx="256">
                  <c:v>4</c:v>
                </c:pt>
                <c:pt idx="257">
                  <c:v>19</c:v>
                </c:pt>
                <c:pt idx="258">
                  <c:v>4</c:v>
                </c:pt>
                <c:pt idx="259">
                  <c:v>4</c:v>
                </c:pt>
                <c:pt idx="260">
                  <c:v>7</c:v>
                </c:pt>
                <c:pt idx="261">
                  <c:v>9</c:v>
                </c:pt>
                <c:pt idx="262">
                  <c:v>2</c:v>
                </c:pt>
                <c:pt idx="263">
                  <c:v>2</c:v>
                </c:pt>
                <c:pt idx="264">
                  <c:v>8</c:v>
                </c:pt>
                <c:pt idx="265">
                  <c:v>7</c:v>
                </c:pt>
                <c:pt idx="266">
                  <c:v>7</c:v>
                </c:pt>
                <c:pt idx="267">
                  <c:v>5</c:v>
                </c:pt>
                <c:pt idx="268">
                  <c:v>4</c:v>
                </c:pt>
                <c:pt idx="269">
                  <c:v>10</c:v>
                </c:pt>
                <c:pt idx="270">
                  <c:v>5</c:v>
                </c:pt>
                <c:pt idx="271">
                  <c:v>15</c:v>
                </c:pt>
                <c:pt idx="272">
                  <c:v>63</c:v>
                </c:pt>
                <c:pt idx="273">
                  <c:v>20</c:v>
                </c:pt>
                <c:pt idx="274">
                  <c:v>7</c:v>
                </c:pt>
                <c:pt idx="275">
                  <c:v>2</c:v>
                </c:pt>
                <c:pt idx="276">
                  <c:v>26</c:v>
                </c:pt>
                <c:pt idx="277">
                  <c:v>6</c:v>
                </c:pt>
                <c:pt idx="278">
                  <c:v>5</c:v>
                </c:pt>
                <c:pt idx="279">
                  <c:v>9</c:v>
                </c:pt>
                <c:pt idx="280">
                  <c:v>6</c:v>
                </c:pt>
                <c:pt idx="281">
                  <c:v>5</c:v>
                </c:pt>
                <c:pt idx="282">
                  <c:v>0</c:v>
                </c:pt>
                <c:pt idx="283">
                  <c:v>1</c:v>
                </c:pt>
                <c:pt idx="284">
                  <c:v>17</c:v>
                </c:pt>
                <c:pt idx="285">
                  <c:v>1</c:v>
                </c:pt>
                <c:pt idx="286">
                  <c:v>2</c:v>
                </c:pt>
                <c:pt idx="287">
                  <c:v>2</c:v>
                </c:pt>
                <c:pt idx="288">
                  <c:v>1</c:v>
                </c:pt>
                <c:pt idx="289">
                  <c:v>11</c:v>
                </c:pt>
                <c:pt idx="290">
                  <c:v>13</c:v>
                </c:pt>
                <c:pt idx="291">
                  <c:v>8</c:v>
                </c:pt>
                <c:pt idx="292">
                  <c:v>65</c:v>
                </c:pt>
                <c:pt idx="293">
                  <c:v>32</c:v>
                </c:pt>
                <c:pt idx="294">
                  <c:v>10</c:v>
                </c:pt>
                <c:pt idx="295">
                  <c:v>33</c:v>
                </c:pt>
                <c:pt idx="296">
                  <c:v>0</c:v>
                </c:pt>
                <c:pt idx="297">
                  <c:v>125</c:v>
                </c:pt>
                <c:pt idx="298">
                  <c:v>11</c:v>
                </c:pt>
                <c:pt idx="299">
                  <c:v>2</c:v>
                </c:pt>
                <c:pt idx="300">
                  <c:v>7</c:v>
                </c:pt>
                <c:pt idx="301">
                  <c:v>10</c:v>
                </c:pt>
                <c:pt idx="302">
                  <c:v>4</c:v>
                </c:pt>
                <c:pt idx="303">
                  <c:v>6</c:v>
                </c:pt>
                <c:pt idx="304">
                  <c:v>2</c:v>
                </c:pt>
                <c:pt idx="305">
                  <c:v>1</c:v>
                </c:pt>
                <c:pt idx="306">
                  <c:v>1</c:v>
                </c:pt>
                <c:pt idx="307">
                  <c:v>3</c:v>
                </c:pt>
                <c:pt idx="308">
                  <c:v>0</c:v>
                </c:pt>
                <c:pt idx="309">
                  <c:v>1</c:v>
                </c:pt>
                <c:pt idx="310">
                  <c:v>18</c:v>
                </c:pt>
                <c:pt idx="311">
                  <c:v>4</c:v>
                </c:pt>
                <c:pt idx="312">
                  <c:v>6</c:v>
                </c:pt>
                <c:pt idx="313">
                  <c:v>14</c:v>
                </c:pt>
                <c:pt idx="314">
                  <c:v>78</c:v>
                </c:pt>
                <c:pt idx="315">
                  <c:v>7</c:v>
                </c:pt>
                <c:pt idx="316">
                  <c:v>18</c:v>
                </c:pt>
                <c:pt idx="317">
                  <c:v>10</c:v>
                </c:pt>
                <c:pt idx="318">
                  <c:v>7</c:v>
                </c:pt>
                <c:pt idx="319">
                  <c:v>7</c:v>
                </c:pt>
                <c:pt idx="320">
                  <c:v>3</c:v>
                </c:pt>
                <c:pt idx="321">
                  <c:v>0</c:v>
                </c:pt>
                <c:pt idx="322">
                  <c:v>0</c:v>
                </c:pt>
                <c:pt idx="323">
                  <c:v>4</c:v>
                </c:pt>
                <c:pt idx="324">
                  <c:v>15</c:v>
                </c:pt>
                <c:pt idx="325">
                  <c:v>10</c:v>
                </c:pt>
                <c:pt idx="326">
                  <c:v>22</c:v>
                </c:pt>
                <c:pt idx="327">
                  <c:v>26</c:v>
                </c:pt>
                <c:pt idx="328">
                  <c:v>11</c:v>
                </c:pt>
                <c:pt idx="329">
                  <c:v>6</c:v>
                </c:pt>
                <c:pt idx="330">
                  <c:v>9</c:v>
                </c:pt>
                <c:pt idx="331">
                  <c:v>0</c:v>
                </c:pt>
                <c:pt idx="332">
                  <c:v>2</c:v>
                </c:pt>
                <c:pt idx="333">
                  <c:v>5</c:v>
                </c:pt>
                <c:pt idx="334">
                  <c:v>0</c:v>
                </c:pt>
                <c:pt idx="335">
                  <c:v>3</c:v>
                </c:pt>
                <c:pt idx="336">
                  <c:v>23</c:v>
                </c:pt>
                <c:pt idx="337">
                  <c:v>0</c:v>
                </c:pt>
                <c:pt idx="338">
                  <c:v>2</c:v>
                </c:pt>
                <c:pt idx="339">
                  <c:v>0</c:v>
                </c:pt>
                <c:pt idx="340">
                  <c:v>1</c:v>
                </c:pt>
                <c:pt idx="341">
                  <c:v>4</c:v>
                </c:pt>
                <c:pt idx="342">
                  <c:v>3</c:v>
                </c:pt>
                <c:pt idx="343">
                  <c:v>6</c:v>
                </c:pt>
                <c:pt idx="344">
                  <c:v>26</c:v>
                </c:pt>
                <c:pt idx="345">
                  <c:v>27</c:v>
                </c:pt>
                <c:pt idx="346">
                  <c:v>12</c:v>
                </c:pt>
                <c:pt idx="347">
                  <c:v>6</c:v>
                </c:pt>
                <c:pt idx="348">
                  <c:v>19</c:v>
                </c:pt>
                <c:pt idx="349">
                  <c:v>14</c:v>
                </c:pt>
                <c:pt idx="350">
                  <c:v>28</c:v>
                </c:pt>
                <c:pt idx="351">
                  <c:v>40</c:v>
                </c:pt>
                <c:pt idx="352">
                  <c:v>13</c:v>
                </c:pt>
                <c:pt idx="353">
                  <c:v>8</c:v>
                </c:pt>
                <c:pt idx="354">
                  <c:v>5</c:v>
                </c:pt>
                <c:pt idx="355">
                  <c:v>8</c:v>
                </c:pt>
                <c:pt idx="356">
                  <c:v>27</c:v>
                </c:pt>
                <c:pt idx="357">
                  <c:v>2</c:v>
                </c:pt>
                <c:pt idx="358">
                  <c:v>3</c:v>
                </c:pt>
                <c:pt idx="359">
                  <c:v>6</c:v>
                </c:pt>
                <c:pt idx="360">
                  <c:v>3</c:v>
                </c:pt>
                <c:pt idx="361">
                  <c:v>1</c:v>
                </c:pt>
                <c:pt idx="362">
                  <c:v>0</c:v>
                </c:pt>
                <c:pt idx="363">
                  <c:v>14</c:v>
                </c:pt>
                <c:pt idx="364">
                  <c:v>4</c:v>
                </c:pt>
                <c:pt idx="365">
                  <c:v>10</c:v>
                </c:pt>
                <c:pt idx="366">
                  <c:v>13</c:v>
                </c:pt>
                <c:pt idx="367">
                  <c:v>22</c:v>
                </c:pt>
                <c:pt idx="368">
                  <c:v>21</c:v>
                </c:pt>
                <c:pt idx="369">
                  <c:v>19</c:v>
                </c:pt>
                <c:pt idx="370">
                  <c:v>13</c:v>
                </c:pt>
                <c:pt idx="371">
                  <c:v>19</c:v>
                </c:pt>
                <c:pt idx="372">
                  <c:v>19</c:v>
                </c:pt>
                <c:pt idx="373">
                  <c:v>7</c:v>
                </c:pt>
                <c:pt idx="374">
                  <c:v>7</c:v>
                </c:pt>
                <c:pt idx="375">
                  <c:v>2</c:v>
                </c:pt>
                <c:pt idx="376">
                  <c:v>1</c:v>
                </c:pt>
                <c:pt idx="377">
                  <c:v>5</c:v>
                </c:pt>
                <c:pt idx="378">
                  <c:v>14</c:v>
                </c:pt>
                <c:pt idx="379">
                  <c:v>3</c:v>
                </c:pt>
                <c:pt idx="380">
                  <c:v>1</c:v>
                </c:pt>
                <c:pt idx="381">
                  <c:v>4</c:v>
                </c:pt>
                <c:pt idx="382">
                  <c:v>28</c:v>
                </c:pt>
                <c:pt idx="383">
                  <c:v>4</c:v>
                </c:pt>
                <c:pt idx="384">
                  <c:v>12</c:v>
                </c:pt>
                <c:pt idx="385">
                  <c:v>5</c:v>
                </c:pt>
                <c:pt idx="386">
                  <c:v>12</c:v>
                </c:pt>
                <c:pt idx="387">
                  <c:v>10</c:v>
                </c:pt>
                <c:pt idx="388">
                  <c:v>22</c:v>
                </c:pt>
                <c:pt idx="389">
                  <c:v>11</c:v>
                </c:pt>
                <c:pt idx="390">
                  <c:v>1</c:v>
                </c:pt>
                <c:pt idx="391">
                  <c:v>2</c:v>
                </c:pt>
                <c:pt idx="392">
                  <c:v>8</c:v>
                </c:pt>
                <c:pt idx="393">
                  <c:v>11</c:v>
                </c:pt>
                <c:pt idx="394">
                  <c:v>18</c:v>
                </c:pt>
                <c:pt idx="395">
                  <c:v>9</c:v>
                </c:pt>
                <c:pt idx="396">
                  <c:v>21</c:v>
                </c:pt>
                <c:pt idx="397">
                  <c:v>6</c:v>
                </c:pt>
                <c:pt idx="398">
                  <c:v>4</c:v>
                </c:pt>
                <c:pt idx="399">
                  <c:v>10</c:v>
                </c:pt>
                <c:pt idx="400">
                  <c:v>5</c:v>
                </c:pt>
                <c:pt idx="401">
                  <c:v>8</c:v>
                </c:pt>
                <c:pt idx="402">
                  <c:v>3</c:v>
                </c:pt>
                <c:pt idx="403">
                  <c:v>7</c:v>
                </c:pt>
                <c:pt idx="404">
                  <c:v>6</c:v>
                </c:pt>
                <c:pt idx="405">
                  <c:v>3</c:v>
                </c:pt>
                <c:pt idx="406">
                  <c:v>0</c:v>
                </c:pt>
                <c:pt idx="407">
                  <c:v>6</c:v>
                </c:pt>
                <c:pt idx="408">
                  <c:v>16</c:v>
                </c:pt>
                <c:pt idx="409">
                  <c:v>5</c:v>
                </c:pt>
                <c:pt idx="410">
                  <c:v>5</c:v>
                </c:pt>
                <c:pt idx="411">
                  <c:v>8</c:v>
                </c:pt>
                <c:pt idx="412">
                  <c:v>19</c:v>
                </c:pt>
                <c:pt idx="413">
                  <c:v>9</c:v>
                </c:pt>
                <c:pt idx="414">
                  <c:v>4</c:v>
                </c:pt>
                <c:pt idx="415">
                  <c:v>8</c:v>
                </c:pt>
                <c:pt idx="416">
                  <c:v>7</c:v>
                </c:pt>
                <c:pt idx="417">
                  <c:v>10</c:v>
                </c:pt>
                <c:pt idx="418">
                  <c:v>18</c:v>
                </c:pt>
                <c:pt idx="419">
                  <c:v>4</c:v>
                </c:pt>
                <c:pt idx="420">
                  <c:v>5</c:v>
                </c:pt>
                <c:pt idx="421">
                  <c:v>16</c:v>
                </c:pt>
                <c:pt idx="422">
                  <c:v>24</c:v>
                </c:pt>
                <c:pt idx="423">
                  <c:v>4</c:v>
                </c:pt>
                <c:pt idx="424">
                  <c:v>4</c:v>
                </c:pt>
                <c:pt idx="425">
                  <c:v>8</c:v>
                </c:pt>
                <c:pt idx="426">
                  <c:v>0</c:v>
                </c:pt>
                <c:pt idx="427">
                  <c:v>0</c:v>
                </c:pt>
                <c:pt idx="428">
                  <c:v>3</c:v>
                </c:pt>
                <c:pt idx="429">
                  <c:v>0</c:v>
                </c:pt>
                <c:pt idx="430">
                  <c:v>1</c:v>
                </c:pt>
                <c:pt idx="431">
                  <c:v>6</c:v>
                </c:pt>
                <c:pt idx="432">
                  <c:v>13</c:v>
                </c:pt>
                <c:pt idx="433">
                  <c:v>11</c:v>
                </c:pt>
                <c:pt idx="434">
                  <c:v>7</c:v>
                </c:pt>
                <c:pt idx="435">
                  <c:v>46</c:v>
                </c:pt>
                <c:pt idx="436">
                  <c:v>3</c:v>
                </c:pt>
                <c:pt idx="437">
                  <c:v>5</c:v>
                </c:pt>
                <c:pt idx="438">
                  <c:v>9</c:v>
                </c:pt>
                <c:pt idx="439">
                  <c:v>5</c:v>
                </c:pt>
                <c:pt idx="440">
                  <c:v>7</c:v>
                </c:pt>
                <c:pt idx="441">
                  <c:v>21</c:v>
                </c:pt>
                <c:pt idx="442">
                  <c:v>12</c:v>
                </c:pt>
                <c:pt idx="443">
                  <c:v>1</c:v>
                </c:pt>
                <c:pt idx="444">
                  <c:v>3</c:v>
                </c:pt>
                <c:pt idx="445">
                  <c:v>5</c:v>
                </c:pt>
                <c:pt idx="446">
                  <c:v>25</c:v>
                </c:pt>
                <c:pt idx="447">
                  <c:v>8</c:v>
                </c:pt>
                <c:pt idx="448">
                  <c:v>1</c:v>
                </c:pt>
                <c:pt idx="449">
                  <c:v>21</c:v>
                </c:pt>
                <c:pt idx="450">
                  <c:v>17</c:v>
                </c:pt>
                <c:pt idx="451">
                  <c:v>30</c:v>
                </c:pt>
                <c:pt idx="452">
                  <c:v>28</c:v>
                </c:pt>
                <c:pt idx="453">
                  <c:v>13</c:v>
                </c:pt>
                <c:pt idx="454">
                  <c:v>7</c:v>
                </c:pt>
                <c:pt idx="455">
                  <c:v>22</c:v>
                </c:pt>
                <c:pt idx="456">
                  <c:v>10</c:v>
                </c:pt>
                <c:pt idx="457">
                  <c:v>4</c:v>
                </c:pt>
                <c:pt idx="458">
                  <c:v>1</c:v>
                </c:pt>
                <c:pt idx="459">
                  <c:v>1</c:v>
                </c:pt>
                <c:pt idx="460">
                  <c:v>1</c:v>
                </c:pt>
                <c:pt idx="461">
                  <c:v>2</c:v>
                </c:pt>
                <c:pt idx="462">
                  <c:v>5</c:v>
                </c:pt>
                <c:pt idx="463">
                  <c:v>5</c:v>
                </c:pt>
                <c:pt idx="464">
                  <c:v>14</c:v>
                </c:pt>
                <c:pt idx="465">
                  <c:v>4</c:v>
                </c:pt>
                <c:pt idx="466">
                  <c:v>9</c:v>
                </c:pt>
                <c:pt idx="467">
                  <c:v>5</c:v>
                </c:pt>
                <c:pt idx="468">
                  <c:v>16</c:v>
                </c:pt>
                <c:pt idx="469">
                  <c:v>16</c:v>
                </c:pt>
                <c:pt idx="470">
                  <c:v>26</c:v>
                </c:pt>
                <c:pt idx="471">
                  <c:v>9</c:v>
                </c:pt>
                <c:pt idx="472">
                  <c:v>7</c:v>
                </c:pt>
                <c:pt idx="473">
                  <c:v>14</c:v>
                </c:pt>
                <c:pt idx="474">
                  <c:v>4</c:v>
                </c:pt>
                <c:pt idx="475">
                  <c:v>14</c:v>
                </c:pt>
                <c:pt idx="476">
                  <c:v>3</c:v>
                </c:pt>
                <c:pt idx="477">
                  <c:v>8</c:v>
                </c:pt>
                <c:pt idx="478">
                  <c:v>8</c:v>
                </c:pt>
                <c:pt idx="479">
                  <c:v>8</c:v>
                </c:pt>
                <c:pt idx="480">
                  <c:v>12</c:v>
                </c:pt>
                <c:pt idx="481">
                  <c:v>7</c:v>
                </c:pt>
                <c:pt idx="482">
                  <c:v>13</c:v>
                </c:pt>
                <c:pt idx="483">
                  <c:v>3</c:v>
                </c:pt>
                <c:pt idx="484">
                  <c:v>10</c:v>
                </c:pt>
                <c:pt idx="485">
                  <c:v>7</c:v>
                </c:pt>
                <c:pt idx="486">
                  <c:v>4</c:v>
                </c:pt>
                <c:pt idx="487">
                  <c:v>21</c:v>
                </c:pt>
                <c:pt idx="488">
                  <c:v>5</c:v>
                </c:pt>
                <c:pt idx="489">
                  <c:v>4</c:v>
                </c:pt>
                <c:pt idx="490">
                  <c:v>20</c:v>
                </c:pt>
                <c:pt idx="491">
                  <c:v>6</c:v>
                </c:pt>
                <c:pt idx="492">
                  <c:v>8</c:v>
                </c:pt>
                <c:pt idx="493">
                  <c:v>3</c:v>
                </c:pt>
                <c:pt idx="494">
                  <c:v>7</c:v>
                </c:pt>
                <c:pt idx="495">
                  <c:v>1</c:v>
                </c:pt>
                <c:pt idx="496">
                  <c:v>10</c:v>
                </c:pt>
                <c:pt idx="497">
                  <c:v>4</c:v>
                </c:pt>
                <c:pt idx="498">
                  <c:v>22</c:v>
                </c:pt>
                <c:pt idx="499">
                  <c:v>9</c:v>
                </c:pt>
                <c:pt idx="500">
                  <c:v>5</c:v>
                </c:pt>
                <c:pt idx="501">
                  <c:v>4</c:v>
                </c:pt>
                <c:pt idx="502">
                  <c:v>4</c:v>
                </c:pt>
                <c:pt idx="503">
                  <c:v>5</c:v>
                </c:pt>
                <c:pt idx="504">
                  <c:v>4</c:v>
                </c:pt>
                <c:pt idx="505">
                  <c:v>0</c:v>
                </c:pt>
                <c:pt idx="506">
                  <c:v>3</c:v>
                </c:pt>
                <c:pt idx="507">
                  <c:v>3</c:v>
                </c:pt>
                <c:pt idx="508">
                  <c:v>0</c:v>
                </c:pt>
                <c:pt idx="509">
                  <c:v>3</c:v>
                </c:pt>
                <c:pt idx="510">
                  <c:v>4</c:v>
                </c:pt>
                <c:pt idx="511">
                  <c:v>1</c:v>
                </c:pt>
                <c:pt idx="512">
                  <c:v>6</c:v>
                </c:pt>
                <c:pt idx="513">
                  <c:v>6</c:v>
                </c:pt>
                <c:pt idx="514">
                  <c:v>8</c:v>
                </c:pt>
                <c:pt idx="515">
                  <c:v>2</c:v>
                </c:pt>
                <c:pt idx="516">
                  <c:v>86</c:v>
                </c:pt>
                <c:pt idx="517">
                  <c:v>40</c:v>
                </c:pt>
                <c:pt idx="518">
                  <c:v>0</c:v>
                </c:pt>
                <c:pt idx="519">
                  <c:v>3</c:v>
                </c:pt>
                <c:pt idx="520">
                  <c:v>3</c:v>
                </c:pt>
                <c:pt idx="521">
                  <c:v>0</c:v>
                </c:pt>
                <c:pt idx="522">
                  <c:v>0</c:v>
                </c:pt>
                <c:pt idx="523">
                  <c:v>4</c:v>
                </c:pt>
                <c:pt idx="524">
                  <c:v>5</c:v>
                </c:pt>
                <c:pt idx="525">
                  <c:v>5</c:v>
                </c:pt>
                <c:pt idx="526">
                  <c:v>7</c:v>
                </c:pt>
                <c:pt idx="527">
                  <c:v>8</c:v>
                </c:pt>
                <c:pt idx="528">
                  <c:v>2</c:v>
                </c:pt>
                <c:pt idx="529">
                  <c:v>0</c:v>
                </c:pt>
                <c:pt idx="530">
                  <c:v>17</c:v>
                </c:pt>
                <c:pt idx="531">
                  <c:v>5</c:v>
                </c:pt>
                <c:pt idx="532">
                  <c:v>0</c:v>
                </c:pt>
                <c:pt idx="533">
                  <c:v>4</c:v>
                </c:pt>
                <c:pt idx="534">
                  <c:v>2</c:v>
                </c:pt>
                <c:pt idx="535">
                  <c:v>5</c:v>
                </c:pt>
                <c:pt idx="536">
                  <c:v>2</c:v>
                </c:pt>
                <c:pt idx="537">
                  <c:v>17</c:v>
                </c:pt>
                <c:pt idx="538">
                  <c:v>18</c:v>
                </c:pt>
                <c:pt idx="539">
                  <c:v>5</c:v>
                </c:pt>
                <c:pt idx="540">
                  <c:v>4</c:v>
                </c:pt>
                <c:pt idx="541">
                  <c:v>0</c:v>
                </c:pt>
                <c:pt idx="542">
                  <c:v>0</c:v>
                </c:pt>
                <c:pt idx="543">
                  <c:v>8</c:v>
                </c:pt>
                <c:pt idx="544">
                  <c:v>13</c:v>
                </c:pt>
                <c:pt idx="545">
                  <c:v>14</c:v>
                </c:pt>
                <c:pt idx="546">
                  <c:v>10</c:v>
                </c:pt>
                <c:pt idx="547">
                  <c:v>13</c:v>
                </c:pt>
                <c:pt idx="548">
                  <c:v>5</c:v>
                </c:pt>
                <c:pt idx="549">
                  <c:v>0</c:v>
                </c:pt>
                <c:pt idx="550">
                  <c:v>4</c:v>
                </c:pt>
                <c:pt idx="551">
                  <c:v>25</c:v>
                </c:pt>
                <c:pt idx="552">
                  <c:v>2</c:v>
                </c:pt>
                <c:pt idx="553">
                  <c:v>8</c:v>
                </c:pt>
                <c:pt idx="554">
                  <c:v>16</c:v>
                </c:pt>
                <c:pt idx="555">
                  <c:v>14</c:v>
                </c:pt>
                <c:pt idx="556">
                  <c:v>9</c:v>
                </c:pt>
                <c:pt idx="557">
                  <c:v>8</c:v>
                </c:pt>
                <c:pt idx="558">
                  <c:v>27</c:v>
                </c:pt>
                <c:pt idx="559">
                  <c:v>11</c:v>
                </c:pt>
                <c:pt idx="560">
                  <c:v>7</c:v>
                </c:pt>
                <c:pt idx="561">
                  <c:v>9</c:v>
                </c:pt>
                <c:pt idx="562">
                  <c:v>8</c:v>
                </c:pt>
                <c:pt idx="563">
                  <c:v>12</c:v>
                </c:pt>
                <c:pt idx="564">
                  <c:v>3</c:v>
                </c:pt>
                <c:pt idx="565">
                  <c:v>34</c:v>
                </c:pt>
                <c:pt idx="566">
                  <c:v>19</c:v>
                </c:pt>
                <c:pt idx="567">
                  <c:v>7</c:v>
                </c:pt>
                <c:pt idx="568">
                  <c:v>11</c:v>
                </c:pt>
                <c:pt idx="569">
                  <c:v>3</c:v>
                </c:pt>
                <c:pt idx="570">
                  <c:v>14</c:v>
                </c:pt>
                <c:pt idx="571">
                  <c:v>5</c:v>
                </c:pt>
                <c:pt idx="572">
                  <c:v>5</c:v>
                </c:pt>
                <c:pt idx="573">
                  <c:v>10</c:v>
                </c:pt>
                <c:pt idx="574">
                  <c:v>11</c:v>
                </c:pt>
                <c:pt idx="575">
                  <c:v>11</c:v>
                </c:pt>
                <c:pt idx="576">
                  <c:v>2</c:v>
                </c:pt>
                <c:pt idx="577">
                  <c:v>1</c:v>
                </c:pt>
                <c:pt idx="578">
                  <c:v>2</c:v>
                </c:pt>
                <c:pt idx="579">
                  <c:v>9</c:v>
                </c:pt>
                <c:pt idx="580">
                  <c:v>7</c:v>
                </c:pt>
                <c:pt idx="581">
                  <c:v>0</c:v>
                </c:pt>
                <c:pt idx="582">
                  <c:v>5</c:v>
                </c:pt>
                <c:pt idx="583">
                  <c:v>8</c:v>
                </c:pt>
                <c:pt idx="584">
                  <c:v>10</c:v>
                </c:pt>
                <c:pt idx="585">
                  <c:v>1</c:v>
                </c:pt>
                <c:pt idx="586">
                  <c:v>13</c:v>
                </c:pt>
                <c:pt idx="587">
                  <c:v>3</c:v>
                </c:pt>
                <c:pt idx="588">
                  <c:v>2</c:v>
                </c:pt>
                <c:pt idx="589">
                  <c:v>5</c:v>
                </c:pt>
                <c:pt idx="590">
                  <c:v>2</c:v>
                </c:pt>
                <c:pt idx="591">
                  <c:v>5</c:v>
                </c:pt>
                <c:pt idx="592">
                  <c:v>4</c:v>
                </c:pt>
                <c:pt idx="593">
                  <c:v>0</c:v>
                </c:pt>
                <c:pt idx="594">
                  <c:v>8</c:v>
                </c:pt>
                <c:pt idx="595">
                  <c:v>4</c:v>
                </c:pt>
                <c:pt idx="596">
                  <c:v>12</c:v>
                </c:pt>
                <c:pt idx="597">
                  <c:v>42</c:v>
                </c:pt>
                <c:pt idx="598">
                  <c:v>15</c:v>
                </c:pt>
                <c:pt idx="599">
                  <c:v>7</c:v>
                </c:pt>
                <c:pt idx="600">
                  <c:v>5</c:v>
                </c:pt>
                <c:pt idx="601">
                  <c:v>66</c:v>
                </c:pt>
                <c:pt idx="602">
                  <c:v>13</c:v>
                </c:pt>
                <c:pt idx="603">
                  <c:v>6</c:v>
                </c:pt>
                <c:pt idx="604">
                  <c:v>3</c:v>
                </c:pt>
                <c:pt idx="605">
                  <c:v>1</c:v>
                </c:pt>
                <c:pt idx="606">
                  <c:v>1</c:v>
                </c:pt>
                <c:pt idx="607">
                  <c:v>4</c:v>
                </c:pt>
                <c:pt idx="608">
                  <c:v>7</c:v>
                </c:pt>
                <c:pt idx="609">
                  <c:v>6</c:v>
                </c:pt>
                <c:pt idx="610">
                  <c:v>8</c:v>
                </c:pt>
                <c:pt idx="611">
                  <c:v>8</c:v>
                </c:pt>
                <c:pt idx="612">
                  <c:v>1</c:v>
                </c:pt>
                <c:pt idx="613">
                  <c:v>5</c:v>
                </c:pt>
                <c:pt idx="614">
                  <c:v>7</c:v>
                </c:pt>
                <c:pt idx="615">
                  <c:v>8</c:v>
                </c:pt>
                <c:pt idx="616">
                  <c:v>3</c:v>
                </c:pt>
                <c:pt idx="617">
                  <c:v>6</c:v>
                </c:pt>
                <c:pt idx="618">
                  <c:v>11</c:v>
                </c:pt>
                <c:pt idx="619">
                  <c:v>11</c:v>
                </c:pt>
                <c:pt idx="620">
                  <c:v>6</c:v>
                </c:pt>
                <c:pt idx="621">
                  <c:v>16</c:v>
                </c:pt>
                <c:pt idx="622">
                  <c:v>12</c:v>
                </c:pt>
                <c:pt idx="623">
                  <c:v>11</c:v>
                </c:pt>
                <c:pt idx="624">
                  <c:v>4</c:v>
                </c:pt>
                <c:pt idx="625">
                  <c:v>4</c:v>
                </c:pt>
                <c:pt idx="626">
                  <c:v>4</c:v>
                </c:pt>
                <c:pt idx="627">
                  <c:v>7</c:v>
                </c:pt>
                <c:pt idx="628">
                  <c:v>3</c:v>
                </c:pt>
                <c:pt idx="629">
                  <c:v>26</c:v>
                </c:pt>
                <c:pt idx="630">
                  <c:v>3</c:v>
                </c:pt>
                <c:pt idx="631">
                  <c:v>2</c:v>
                </c:pt>
                <c:pt idx="632">
                  <c:v>3</c:v>
                </c:pt>
                <c:pt idx="633">
                  <c:v>10</c:v>
                </c:pt>
                <c:pt idx="634">
                  <c:v>1</c:v>
                </c:pt>
                <c:pt idx="635">
                  <c:v>2</c:v>
                </c:pt>
                <c:pt idx="636">
                  <c:v>5</c:v>
                </c:pt>
                <c:pt idx="637">
                  <c:v>6</c:v>
                </c:pt>
                <c:pt idx="638">
                  <c:v>10</c:v>
                </c:pt>
                <c:pt idx="639">
                  <c:v>1</c:v>
                </c:pt>
                <c:pt idx="640">
                  <c:v>1</c:v>
                </c:pt>
                <c:pt idx="641">
                  <c:v>2</c:v>
                </c:pt>
                <c:pt idx="642">
                  <c:v>9</c:v>
                </c:pt>
                <c:pt idx="643">
                  <c:v>10</c:v>
                </c:pt>
                <c:pt idx="644">
                  <c:v>15</c:v>
                </c:pt>
                <c:pt idx="645">
                  <c:v>8</c:v>
                </c:pt>
                <c:pt idx="646">
                  <c:v>4</c:v>
                </c:pt>
                <c:pt idx="647">
                  <c:v>5</c:v>
                </c:pt>
                <c:pt idx="648">
                  <c:v>16</c:v>
                </c:pt>
                <c:pt idx="649">
                  <c:v>5</c:v>
                </c:pt>
                <c:pt idx="650">
                  <c:v>1</c:v>
                </c:pt>
                <c:pt idx="651">
                  <c:v>6</c:v>
                </c:pt>
                <c:pt idx="652">
                  <c:v>4</c:v>
                </c:pt>
                <c:pt idx="653">
                  <c:v>3</c:v>
                </c:pt>
                <c:pt idx="654">
                  <c:v>0</c:v>
                </c:pt>
                <c:pt idx="655">
                  <c:v>2</c:v>
                </c:pt>
                <c:pt idx="656">
                  <c:v>14</c:v>
                </c:pt>
                <c:pt idx="657">
                  <c:v>10</c:v>
                </c:pt>
                <c:pt idx="658">
                  <c:v>5</c:v>
                </c:pt>
                <c:pt idx="659">
                  <c:v>1</c:v>
                </c:pt>
                <c:pt idx="660">
                  <c:v>3</c:v>
                </c:pt>
                <c:pt idx="661">
                  <c:v>10</c:v>
                </c:pt>
                <c:pt idx="662">
                  <c:v>9</c:v>
                </c:pt>
                <c:pt idx="663">
                  <c:v>3</c:v>
                </c:pt>
                <c:pt idx="664">
                  <c:v>7</c:v>
                </c:pt>
                <c:pt idx="665">
                  <c:v>25</c:v>
                </c:pt>
                <c:pt idx="666">
                  <c:v>1</c:v>
                </c:pt>
                <c:pt idx="667">
                  <c:v>3</c:v>
                </c:pt>
                <c:pt idx="668">
                  <c:v>3</c:v>
                </c:pt>
                <c:pt idx="669">
                  <c:v>1</c:v>
                </c:pt>
                <c:pt idx="670">
                  <c:v>2</c:v>
                </c:pt>
                <c:pt idx="671">
                  <c:v>0</c:v>
                </c:pt>
                <c:pt idx="672">
                  <c:v>5</c:v>
                </c:pt>
                <c:pt idx="673">
                  <c:v>16</c:v>
                </c:pt>
                <c:pt idx="674">
                  <c:v>24</c:v>
                </c:pt>
                <c:pt idx="675">
                  <c:v>13</c:v>
                </c:pt>
                <c:pt idx="676">
                  <c:v>0</c:v>
                </c:pt>
                <c:pt idx="677">
                  <c:v>3</c:v>
                </c:pt>
                <c:pt idx="678">
                  <c:v>6</c:v>
                </c:pt>
                <c:pt idx="679">
                  <c:v>8</c:v>
                </c:pt>
                <c:pt idx="680">
                  <c:v>1</c:v>
                </c:pt>
                <c:pt idx="681">
                  <c:v>3</c:v>
                </c:pt>
                <c:pt idx="682">
                  <c:v>0</c:v>
                </c:pt>
                <c:pt idx="683">
                  <c:v>1</c:v>
                </c:pt>
                <c:pt idx="684">
                  <c:v>2</c:v>
                </c:pt>
                <c:pt idx="685">
                  <c:v>2</c:v>
                </c:pt>
                <c:pt idx="686">
                  <c:v>7</c:v>
                </c:pt>
                <c:pt idx="687">
                  <c:v>1</c:v>
                </c:pt>
                <c:pt idx="688">
                  <c:v>10</c:v>
                </c:pt>
                <c:pt idx="689">
                  <c:v>8</c:v>
                </c:pt>
                <c:pt idx="690">
                  <c:v>8</c:v>
                </c:pt>
                <c:pt idx="691">
                  <c:v>3</c:v>
                </c:pt>
                <c:pt idx="692">
                  <c:v>4</c:v>
                </c:pt>
                <c:pt idx="693">
                  <c:v>4</c:v>
                </c:pt>
                <c:pt idx="694">
                  <c:v>4</c:v>
                </c:pt>
                <c:pt idx="695">
                  <c:v>8</c:v>
                </c:pt>
                <c:pt idx="696">
                  <c:v>14</c:v>
                </c:pt>
                <c:pt idx="697">
                  <c:v>23</c:v>
                </c:pt>
                <c:pt idx="698">
                  <c:v>4</c:v>
                </c:pt>
                <c:pt idx="699">
                  <c:v>2</c:v>
                </c:pt>
                <c:pt idx="700">
                  <c:v>6</c:v>
                </c:pt>
                <c:pt idx="701">
                  <c:v>4</c:v>
                </c:pt>
                <c:pt idx="702">
                  <c:v>12</c:v>
                </c:pt>
                <c:pt idx="703">
                  <c:v>18</c:v>
                </c:pt>
                <c:pt idx="704">
                  <c:v>28</c:v>
                </c:pt>
                <c:pt idx="705">
                  <c:v>6</c:v>
                </c:pt>
                <c:pt idx="706">
                  <c:v>44</c:v>
                </c:pt>
                <c:pt idx="707">
                  <c:v>14</c:v>
                </c:pt>
                <c:pt idx="708">
                  <c:v>16</c:v>
                </c:pt>
                <c:pt idx="709">
                  <c:v>8</c:v>
                </c:pt>
                <c:pt idx="710">
                  <c:v>3</c:v>
                </c:pt>
                <c:pt idx="711">
                  <c:v>30</c:v>
                </c:pt>
                <c:pt idx="712">
                  <c:v>7</c:v>
                </c:pt>
                <c:pt idx="713">
                  <c:v>12</c:v>
                </c:pt>
                <c:pt idx="714">
                  <c:v>12</c:v>
                </c:pt>
                <c:pt idx="715">
                  <c:v>1</c:v>
                </c:pt>
                <c:pt idx="716">
                  <c:v>7</c:v>
                </c:pt>
                <c:pt idx="717">
                  <c:v>13</c:v>
                </c:pt>
                <c:pt idx="718">
                  <c:v>1</c:v>
                </c:pt>
                <c:pt idx="719">
                  <c:v>4</c:v>
                </c:pt>
                <c:pt idx="720">
                  <c:v>4</c:v>
                </c:pt>
                <c:pt idx="721">
                  <c:v>3</c:v>
                </c:pt>
                <c:pt idx="722">
                  <c:v>7</c:v>
                </c:pt>
                <c:pt idx="723">
                  <c:v>2</c:v>
                </c:pt>
                <c:pt idx="724">
                  <c:v>15</c:v>
                </c:pt>
                <c:pt idx="725">
                  <c:v>9</c:v>
                </c:pt>
                <c:pt idx="726">
                  <c:v>9</c:v>
                </c:pt>
                <c:pt idx="727">
                  <c:v>11</c:v>
                </c:pt>
                <c:pt idx="728">
                  <c:v>18</c:v>
                </c:pt>
                <c:pt idx="729">
                  <c:v>14</c:v>
                </c:pt>
                <c:pt idx="730">
                  <c:v>13</c:v>
                </c:pt>
                <c:pt idx="731">
                  <c:v>2</c:v>
                </c:pt>
                <c:pt idx="732">
                  <c:v>85</c:v>
                </c:pt>
                <c:pt idx="733">
                  <c:v>40</c:v>
                </c:pt>
                <c:pt idx="734">
                  <c:v>3</c:v>
                </c:pt>
                <c:pt idx="735">
                  <c:v>4</c:v>
                </c:pt>
                <c:pt idx="736">
                  <c:v>1</c:v>
                </c:pt>
                <c:pt idx="737">
                  <c:v>3</c:v>
                </c:pt>
                <c:pt idx="738">
                  <c:v>7</c:v>
                </c:pt>
                <c:pt idx="739">
                  <c:v>22</c:v>
                </c:pt>
                <c:pt idx="740">
                  <c:v>13</c:v>
                </c:pt>
                <c:pt idx="741">
                  <c:v>2</c:v>
                </c:pt>
                <c:pt idx="742">
                  <c:v>3</c:v>
                </c:pt>
                <c:pt idx="743">
                  <c:v>6</c:v>
                </c:pt>
                <c:pt idx="744">
                  <c:v>4</c:v>
                </c:pt>
                <c:pt idx="745">
                  <c:v>3</c:v>
                </c:pt>
                <c:pt idx="746">
                  <c:v>5</c:v>
                </c:pt>
                <c:pt idx="747">
                  <c:v>2</c:v>
                </c:pt>
                <c:pt idx="748">
                  <c:v>6</c:v>
                </c:pt>
                <c:pt idx="749">
                  <c:v>9</c:v>
                </c:pt>
                <c:pt idx="750">
                  <c:v>6</c:v>
                </c:pt>
                <c:pt idx="751">
                  <c:v>15</c:v>
                </c:pt>
                <c:pt idx="752">
                  <c:v>7</c:v>
                </c:pt>
                <c:pt idx="753">
                  <c:v>19</c:v>
                </c:pt>
                <c:pt idx="754">
                  <c:v>9</c:v>
                </c:pt>
                <c:pt idx="755">
                  <c:v>4</c:v>
                </c:pt>
                <c:pt idx="756">
                  <c:v>7</c:v>
                </c:pt>
                <c:pt idx="757">
                  <c:v>6</c:v>
                </c:pt>
                <c:pt idx="758">
                  <c:v>5</c:v>
                </c:pt>
                <c:pt idx="759">
                  <c:v>3</c:v>
                </c:pt>
                <c:pt idx="760">
                  <c:v>27</c:v>
                </c:pt>
                <c:pt idx="761">
                  <c:v>13</c:v>
                </c:pt>
                <c:pt idx="762">
                  <c:v>14</c:v>
                </c:pt>
                <c:pt idx="763">
                  <c:v>8</c:v>
                </c:pt>
                <c:pt idx="764">
                  <c:v>6</c:v>
                </c:pt>
                <c:pt idx="765">
                  <c:v>2</c:v>
                </c:pt>
                <c:pt idx="766">
                  <c:v>3</c:v>
                </c:pt>
                <c:pt idx="767">
                  <c:v>5</c:v>
                </c:pt>
                <c:pt idx="768">
                  <c:v>11</c:v>
                </c:pt>
                <c:pt idx="769">
                  <c:v>2</c:v>
                </c:pt>
                <c:pt idx="770">
                  <c:v>7</c:v>
                </c:pt>
                <c:pt idx="771">
                  <c:v>5</c:v>
                </c:pt>
                <c:pt idx="772">
                  <c:v>3</c:v>
                </c:pt>
                <c:pt idx="773">
                  <c:v>10</c:v>
                </c:pt>
                <c:pt idx="774">
                  <c:v>17</c:v>
                </c:pt>
                <c:pt idx="775">
                  <c:v>51</c:v>
                </c:pt>
                <c:pt idx="776">
                  <c:v>1</c:v>
                </c:pt>
                <c:pt idx="777">
                  <c:v>4</c:v>
                </c:pt>
                <c:pt idx="778">
                  <c:v>0</c:v>
                </c:pt>
                <c:pt idx="779">
                  <c:v>2</c:v>
                </c:pt>
                <c:pt idx="780">
                  <c:v>8</c:v>
                </c:pt>
                <c:pt idx="781">
                  <c:v>3</c:v>
                </c:pt>
                <c:pt idx="782">
                  <c:v>8</c:v>
                </c:pt>
                <c:pt idx="783">
                  <c:v>3</c:v>
                </c:pt>
                <c:pt idx="784">
                  <c:v>4</c:v>
                </c:pt>
                <c:pt idx="785">
                  <c:v>7</c:v>
                </c:pt>
                <c:pt idx="786">
                  <c:v>12</c:v>
                </c:pt>
                <c:pt idx="787">
                  <c:v>36</c:v>
                </c:pt>
                <c:pt idx="788">
                  <c:v>38</c:v>
                </c:pt>
                <c:pt idx="789">
                  <c:v>6</c:v>
                </c:pt>
                <c:pt idx="790">
                  <c:v>12</c:v>
                </c:pt>
                <c:pt idx="791">
                  <c:v>13</c:v>
                </c:pt>
                <c:pt idx="792">
                  <c:v>4</c:v>
                </c:pt>
                <c:pt idx="793">
                  <c:v>18</c:v>
                </c:pt>
                <c:pt idx="794">
                  <c:v>17</c:v>
                </c:pt>
                <c:pt idx="795">
                  <c:v>24</c:v>
                </c:pt>
                <c:pt idx="796">
                  <c:v>48</c:v>
                </c:pt>
                <c:pt idx="797">
                  <c:v>44</c:v>
                </c:pt>
                <c:pt idx="798">
                  <c:v>49</c:v>
                </c:pt>
                <c:pt idx="799">
                  <c:v>66</c:v>
                </c:pt>
                <c:pt idx="800">
                  <c:v>26</c:v>
                </c:pt>
                <c:pt idx="801">
                  <c:v>24</c:v>
                </c:pt>
                <c:pt idx="802">
                  <c:v>35</c:v>
                </c:pt>
                <c:pt idx="803">
                  <c:v>22</c:v>
                </c:pt>
                <c:pt idx="804">
                  <c:v>4</c:v>
                </c:pt>
                <c:pt idx="805">
                  <c:v>6</c:v>
                </c:pt>
                <c:pt idx="806">
                  <c:v>9</c:v>
                </c:pt>
                <c:pt idx="807">
                  <c:v>12</c:v>
                </c:pt>
                <c:pt idx="808">
                  <c:v>4</c:v>
                </c:pt>
                <c:pt idx="809">
                  <c:v>6</c:v>
                </c:pt>
                <c:pt idx="810">
                  <c:v>5</c:v>
                </c:pt>
                <c:pt idx="811">
                  <c:v>0</c:v>
                </c:pt>
                <c:pt idx="812">
                  <c:v>4</c:v>
                </c:pt>
                <c:pt idx="813">
                  <c:v>9</c:v>
                </c:pt>
                <c:pt idx="814">
                  <c:v>7</c:v>
                </c:pt>
                <c:pt idx="815">
                  <c:v>10</c:v>
                </c:pt>
                <c:pt idx="816">
                  <c:v>4</c:v>
                </c:pt>
                <c:pt idx="817">
                  <c:v>10</c:v>
                </c:pt>
                <c:pt idx="818">
                  <c:v>0</c:v>
                </c:pt>
                <c:pt idx="819">
                  <c:v>5</c:v>
                </c:pt>
                <c:pt idx="820">
                  <c:v>1</c:v>
                </c:pt>
                <c:pt idx="821">
                  <c:v>9</c:v>
                </c:pt>
                <c:pt idx="822">
                  <c:v>12</c:v>
                </c:pt>
                <c:pt idx="823">
                  <c:v>6</c:v>
                </c:pt>
                <c:pt idx="824">
                  <c:v>12</c:v>
                </c:pt>
                <c:pt idx="825">
                  <c:v>4</c:v>
                </c:pt>
                <c:pt idx="826">
                  <c:v>3</c:v>
                </c:pt>
                <c:pt idx="827">
                  <c:v>6</c:v>
                </c:pt>
                <c:pt idx="828">
                  <c:v>1</c:v>
                </c:pt>
                <c:pt idx="829">
                  <c:v>5</c:v>
                </c:pt>
                <c:pt idx="830">
                  <c:v>1</c:v>
                </c:pt>
                <c:pt idx="831">
                  <c:v>2</c:v>
                </c:pt>
                <c:pt idx="832">
                  <c:v>5</c:v>
                </c:pt>
                <c:pt idx="833">
                  <c:v>14</c:v>
                </c:pt>
                <c:pt idx="834">
                  <c:v>18</c:v>
                </c:pt>
                <c:pt idx="835">
                  <c:v>14</c:v>
                </c:pt>
                <c:pt idx="836">
                  <c:v>1</c:v>
                </c:pt>
                <c:pt idx="837">
                  <c:v>1</c:v>
                </c:pt>
                <c:pt idx="838">
                  <c:v>1</c:v>
                </c:pt>
                <c:pt idx="839">
                  <c:v>5</c:v>
                </c:pt>
                <c:pt idx="840">
                  <c:v>1</c:v>
                </c:pt>
                <c:pt idx="841">
                  <c:v>1</c:v>
                </c:pt>
                <c:pt idx="842">
                  <c:v>0</c:v>
                </c:pt>
                <c:pt idx="843">
                  <c:v>16</c:v>
                </c:pt>
                <c:pt idx="844">
                  <c:v>24</c:v>
                </c:pt>
                <c:pt idx="845">
                  <c:v>5</c:v>
                </c:pt>
                <c:pt idx="846">
                  <c:v>24</c:v>
                </c:pt>
                <c:pt idx="847">
                  <c:v>32</c:v>
                </c:pt>
                <c:pt idx="848">
                  <c:v>2</c:v>
                </c:pt>
                <c:pt idx="849">
                  <c:v>3</c:v>
                </c:pt>
                <c:pt idx="850">
                  <c:v>8</c:v>
                </c:pt>
                <c:pt idx="851">
                  <c:v>8</c:v>
                </c:pt>
                <c:pt idx="852">
                  <c:v>5</c:v>
                </c:pt>
                <c:pt idx="853">
                  <c:v>3</c:v>
                </c:pt>
                <c:pt idx="854">
                  <c:v>3</c:v>
                </c:pt>
                <c:pt idx="855">
                  <c:v>8</c:v>
                </c:pt>
                <c:pt idx="856">
                  <c:v>1</c:v>
                </c:pt>
                <c:pt idx="857">
                  <c:v>9</c:v>
                </c:pt>
                <c:pt idx="858">
                  <c:v>1</c:v>
                </c:pt>
                <c:pt idx="859">
                  <c:v>10</c:v>
                </c:pt>
                <c:pt idx="860">
                  <c:v>2</c:v>
                </c:pt>
                <c:pt idx="861">
                  <c:v>10</c:v>
                </c:pt>
                <c:pt idx="862">
                  <c:v>0</c:v>
                </c:pt>
                <c:pt idx="863">
                  <c:v>0</c:v>
                </c:pt>
                <c:pt idx="864">
                  <c:v>26</c:v>
                </c:pt>
                <c:pt idx="865">
                  <c:v>2</c:v>
                </c:pt>
                <c:pt idx="866">
                  <c:v>0</c:v>
                </c:pt>
                <c:pt idx="867">
                  <c:v>0</c:v>
                </c:pt>
                <c:pt idx="868">
                  <c:v>4</c:v>
                </c:pt>
                <c:pt idx="869">
                  <c:v>60</c:v>
                </c:pt>
                <c:pt idx="870">
                  <c:v>49</c:v>
                </c:pt>
                <c:pt idx="871">
                  <c:v>7</c:v>
                </c:pt>
                <c:pt idx="872">
                  <c:v>4</c:v>
                </c:pt>
                <c:pt idx="873">
                  <c:v>0</c:v>
                </c:pt>
                <c:pt idx="874">
                  <c:v>5</c:v>
                </c:pt>
                <c:pt idx="875">
                  <c:v>13</c:v>
                </c:pt>
                <c:pt idx="876">
                  <c:v>3</c:v>
                </c:pt>
                <c:pt idx="877">
                  <c:v>0</c:v>
                </c:pt>
                <c:pt idx="878">
                  <c:v>16</c:v>
                </c:pt>
                <c:pt idx="879">
                  <c:v>2</c:v>
                </c:pt>
                <c:pt idx="880">
                  <c:v>6</c:v>
                </c:pt>
                <c:pt idx="881">
                  <c:v>3</c:v>
                </c:pt>
                <c:pt idx="882">
                  <c:v>0</c:v>
                </c:pt>
                <c:pt idx="883">
                  <c:v>2</c:v>
                </c:pt>
                <c:pt idx="884">
                  <c:v>3</c:v>
                </c:pt>
                <c:pt idx="885">
                  <c:v>4</c:v>
                </c:pt>
                <c:pt idx="886">
                  <c:v>4</c:v>
                </c:pt>
                <c:pt idx="887">
                  <c:v>0</c:v>
                </c:pt>
                <c:pt idx="888">
                  <c:v>0</c:v>
                </c:pt>
                <c:pt idx="889">
                  <c:v>0</c:v>
                </c:pt>
                <c:pt idx="890">
                  <c:v>31</c:v>
                </c:pt>
                <c:pt idx="891">
                  <c:v>26</c:v>
                </c:pt>
                <c:pt idx="892">
                  <c:v>6</c:v>
                </c:pt>
                <c:pt idx="893">
                  <c:v>6</c:v>
                </c:pt>
                <c:pt idx="894">
                  <c:v>3</c:v>
                </c:pt>
                <c:pt idx="895">
                  <c:v>4</c:v>
                </c:pt>
                <c:pt idx="896">
                  <c:v>5</c:v>
                </c:pt>
                <c:pt idx="897">
                  <c:v>5</c:v>
                </c:pt>
                <c:pt idx="898">
                  <c:v>15</c:v>
                </c:pt>
                <c:pt idx="899">
                  <c:v>11</c:v>
                </c:pt>
                <c:pt idx="900">
                  <c:v>15</c:v>
                </c:pt>
                <c:pt idx="901">
                  <c:v>4</c:v>
                </c:pt>
                <c:pt idx="902">
                  <c:v>3</c:v>
                </c:pt>
                <c:pt idx="903">
                  <c:v>2</c:v>
                </c:pt>
                <c:pt idx="904">
                  <c:v>4</c:v>
                </c:pt>
                <c:pt idx="905">
                  <c:v>6</c:v>
                </c:pt>
                <c:pt idx="906">
                  <c:v>6</c:v>
                </c:pt>
                <c:pt idx="907">
                  <c:v>4</c:v>
                </c:pt>
                <c:pt idx="908">
                  <c:v>3</c:v>
                </c:pt>
                <c:pt idx="909">
                  <c:v>5</c:v>
                </c:pt>
                <c:pt idx="910">
                  <c:v>4</c:v>
                </c:pt>
                <c:pt idx="911">
                  <c:v>1</c:v>
                </c:pt>
                <c:pt idx="912">
                  <c:v>7</c:v>
                </c:pt>
                <c:pt idx="913">
                  <c:v>21</c:v>
                </c:pt>
                <c:pt idx="914">
                  <c:v>25</c:v>
                </c:pt>
                <c:pt idx="915">
                  <c:v>35</c:v>
                </c:pt>
                <c:pt idx="916">
                  <c:v>38</c:v>
                </c:pt>
                <c:pt idx="917">
                  <c:v>0</c:v>
                </c:pt>
                <c:pt idx="918">
                  <c:v>5</c:v>
                </c:pt>
                <c:pt idx="919">
                  <c:v>2</c:v>
                </c:pt>
                <c:pt idx="920">
                  <c:v>11</c:v>
                </c:pt>
                <c:pt idx="921">
                  <c:v>7</c:v>
                </c:pt>
                <c:pt idx="922">
                  <c:v>8</c:v>
                </c:pt>
                <c:pt idx="923">
                  <c:v>3</c:v>
                </c:pt>
                <c:pt idx="924">
                  <c:v>8</c:v>
                </c:pt>
                <c:pt idx="925">
                  <c:v>4</c:v>
                </c:pt>
                <c:pt idx="926">
                  <c:v>2</c:v>
                </c:pt>
                <c:pt idx="927">
                  <c:v>9</c:v>
                </c:pt>
                <c:pt idx="928">
                  <c:v>2</c:v>
                </c:pt>
                <c:pt idx="929">
                  <c:v>5</c:v>
                </c:pt>
                <c:pt idx="930">
                  <c:v>10</c:v>
                </c:pt>
                <c:pt idx="931">
                  <c:v>18</c:v>
                </c:pt>
                <c:pt idx="932">
                  <c:v>11</c:v>
                </c:pt>
                <c:pt idx="933">
                  <c:v>1</c:v>
                </c:pt>
                <c:pt idx="934">
                  <c:v>3</c:v>
                </c:pt>
                <c:pt idx="935">
                  <c:v>7</c:v>
                </c:pt>
                <c:pt idx="936">
                  <c:v>5</c:v>
                </c:pt>
                <c:pt idx="937">
                  <c:v>6</c:v>
                </c:pt>
                <c:pt idx="938">
                  <c:v>5</c:v>
                </c:pt>
                <c:pt idx="939">
                  <c:v>6</c:v>
                </c:pt>
                <c:pt idx="940">
                  <c:v>5</c:v>
                </c:pt>
                <c:pt idx="941">
                  <c:v>32</c:v>
                </c:pt>
                <c:pt idx="942">
                  <c:v>1</c:v>
                </c:pt>
                <c:pt idx="943">
                  <c:v>6</c:v>
                </c:pt>
                <c:pt idx="944">
                  <c:v>5</c:v>
                </c:pt>
                <c:pt idx="945">
                  <c:v>3</c:v>
                </c:pt>
                <c:pt idx="946">
                  <c:v>2</c:v>
                </c:pt>
                <c:pt idx="947">
                  <c:v>12</c:v>
                </c:pt>
                <c:pt idx="948">
                  <c:v>4</c:v>
                </c:pt>
                <c:pt idx="949">
                  <c:v>3</c:v>
                </c:pt>
                <c:pt idx="950">
                  <c:v>2</c:v>
                </c:pt>
                <c:pt idx="951">
                  <c:v>5</c:v>
                </c:pt>
                <c:pt idx="952">
                  <c:v>9</c:v>
                </c:pt>
                <c:pt idx="953">
                  <c:v>4</c:v>
                </c:pt>
                <c:pt idx="954">
                  <c:v>4</c:v>
                </c:pt>
                <c:pt idx="955">
                  <c:v>5</c:v>
                </c:pt>
                <c:pt idx="956">
                  <c:v>5</c:v>
                </c:pt>
                <c:pt idx="957">
                  <c:v>10</c:v>
                </c:pt>
                <c:pt idx="958">
                  <c:v>12</c:v>
                </c:pt>
                <c:pt idx="959">
                  <c:v>2</c:v>
                </c:pt>
                <c:pt idx="960">
                  <c:v>3</c:v>
                </c:pt>
                <c:pt idx="961">
                  <c:v>4</c:v>
                </c:pt>
                <c:pt idx="962">
                  <c:v>1</c:v>
                </c:pt>
                <c:pt idx="963">
                  <c:v>7</c:v>
                </c:pt>
                <c:pt idx="964">
                  <c:v>4</c:v>
                </c:pt>
                <c:pt idx="965">
                  <c:v>4</c:v>
                </c:pt>
                <c:pt idx="966">
                  <c:v>13</c:v>
                </c:pt>
                <c:pt idx="967">
                  <c:v>7</c:v>
                </c:pt>
                <c:pt idx="968">
                  <c:v>5</c:v>
                </c:pt>
                <c:pt idx="969">
                  <c:v>3</c:v>
                </c:pt>
                <c:pt idx="970">
                  <c:v>3</c:v>
                </c:pt>
                <c:pt idx="971">
                  <c:v>10</c:v>
                </c:pt>
                <c:pt idx="972">
                  <c:v>6</c:v>
                </c:pt>
                <c:pt idx="973">
                  <c:v>10</c:v>
                </c:pt>
                <c:pt idx="974">
                  <c:v>6</c:v>
                </c:pt>
                <c:pt idx="975">
                  <c:v>6</c:v>
                </c:pt>
                <c:pt idx="976">
                  <c:v>10</c:v>
                </c:pt>
                <c:pt idx="977">
                  <c:v>3</c:v>
                </c:pt>
                <c:pt idx="978">
                  <c:v>3</c:v>
                </c:pt>
                <c:pt idx="979">
                  <c:v>1</c:v>
                </c:pt>
                <c:pt idx="980">
                  <c:v>13</c:v>
                </c:pt>
                <c:pt idx="981">
                  <c:v>8</c:v>
                </c:pt>
                <c:pt idx="982">
                  <c:v>3</c:v>
                </c:pt>
                <c:pt idx="983">
                  <c:v>3</c:v>
                </c:pt>
                <c:pt idx="984">
                  <c:v>1</c:v>
                </c:pt>
                <c:pt idx="985">
                  <c:v>1</c:v>
                </c:pt>
                <c:pt idx="986">
                  <c:v>4</c:v>
                </c:pt>
                <c:pt idx="987">
                  <c:v>1</c:v>
                </c:pt>
                <c:pt idx="988">
                  <c:v>4</c:v>
                </c:pt>
                <c:pt idx="989">
                  <c:v>9</c:v>
                </c:pt>
                <c:pt idx="990">
                  <c:v>5</c:v>
                </c:pt>
                <c:pt idx="991">
                  <c:v>0</c:v>
                </c:pt>
                <c:pt idx="992">
                  <c:v>3</c:v>
                </c:pt>
                <c:pt idx="993">
                  <c:v>12</c:v>
                </c:pt>
                <c:pt idx="994">
                  <c:v>22</c:v>
                </c:pt>
                <c:pt idx="995">
                  <c:v>17</c:v>
                </c:pt>
                <c:pt idx="996">
                  <c:v>16</c:v>
                </c:pt>
                <c:pt idx="997">
                  <c:v>2</c:v>
                </c:pt>
                <c:pt idx="998">
                  <c:v>2</c:v>
                </c:pt>
                <c:pt idx="999">
                  <c:v>5</c:v>
                </c:pt>
                <c:pt idx="1000">
                  <c:v>20</c:v>
                </c:pt>
                <c:pt idx="1001">
                  <c:v>3</c:v>
                </c:pt>
                <c:pt idx="1002">
                  <c:v>6</c:v>
                </c:pt>
                <c:pt idx="1003">
                  <c:v>12</c:v>
                </c:pt>
                <c:pt idx="1004">
                  <c:v>1</c:v>
                </c:pt>
                <c:pt idx="1005">
                  <c:v>6</c:v>
                </c:pt>
                <c:pt idx="1006">
                  <c:v>0</c:v>
                </c:pt>
                <c:pt idx="1007">
                  <c:v>2</c:v>
                </c:pt>
                <c:pt idx="1008">
                  <c:v>4</c:v>
                </c:pt>
                <c:pt idx="1009">
                  <c:v>23</c:v>
                </c:pt>
                <c:pt idx="1010">
                  <c:v>9</c:v>
                </c:pt>
                <c:pt idx="1011">
                  <c:v>2</c:v>
                </c:pt>
                <c:pt idx="1012">
                  <c:v>0</c:v>
                </c:pt>
                <c:pt idx="1013">
                  <c:v>4</c:v>
                </c:pt>
                <c:pt idx="1014">
                  <c:v>4</c:v>
                </c:pt>
                <c:pt idx="1015">
                  <c:v>3</c:v>
                </c:pt>
                <c:pt idx="1016">
                  <c:v>12</c:v>
                </c:pt>
                <c:pt idx="1017">
                  <c:v>2</c:v>
                </c:pt>
                <c:pt idx="1018">
                  <c:v>1</c:v>
                </c:pt>
                <c:pt idx="1019">
                  <c:v>9</c:v>
                </c:pt>
                <c:pt idx="1020">
                  <c:v>12</c:v>
                </c:pt>
                <c:pt idx="1021">
                  <c:v>3</c:v>
                </c:pt>
                <c:pt idx="1022">
                  <c:v>2</c:v>
                </c:pt>
                <c:pt idx="1023">
                  <c:v>3</c:v>
                </c:pt>
                <c:pt idx="1024">
                  <c:v>5</c:v>
                </c:pt>
                <c:pt idx="1025">
                  <c:v>1</c:v>
                </c:pt>
                <c:pt idx="1026">
                  <c:v>6</c:v>
                </c:pt>
                <c:pt idx="1027">
                  <c:v>5</c:v>
                </c:pt>
                <c:pt idx="1028">
                  <c:v>10</c:v>
                </c:pt>
                <c:pt idx="1029">
                  <c:v>15</c:v>
                </c:pt>
                <c:pt idx="1030">
                  <c:v>0</c:v>
                </c:pt>
                <c:pt idx="1031">
                  <c:v>3</c:v>
                </c:pt>
                <c:pt idx="1032">
                  <c:v>6</c:v>
                </c:pt>
                <c:pt idx="1033">
                  <c:v>7</c:v>
                </c:pt>
                <c:pt idx="1034">
                  <c:v>6</c:v>
                </c:pt>
                <c:pt idx="1035">
                  <c:v>6</c:v>
                </c:pt>
                <c:pt idx="1036">
                  <c:v>6</c:v>
                </c:pt>
                <c:pt idx="1037">
                  <c:v>3</c:v>
                </c:pt>
                <c:pt idx="1038">
                  <c:v>0</c:v>
                </c:pt>
                <c:pt idx="1039">
                  <c:v>4</c:v>
                </c:pt>
                <c:pt idx="1040">
                  <c:v>5</c:v>
                </c:pt>
                <c:pt idx="1041">
                  <c:v>1</c:v>
                </c:pt>
                <c:pt idx="1042">
                  <c:v>0</c:v>
                </c:pt>
                <c:pt idx="1043">
                  <c:v>0</c:v>
                </c:pt>
                <c:pt idx="1044">
                  <c:v>10</c:v>
                </c:pt>
                <c:pt idx="1045">
                  <c:v>6</c:v>
                </c:pt>
                <c:pt idx="1046">
                  <c:v>1</c:v>
                </c:pt>
                <c:pt idx="1047">
                  <c:v>9</c:v>
                </c:pt>
                <c:pt idx="1048">
                  <c:v>4</c:v>
                </c:pt>
                <c:pt idx="1049">
                  <c:v>1</c:v>
                </c:pt>
                <c:pt idx="1050">
                  <c:v>0</c:v>
                </c:pt>
                <c:pt idx="1051">
                  <c:v>9</c:v>
                </c:pt>
                <c:pt idx="1052">
                  <c:v>14</c:v>
                </c:pt>
                <c:pt idx="1053">
                  <c:v>1</c:v>
                </c:pt>
                <c:pt idx="1054">
                  <c:v>1</c:v>
                </c:pt>
                <c:pt idx="1055">
                  <c:v>6</c:v>
                </c:pt>
                <c:pt idx="1056">
                  <c:v>5</c:v>
                </c:pt>
                <c:pt idx="1057">
                  <c:v>5</c:v>
                </c:pt>
                <c:pt idx="1058">
                  <c:v>3</c:v>
                </c:pt>
                <c:pt idx="1059">
                  <c:v>11</c:v>
                </c:pt>
                <c:pt idx="1060">
                  <c:v>29</c:v>
                </c:pt>
                <c:pt idx="1061">
                  <c:v>12</c:v>
                </c:pt>
                <c:pt idx="1062">
                  <c:v>5</c:v>
                </c:pt>
                <c:pt idx="1063">
                  <c:v>3</c:v>
                </c:pt>
                <c:pt idx="1064">
                  <c:v>0</c:v>
                </c:pt>
                <c:pt idx="1065">
                  <c:v>1</c:v>
                </c:pt>
                <c:pt idx="1066">
                  <c:v>2</c:v>
                </c:pt>
                <c:pt idx="1067">
                  <c:v>1</c:v>
                </c:pt>
                <c:pt idx="1068">
                  <c:v>4</c:v>
                </c:pt>
                <c:pt idx="1069">
                  <c:v>6</c:v>
                </c:pt>
                <c:pt idx="1070">
                  <c:v>2</c:v>
                </c:pt>
                <c:pt idx="1071">
                  <c:v>8</c:v>
                </c:pt>
                <c:pt idx="1072">
                  <c:v>5</c:v>
                </c:pt>
                <c:pt idx="1073">
                  <c:v>6</c:v>
                </c:pt>
                <c:pt idx="1074">
                  <c:v>9</c:v>
                </c:pt>
                <c:pt idx="1075">
                  <c:v>3</c:v>
                </c:pt>
                <c:pt idx="1076">
                  <c:v>10</c:v>
                </c:pt>
                <c:pt idx="1077">
                  <c:v>3</c:v>
                </c:pt>
                <c:pt idx="1078">
                  <c:v>1</c:v>
                </c:pt>
                <c:pt idx="1079">
                  <c:v>3</c:v>
                </c:pt>
                <c:pt idx="1080">
                  <c:v>12</c:v>
                </c:pt>
                <c:pt idx="1081">
                  <c:v>6</c:v>
                </c:pt>
                <c:pt idx="1082">
                  <c:v>33</c:v>
                </c:pt>
                <c:pt idx="1083">
                  <c:v>3</c:v>
                </c:pt>
                <c:pt idx="1084">
                  <c:v>9</c:v>
                </c:pt>
                <c:pt idx="1085">
                  <c:v>9</c:v>
                </c:pt>
                <c:pt idx="1086">
                  <c:v>3</c:v>
                </c:pt>
                <c:pt idx="1087">
                  <c:v>11</c:v>
                </c:pt>
                <c:pt idx="1088">
                  <c:v>4</c:v>
                </c:pt>
                <c:pt idx="1089">
                  <c:v>9</c:v>
                </c:pt>
                <c:pt idx="1090">
                  <c:v>9</c:v>
                </c:pt>
                <c:pt idx="1091">
                  <c:v>33</c:v>
                </c:pt>
                <c:pt idx="1092">
                  <c:v>8</c:v>
                </c:pt>
                <c:pt idx="1093">
                  <c:v>5</c:v>
                </c:pt>
                <c:pt idx="1094">
                  <c:v>1</c:v>
                </c:pt>
                <c:pt idx="1095">
                  <c:v>2</c:v>
                </c:pt>
                <c:pt idx="1096">
                  <c:v>11</c:v>
                </c:pt>
                <c:pt idx="1097">
                  <c:v>6</c:v>
                </c:pt>
                <c:pt idx="1098">
                  <c:v>0</c:v>
                </c:pt>
                <c:pt idx="1099">
                  <c:v>0</c:v>
                </c:pt>
                <c:pt idx="1100">
                  <c:v>3</c:v>
                </c:pt>
                <c:pt idx="1101">
                  <c:v>5</c:v>
                </c:pt>
                <c:pt idx="1102">
                  <c:v>3</c:v>
                </c:pt>
                <c:pt idx="1103">
                  <c:v>0</c:v>
                </c:pt>
                <c:pt idx="1104">
                  <c:v>7</c:v>
                </c:pt>
                <c:pt idx="1105">
                  <c:v>1</c:v>
                </c:pt>
                <c:pt idx="1106">
                  <c:v>0</c:v>
                </c:pt>
                <c:pt idx="1107">
                  <c:v>0</c:v>
                </c:pt>
                <c:pt idx="1108">
                  <c:v>0</c:v>
                </c:pt>
                <c:pt idx="1109">
                  <c:v>1</c:v>
                </c:pt>
                <c:pt idx="1110">
                  <c:v>7</c:v>
                </c:pt>
                <c:pt idx="1111">
                  <c:v>3</c:v>
                </c:pt>
                <c:pt idx="1112">
                  <c:v>6</c:v>
                </c:pt>
                <c:pt idx="1113">
                  <c:v>2</c:v>
                </c:pt>
                <c:pt idx="1114">
                  <c:v>10</c:v>
                </c:pt>
                <c:pt idx="1115">
                  <c:v>3</c:v>
                </c:pt>
                <c:pt idx="1116">
                  <c:v>4</c:v>
                </c:pt>
                <c:pt idx="1117">
                  <c:v>11</c:v>
                </c:pt>
                <c:pt idx="1118">
                  <c:v>2</c:v>
                </c:pt>
                <c:pt idx="1119">
                  <c:v>7</c:v>
                </c:pt>
                <c:pt idx="1120">
                  <c:v>1</c:v>
                </c:pt>
                <c:pt idx="1121">
                  <c:v>0</c:v>
                </c:pt>
                <c:pt idx="1122">
                  <c:v>1</c:v>
                </c:pt>
                <c:pt idx="1123">
                  <c:v>6</c:v>
                </c:pt>
                <c:pt idx="1124">
                  <c:v>0</c:v>
                </c:pt>
                <c:pt idx="1125">
                  <c:v>0</c:v>
                </c:pt>
                <c:pt idx="1126">
                  <c:v>1</c:v>
                </c:pt>
                <c:pt idx="1127">
                  <c:v>2</c:v>
                </c:pt>
                <c:pt idx="1128">
                  <c:v>0</c:v>
                </c:pt>
                <c:pt idx="1129">
                  <c:v>3</c:v>
                </c:pt>
                <c:pt idx="1130">
                  <c:v>1</c:v>
                </c:pt>
                <c:pt idx="1131">
                  <c:v>1</c:v>
                </c:pt>
                <c:pt idx="1132">
                  <c:v>0</c:v>
                </c:pt>
                <c:pt idx="1133">
                  <c:v>0</c:v>
                </c:pt>
                <c:pt idx="1134">
                  <c:v>4</c:v>
                </c:pt>
                <c:pt idx="1135">
                  <c:v>0</c:v>
                </c:pt>
                <c:pt idx="1136">
                  <c:v>1</c:v>
                </c:pt>
                <c:pt idx="1137">
                  <c:v>1</c:v>
                </c:pt>
                <c:pt idx="1138">
                  <c:v>2</c:v>
                </c:pt>
                <c:pt idx="1139">
                  <c:v>4</c:v>
                </c:pt>
                <c:pt idx="1140">
                  <c:v>2</c:v>
                </c:pt>
                <c:pt idx="1141">
                  <c:v>5</c:v>
                </c:pt>
                <c:pt idx="1142">
                  <c:v>1</c:v>
                </c:pt>
                <c:pt idx="1143">
                  <c:v>3</c:v>
                </c:pt>
                <c:pt idx="1144">
                  <c:v>5</c:v>
                </c:pt>
                <c:pt idx="1145">
                  <c:v>0</c:v>
                </c:pt>
                <c:pt idx="1146">
                  <c:v>2</c:v>
                </c:pt>
                <c:pt idx="1147">
                  <c:v>6</c:v>
                </c:pt>
                <c:pt idx="1148">
                  <c:v>5</c:v>
                </c:pt>
                <c:pt idx="1149">
                  <c:v>7</c:v>
                </c:pt>
                <c:pt idx="1150">
                  <c:v>21</c:v>
                </c:pt>
                <c:pt idx="1151">
                  <c:v>14</c:v>
                </c:pt>
                <c:pt idx="1152">
                  <c:v>11</c:v>
                </c:pt>
                <c:pt idx="1153">
                  <c:v>45</c:v>
                </c:pt>
                <c:pt idx="1154">
                  <c:v>1</c:v>
                </c:pt>
                <c:pt idx="1155">
                  <c:v>0</c:v>
                </c:pt>
                <c:pt idx="1156">
                  <c:v>8</c:v>
                </c:pt>
                <c:pt idx="1157">
                  <c:v>2</c:v>
                </c:pt>
                <c:pt idx="1158">
                  <c:v>3</c:v>
                </c:pt>
                <c:pt idx="1159">
                  <c:v>1</c:v>
                </c:pt>
                <c:pt idx="1160">
                  <c:v>5</c:v>
                </c:pt>
                <c:pt idx="1161">
                  <c:v>5</c:v>
                </c:pt>
                <c:pt idx="1162">
                  <c:v>12</c:v>
                </c:pt>
                <c:pt idx="1163">
                  <c:v>0</c:v>
                </c:pt>
                <c:pt idx="1164">
                  <c:v>2</c:v>
                </c:pt>
                <c:pt idx="1165">
                  <c:v>7</c:v>
                </c:pt>
                <c:pt idx="1166">
                  <c:v>5</c:v>
                </c:pt>
                <c:pt idx="1167">
                  <c:v>2</c:v>
                </c:pt>
                <c:pt idx="1168">
                  <c:v>6</c:v>
                </c:pt>
                <c:pt idx="1169">
                  <c:v>2</c:v>
                </c:pt>
                <c:pt idx="1170">
                  <c:v>1</c:v>
                </c:pt>
                <c:pt idx="1171">
                  <c:v>1</c:v>
                </c:pt>
                <c:pt idx="1172">
                  <c:v>3</c:v>
                </c:pt>
                <c:pt idx="1173">
                  <c:v>3</c:v>
                </c:pt>
                <c:pt idx="1174">
                  <c:v>1</c:v>
                </c:pt>
                <c:pt idx="1175">
                  <c:v>0</c:v>
                </c:pt>
                <c:pt idx="1176">
                  <c:v>1</c:v>
                </c:pt>
                <c:pt idx="1177">
                  <c:v>2</c:v>
                </c:pt>
                <c:pt idx="1178">
                  <c:v>1</c:v>
                </c:pt>
                <c:pt idx="1179">
                  <c:v>4</c:v>
                </c:pt>
                <c:pt idx="1180">
                  <c:v>5</c:v>
                </c:pt>
                <c:pt idx="1181">
                  <c:v>3</c:v>
                </c:pt>
                <c:pt idx="1182">
                  <c:v>9</c:v>
                </c:pt>
                <c:pt idx="1183">
                  <c:v>4</c:v>
                </c:pt>
                <c:pt idx="1184">
                  <c:v>10</c:v>
                </c:pt>
                <c:pt idx="1185">
                  <c:v>0</c:v>
                </c:pt>
                <c:pt idx="1186">
                  <c:v>1</c:v>
                </c:pt>
                <c:pt idx="1187">
                  <c:v>1</c:v>
                </c:pt>
                <c:pt idx="1188">
                  <c:v>9</c:v>
                </c:pt>
                <c:pt idx="1189">
                  <c:v>12</c:v>
                </c:pt>
                <c:pt idx="1190">
                  <c:v>0</c:v>
                </c:pt>
                <c:pt idx="1191">
                  <c:v>24</c:v>
                </c:pt>
                <c:pt idx="1192">
                  <c:v>10</c:v>
                </c:pt>
                <c:pt idx="1193">
                  <c:v>10</c:v>
                </c:pt>
                <c:pt idx="1194">
                  <c:v>1</c:v>
                </c:pt>
                <c:pt idx="1195">
                  <c:v>2</c:v>
                </c:pt>
                <c:pt idx="1196">
                  <c:v>12</c:v>
                </c:pt>
                <c:pt idx="1197">
                  <c:v>0</c:v>
                </c:pt>
                <c:pt idx="1198">
                  <c:v>2</c:v>
                </c:pt>
                <c:pt idx="1199">
                  <c:v>4</c:v>
                </c:pt>
                <c:pt idx="1200">
                  <c:v>3</c:v>
                </c:pt>
                <c:pt idx="1201">
                  <c:v>11</c:v>
                </c:pt>
                <c:pt idx="1202">
                  <c:v>1</c:v>
                </c:pt>
                <c:pt idx="1203">
                  <c:v>0</c:v>
                </c:pt>
                <c:pt idx="1204">
                  <c:v>2</c:v>
                </c:pt>
                <c:pt idx="1205">
                  <c:v>1</c:v>
                </c:pt>
                <c:pt idx="1206">
                  <c:v>12</c:v>
                </c:pt>
                <c:pt idx="1207">
                  <c:v>0</c:v>
                </c:pt>
                <c:pt idx="1208">
                  <c:v>5</c:v>
                </c:pt>
                <c:pt idx="1209">
                  <c:v>1</c:v>
                </c:pt>
                <c:pt idx="1210">
                  <c:v>2</c:v>
                </c:pt>
                <c:pt idx="1211">
                  <c:v>4</c:v>
                </c:pt>
                <c:pt idx="1212">
                  <c:v>1</c:v>
                </c:pt>
                <c:pt idx="1213">
                  <c:v>1</c:v>
                </c:pt>
                <c:pt idx="1214">
                  <c:v>1</c:v>
                </c:pt>
                <c:pt idx="1215">
                  <c:v>7</c:v>
                </c:pt>
                <c:pt idx="1216">
                  <c:v>1</c:v>
                </c:pt>
                <c:pt idx="1217">
                  <c:v>2</c:v>
                </c:pt>
                <c:pt idx="1218">
                  <c:v>6</c:v>
                </c:pt>
                <c:pt idx="1219">
                  <c:v>28</c:v>
                </c:pt>
                <c:pt idx="1220">
                  <c:v>22</c:v>
                </c:pt>
                <c:pt idx="1221">
                  <c:v>3</c:v>
                </c:pt>
                <c:pt idx="1222">
                  <c:v>4</c:v>
                </c:pt>
                <c:pt idx="1223">
                  <c:v>1</c:v>
                </c:pt>
                <c:pt idx="1224">
                  <c:v>1</c:v>
                </c:pt>
                <c:pt idx="1225">
                  <c:v>37</c:v>
                </c:pt>
                <c:pt idx="1226">
                  <c:v>26</c:v>
                </c:pt>
                <c:pt idx="1227">
                  <c:v>3</c:v>
                </c:pt>
                <c:pt idx="1228">
                  <c:v>2</c:v>
                </c:pt>
                <c:pt idx="1229">
                  <c:v>2</c:v>
                </c:pt>
                <c:pt idx="1230">
                  <c:v>7</c:v>
                </c:pt>
                <c:pt idx="1231">
                  <c:v>3</c:v>
                </c:pt>
                <c:pt idx="1232">
                  <c:v>10</c:v>
                </c:pt>
                <c:pt idx="1233">
                  <c:v>7</c:v>
                </c:pt>
                <c:pt idx="1234">
                  <c:v>5</c:v>
                </c:pt>
                <c:pt idx="1235">
                  <c:v>2</c:v>
                </c:pt>
                <c:pt idx="1236">
                  <c:v>0</c:v>
                </c:pt>
                <c:pt idx="1237">
                  <c:v>9</c:v>
                </c:pt>
                <c:pt idx="1238">
                  <c:v>30</c:v>
                </c:pt>
                <c:pt idx="1239">
                  <c:v>25</c:v>
                </c:pt>
                <c:pt idx="1240">
                  <c:v>4</c:v>
                </c:pt>
                <c:pt idx="1241">
                  <c:v>4</c:v>
                </c:pt>
                <c:pt idx="1242">
                  <c:v>1</c:v>
                </c:pt>
                <c:pt idx="1243">
                  <c:v>2</c:v>
                </c:pt>
                <c:pt idx="1244">
                  <c:v>1</c:v>
                </c:pt>
                <c:pt idx="1245">
                  <c:v>0</c:v>
                </c:pt>
                <c:pt idx="1246">
                  <c:v>3</c:v>
                </c:pt>
                <c:pt idx="1247">
                  <c:v>2</c:v>
                </c:pt>
                <c:pt idx="1248">
                  <c:v>0</c:v>
                </c:pt>
                <c:pt idx="1249">
                  <c:v>0</c:v>
                </c:pt>
                <c:pt idx="1250">
                  <c:v>6</c:v>
                </c:pt>
                <c:pt idx="1251">
                  <c:v>14</c:v>
                </c:pt>
                <c:pt idx="1252">
                  <c:v>6</c:v>
                </c:pt>
                <c:pt idx="1253">
                  <c:v>1</c:v>
                </c:pt>
                <c:pt idx="1254">
                  <c:v>2</c:v>
                </c:pt>
                <c:pt idx="1255">
                  <c:v>0</c:v>
                </c:pt>
                <c:pt idx="1256">
                  <c:v>0</c:v>
                </c:pt>
                <c:pt idx="1257">
                  <c:v>7</c:v>
                </c:pt>
                <c:pt idx="1258">
                  <c:v>4</c:v>
                </c:pt>
                <c:pt idx="1259">
                  <c:v>24</c:v>
                </c:pt>
                <c:pt idx="1260">
                  <c:v>5</c:v>
                </c:pt>
                <c:pt idx="1261">
                  <c:v>3</c:v>
                </c:pt>
                <c:pt idx="1262">
                  <c:v>1</c:v>
                </c:pt>
                <c:pt idx="1263">
                  <c:v>1</c:v>
                </c:pt>
                <c:pt idx="1264">
                  <c:v>1</c:v>
                </c:pt>
                <c:pt idx="1265">
                  <c:v>4</c:v>
                </c:pt>
                <c:pt idx="1266">
                  <c:v>3</c:v>
                </c:pt>
                <c:pt idx="1267">
                  <c:v>2</c:v>
                </c:pt>
                <c:pt idx="1268">
                  <c:v>0</c:v>
                </c:pt>
                <c:pt idx="1269">
                  <c:v>3</c:v>
                </c:pt>
                <c:pt idx="1270">
                  <c:v>4</c:v>
                </c:pt>
                <c:pt idx="1271">
                  <c:v>19</c:v>
                </c:pt>
                <c:pt idx="1272">
                  <c:v>20</c:v>
                </c:pt>
                <c:pt idx="1273">
                  <c:v>1</c:v>
                </c:pt>
                <c:pt idx="1274">
                  <c:v>4</c:v>
                </c:pt>
                <c:pt idx="1275">
                  <c:v>0</c:v>
                </c:pt>
                <c:pt idx="1276">
                  <c:v>4</c:v>
                </c:pt>
                <c:pt idx="1277">
                  <c:v>1</c:v>
                </c:pt>
                <c:pt idx="1278">
                  <c:v>2</c:v>
                </c:pt>
                <c:pt idx="1279">
                  <c:v>2</c:v>
                </c:pt>
                <c:pt idx="1280">
                  <c:v>2</c:v>
                </c:pt>
                <c:pt idx="1281">
                  <c:v>11</c:v>
                </c:pt>
              </c:numCache>
            </c:numRef>
          </c:yVal>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axId val="48650112"/>
        <c:axId val="48672768"/>
      </c:scatterChart>
      <c:valAx>
        <c:axId val="48672768"/>
        <c:scaling>
          <c:orientation val="minMax"/>
          <c:max val="150"/>
          <c:min val="0"/>
        </c:scaling>
        <c:delete val="0"/>
        <c:axPos val="l"/>
        <c:majorGridlines>
          <c:spPr>
            <ns1:ln w="5715">
              <ns1:solidFill>
                <ns1:srgbClr val="DFE4E1"/>
              </ns1:solidFill>
            </ns1:ln>
          </c:spPr>
        </c:majorGridlines>
        <c:numFmt formatCode="0"/>
        <c:majorTickMark val="none"/>
        <c:minorTickMark val="none"/>
        <c:spPr>
          <ns1:ln w="9525">
            <ns1:solidFill>
              <ns1:srgbClr val="D4D4D4"/>
            </ns1:solidFill>
            <ns1:prstDash val="solid"/>
          </ns1:ln>
        </c:spPr>
        <c:txPr>
          <ns1:bodyPr anchorCtr="1"/>
          <ns1:lstStyle/>
          <ns1:p>
            <ns1:pPr>
              <ns1:defRPr sz="1500">
                <ns1:solidFill>
                  <ns1:srgbClr val="718087"/>
                </ns1:solidFill>
                <ns1:latin typeface="Arial"/>
                <ns1:ea typeface="Arial"/>
                <ns1:cs typeface="Arial"/>
              </ns1:defRPr>
            </ns1:pPr>
          </ns1:p>
        </c:txPr>
        <c:crossAx val="48650112"/>
        <c:majorUnit val="37.5"/>
      </c:valAx>
      <c:valAx>
        <c:axId val="48650112"/>
        <c:scaling>
          <c:orientation val="minMax"/>
          <c:max val="2027"/>
          <c:min val="2023"/>
        </c:scaling>
        <c:delete val="0"/>
        <c:axPos val="b"/>
        <c:numFmt formatCode="0"/>
        <c:majorTickMark val="none"/>
        <c:minorTickMark val="none"/>
        <c:spPr>
          <ns1:ln w="5715">
            <ns1:solidFill>
              <ns1:srgbClr val="DFE4E1"/>
            </ns1:solidFill>
          </ns1:ln>
        </c:spPr>
        <c:txPr>
          <ns1:bodyPr anchorCtr="1"/>
          <ns1:lstStyle/>
          <ns1:p>
            <ns1:pPr>
              <ns1:defRPr sz="1425">
                <ns1:solidFill>
                  <ns1:srgbClr val="718087"/>
                </ns1:solidFill>
                <ns1:latin typeface="Arial"/>
                <ns1:ea typeface="Arial"/>
                <ns1:cs typeface="Arial"/>
              </ns1:defRPr>
            </ns1:pPr>
          </ns1:p>
        </c:txPr>
        <c:crossAx val="48672768"/>
        <c:majorUnit val="1"/>
      </c:valAx>
      <c:spPr>
        <ns1:solidFill>
          <ns1:srgbClr val="FCFBF8"/>
        </ns1:solidFill>
      </c:spPr>
    </c:plotArea>
    <c:plotVisOnly val="1"/>
    <c:dispBlanksAs val="gap"/>
  </c:chart>
  <c:spPr>
    <ns1:solidFill>
      <ns1:srgbClr val="FCFBF8"/>
    </ns1:solidFill>
  </c:spPr>
  <c:externalData r:id="rIdWorkbook">
    <c:autoUpdate val="0"/>
  </c:externalData>
</c:chartSpace>
</file>

<file path=ppt/slides/charts/chart3.xml><?xml version="1.0" encoding="utf-8"?>
<c:chartSpace xmlns:c="http://schemas.openxmlformats.org/drawingml/2006/chart" xmlns:ns1="http://schemas.openxmlformats.org/drawingml/2006/main" xmlns:r="http://schemas.openxmlformats.org/officeDocument/2006/relationships">
  <c:lang val="en-US"/>
  <c:chart>
    <c:title>
      <c:tx>
        <c:rich>
          <ns1:bodyPr/>
          <ns1:lstStyle/>
          <ns1:p>
            <ns1:r>
              <ns1:rPr sz="1875">
                <ns1:solidFill>
                  <ns1:srgbClr val="243C45"/>
                </ns1:solidFill>
                <ns1:latin typeface="Arial"/>
                <ns1:ea typeface="Arial"/>
                <ns1:cs typeface="Arial"/>
              </ns1:rPr>
              <ns1:t>Ленин · упоминания</ns1:t>
            </ns1:r>
          </ns1:p>
        </c:rich>
      </c:tx>
      <c:overlay val="0"/>
      <c:txPr>
        <ns1:bodyPr anchorCtr="1"/>
        <ns1:lstStyle/>
        <ns1:p>
          <ns1:pPr>
            <ns1:defRPr sz="1875">
              <ns1:solidFill>
                <ns1:srgbClr val="243C45"/>
              </ns1:solidFill>
              <ns1:latin typeface="Arial"/>
              <ns1:ea typeface="Arial"/>
              <ns1:cs typeface="Arial"/>
            </ns1:defRPr>
          </ns1:pPr>
        </ns1:p>
      </c:txPr>
    </c:title>
    <c:plotArea>
      <c:scatterChart>
        <c:scatterStyle val="line"/>
        <c:varyColors val="0"/>
        <c:ser>
          <c:idx val="0"/>
          <c:order val="0"/>
          <c:tx>
            <c:v>Верхняя граница 80%</c:v>
          </c:tx>
          <c:spPr>
            <ns1:solidFill>
              <ns1:srgbClr val="E8CEBF"/>
            </ns1:solidFill>
            <ns1:ln w="19050">
              <ns1:solidFill>
                <ns1:srgbClr val="E8CEBF"/>
              </ns1:solidFill>
            </ns1:ln>
          </c:spPr>
          <c:marker>
            <c:symbol val="none"/>
          </c:marker>
          <c:xVal>
            <c:numRef>
              <c:f>'Chart Data'!$A$2:$A$32</c:f>
              <c:numCache>
                <c:formatCode>General</c:formatCode>
                <c:ptCount val="31"/>
                <c:pt idx="0">
                  <c:v>46298</c:v>
                </c:pt>
                <c:pt idx="1">
                  <c:v>46299</c:v>
                </c:pt>
                <c:pt idx="2">
                  <c:v>46300</c:v>
                </c:pt>
                <c:pt idx="3">
                  <c:v>46301</c:v>
                </c:pt>
                <c:pt idx="4">
                  <c:v>46302</c:v>
                </c:pt>
                <c:pt idx="5">
                  <c:v>46303</c:v>
                </c:pt>
                <c:pt idx="6">
                  <c:v>46304</c:v>
                </c:pt>
                <c:pt idx="7">
                  <c:v>46305</c:v>
                </c:pt>
                <c:pt idx="8">
                  <c:v>46306</c:v>
                </c:pt>
                <c:pt idx="9">
                  <c:v>46307</c:v>
                </c:pt>
                <c:pt idx="10">
                  <c:v>46308</c:v>
                </c:pt>
                <c:pt idx="11">
                  <c:v>46309</c:v>
                </c:pt>
                <c:pt idx="12">
                  <c:v>46310</c:v>
                </c:pt>
                <c:pt idx="13">
                  <c:v>46311</c:v>
                </c:pt>
                <c:pt idx="14">
                  <c:v>46312</c:v>
                </c:pt>
                <c:pt idx="15">
                  <c:v>46313</c:v>
                </c:pt>
                <c:pt idx="16">
                  <c:v>46314</c:v>
                </c:pt>
                <c:pt idx="17">
                  <c:v>46315</c:v>
                </c:pt>
                <c:pt idx="18">
                  <c:v>46316</c:v>
                </c:pt>
                <c:pt idx="19">
                  <c:v>46317</c:v>
                </c:pt>
                <c:pt idx="20">
                  <c:v>46318</c:v>
                </c:pt>
                <c:pt idx="21">
                  <c:v>46319</c:v>
                </c:pt>
                <c:pt idx="22">
                  <c:v>46320</c:v>
                </c:pt>
                <c:pt idx="23">
                  <c:v>46321</c:v>
                </c:pt>
                <c:pt idx="24">
                  <c:v>46322</c:v>
                </c:pt>
                <c:pt idx="25">
                  <c:v>46323</c:v>
                </c:pt>
                <c:pt idx="26">
                  <c:v>46324</c:v>
                </c:pt>
                <c:pt idx="27">
                  <c:v>46325</c:v>
                </c:pt>
                <c:pt idx="28">
                  <c:v>46326</c:v>
                </c:pt>
                <c:pt idx="29">
                  <c:v>46327</c:v>
                </c:pt>
                <c:pt idx="30">
                  <c:v>46328</c:v>
                </c:pt>
              </c:numCache>
            </c:numRef>
          </c:xVal>
          <c:yVal>
            <c:numRef>
              <c:f>'Chart Data'!$B$2:$B$32</c:f>
              <c:numCache>
                <c:formatCode>0</c:formatCode>
                <c:ptCount val="31"/>
                <c:pt idx="0">
                  <c:v>4</c:v>
                </c:pt>
                <c:pt idx="1">
                  <c:v>4</c:v>
                </c:pt>
                <c:pt idx="2">
                  <c:v>4</c:v>
                </c:pt>
                <c:pt idx="3">
                  <c:v>3</c:v>
                </c:pt>
                <c:pt idx="4">
                  <c:v>3</c:v>
                </c:pt>
                <c:pt idx="5">
                  <c:v>3</c:v>
                </c:pt>
                <c:pt idx="6">
                  <c:v>4</c:v>
                </c:pt>
                <c:pt idx="7">
                  <c:v>4</c:v>
                </c:pt>
                <c:pt idx="8">
                  <c:v>5</c:v>
                </c:pt>
                <c:pt idx="9">
                  <c:v>4</c:v>
                </c:pt>
                <c:pt idx="10">
                  <c:v>3</c:v>
                </c:pt>
                <c:pt idx="11">
                  <c:v>3</c:v>
                </c:pt>
                <c:pt idx="12">
                  <c:v>3</c:v>
                </c:pt>
                <c:pt idx="13">
                  <c:v>4</c:v>
                </c:pt>
                <c:pt idx="14">
                  <c:v>4</c:v>
                </c:pt>
                <c:pt idx="15">
                  <c:v>5</c:v>
                </c:pt>
                <c:pt idx="16">
                  <c:v>4</c:v>
                </c:pt>
                <c:pt idx="17">
                  <c:v>3</c:v>
                </c:pt>
                <c:pt idx="18">
                  <c:v>3</c:v>
                </c:pt>
                <c:pt idx="19">
                  <c:v>3</c:v>
                </c:pt>
                <c:pt idx="20">
                  <c:v>4</c:v>
                </c:pt>
                <c:pt idx="21">
                  <c:v>4</c:v>
                </c:pt>
                <c:pt idx="22">
                  <c:v>5</c:v>
                </c:pt>
                <c:pt idx="23">
                  <c:v>4</c:v>
                </c:pt>
                <c:pt idx="24">
                  <c:v>3</c:v>
                </c:pt>
                <c:pt idx="25">
                  <c:v>3</c:v>
                </c:pt>
                <c:pt idx="26">
                  <c:v>3</c:v>
                </c:pt>
                <c:pt idx="27">
                  <c:v>4</c:v>
                </c:pt>
                <c:pt idx="28">
                  <c:v>4</c:v>
                </c:pt>
                <c:pt idx="29">
                  <c:v>4</c:v>
                </c:pt>
                <c:pt idx="30">
                  <c:v>3</c:v>
                </c:pt>
              </c:numCache>
            </c:numRef>
          </c:yVal>
        </c:ser>
        <c:ser>
          <c:idx val="1"/>
          <c:order val="1"/>
          <c:tx>
            <c:v>Нижняя граница 80%</c:v>
          </c:tx>
          <c:spPr>
            <ns1:solidFill>
              <ns1:srgbClr val="E8CEBF"/>
            </ns1:solidFill>
            <ns1:ln w="19050">
              <ns1:solidFill>
                <ns1:srgbClr val="E8CEBF"/>
              </ns1:solidFill>
            </ns1:ln>
          </c:spPr>
          <c:marker>
            <c:symbol val="none"/>
          </c:marker>
          <c:xVal>
            <c:numRef>
              <c:f>'Chart Data'!$C$2:$C$32</c:f>
              <c:numCache>
                <c:formatCode>General</c:formatCode>
                <c:ptCount val="31"/>
                <c:pt idx="0">
                  <c:v>46298</c:v>
                </c:pt>
                <c:pt idx="1">
                  <c:v>46299</c:v>
                </c:pt>
                <c:pt idx="2">
                  <c:v>46300</c:v>
                </c:pt>
                <c:pt idx="3">
                  <c:v>46301</c:v>
                </c:pt>
                <c:pt idx="4">
                  <c:v>46302</c:v>
                </c:pt>
                <c:pt idx="5">
                  <c:v>46303</c:v>
                </c:pt>
                <c:pt idx="6">
                  <c:v>46304</c:v>
                </c:pt>
                <c:pt idx="7">
                  <c:v>46305</c:v>
                </c:pt>
                <c:pt idx="8">
                  <c:v>46306</c:v>
                </c:pt>
                <c:pt idx="9">
                  <c:v>46307</c:v>
                </c:pt>
                <c:pt idx="10">
                  <c:v>46308</c:v>
                </c:pt>
                <c:pt idx="11">
                  <c:v>46309</c:v>
                </c:pt>
                <c:pt idx="12">
                  <c:v>46310</c:v>
                </c:pt>
                <c:pt idx="13">
                  <c:v>46311</c:v>
                </c:pt>
                <c:pt idx="14">
                  <c:v>46312</c:v>
                </c:pt>
                <c:pt idx="15">
                  <c:v>46313</c:v>
                </c:pt>
                <c:pt idx="16">
                  <c:v>46314</c:v>
                </c:pt>
                <c:pt idx="17">
                  <c:v>46315</c:v>
                </c:pt>
                <c:pt idx="18">
                  <c:v>46316</c:v>
                </c:pt>
                <c:pt idx="19">
                  <c:v>46317</c:v>
                </c:pt>
                <c:pt idx="20">
                  <c:v>46318</c:v>
                </c:pt>
                <c:pt idx="21">
                  <c:v>46319</c:v>
                </c:pt>
                <c:pt idx="22">
                  <c:v>46320</c:v>
                </c:pt>
                <c:pt idx="23">
                  <c:v>46321</c:v>
                </c:pt>
                <c:pt idx="24">
                  <c:v>46322</c:v>
                </c:pt>
                <c:pt idx="25">
                  <c:v>46323</c:v>
                </c:pt>
                <c:pt idx="26">
                  <c:v>46324</c:v>
                </c:pt>
                <c:pt idx="27">
                  <c:v>46325</c:v>
                </c:pt>
                <c:pt idx="28">
                  <c:v>46326</c:v>
                </c:pt>
                <c:pt idx="29">
                  <c:v>46327</c:v>
                </c:pt>
                <c:pt idx="30">
                  <c:v>46328</c:v>
                </c:pt>
              </c:numCache>
            </c:numRef>
          </c:xVal>
          <c:yVal>
            <c:numRef>
              <c:f>'Chart Data'!$D$2:$D$32</c:f>
              <c:numCache>
                <c:formatCode>0</c:formatCode>
                <c:ptCount val="3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numCache>
            </c:numRef>
          </c:yVal>
        </c:ser>
        <c:ser>
          <c:idx val="2"/>
          <c:order val="2"/>
          <c:tx>
            <c:v>Наблюдения</c:v>
          </c:tx>
          <c:spPr>
            <ns1:solidFill>
              <ns1:srgbClr val="718087"/>
            </ns1:solidFill>
            <ns1:ln w="14288">
              <ns1:solidFill>
                <ns1:srgbClr val="718087"/>
              </ns1:solidFill>
            </ns1:ln>
          </c:spPr>
          <c:marker>
            <c:symbol val="none"/>
          </c:marker>
          <c:xVal>
            <c:numRef>
              <c:f>'Chart Data'!$E$2:$E$45</c:f>
              <c:numCache>
                <c:formatCode>General</c:formatCode>
                <c:ptCount val="44"/>
                <c:pt idx="0">
                  <c:v>46249</c:v>
                </c:pt>
                <c:pt idx="1">
                  <c:v>46250</c:v>
                </c:pt>
                <c:pt idx="2">
                  <c:v>46251</c:v>
                </c:pt>
                <c:pt idx="3">
                  <c:v>46252</c:v>
                </c:pt>
                <c:pt idx="4">
                  <c:v>46253</c:v>
                </c:pt>
                <c:pt idx="5">
                  <c:v>46254</c:v>
                </c:pt>
                <c:pt idx="6">
                  <c:v>46258</c:v>
                </c:pt>
                <c:pt idx="7">
                  <c:v>46259</c:v>
                </c:pt>
                <c:pt idx="8">
                  <c:v>46260</c:v>
                </c:pt>
                <c:pt idx="9">
                  <c:v>46261</c:v>
                </c:pt>
                <c:pt idx="10">
                  <c:v>46262</c:v>
                </c:pt>
                <c:pt idx="11">
                  <c:v>46263</c:v>
                </c:pt>
                <c:pt idx="12">
                  <c:v>46264</c:v>
                </c:pt>
                <c:pt idx="13">
                  <c:v>46265</c:v>
                </c:pt>
                <c:pt idx="14">
                  <c:v>46266</c:v>
                </c:pt>
                <c:pt idx="15">
                  <c:v>46267</c:v>
                </c:pt>
                <c:pt idx="16">
                  <c:v>46268</c:v>
                </c:pt>
                <c:pt idx="17">
                  <c:v>46269</c:v>
                </c:pt>
                <c:pt idx="18">
                  <c:v>46270</c:v>
                </c:pt>
                <c:pt idx="19">
                  <c:v>46271</c:v>
                </c:pt>
                <c:pt idx="20">
                  <c:v>46272</c:v>
                </c:pt>
                <c:pt idx="21">
                  <c:v>46273</c:v>
                </c:pt>
                <c:pt idx="22">
                  <c:v>46276</c:v>
                </c:pt>
                <c:pt idx="23">
                  <c:v>46277</c:v>
                </c:pt>
                <c:pt idx="24">
                  <c:v>46278</c:v>
                </c:pt>
                <c:pt idx="25">
                  <c:v>46279</c:v>
                </c:pt>
                <c:pt idx="26">
                  <c:v>46280</c:v>
                </c:pt>
                <c:pt idx="27">
                  <c:v>46281</c:v>
                </c:pt>
                <c:pt idx="28">
                  <c:v>46282</c:v>
                </c:pt>
                <c:pt idx="29">
                  <c:v>46283</c:v>
                </c:pt>
                <c:pt idx="30">
                  <c:v>46284</c:v>
                </c:pt>
                <c:pt idx="31">
                  <c:v>46285</c:v>
                </c:pt>
                <c:pt idx="32">
                  <c:v>46286</c:v>
                </c:pt>
                <c:pt idx="33">
                  <c:v>46287</c:v>
                </c:pt>
                <c:pt idx="34">
                  <c:v>46288</c:v>
                </c:pt>
                <c:pt idx="35">
                  <c:v>46289</c:v>
                </c:pt>
                <c:pt idx="36">
                  <c:v>46290</c:v>
                </c:pt>
                <c:pt idx="37">
                  <c:v>46291</c:v>
                </c:pt>
                <c:pt idx="38">
                  <c:v>46292</c:v>
                </c:pt>
                <c:pt idx="39">
                  <c:v>46293</c:v>
                </c:pt>
                <c:pt idx="40">
                  <c:v>46294</c:v>
                </c:pt>
                <c:pt idx="41">
                  <c:v>46295</c:v>
                </c:pt>
                <c:pt idx="42">
                  <c:v>46296</c:v>
                </c:pt>
                <c:pt idx="43">
                  <c:v>46297</c:v>
                </c:pt>
              </c:numCache>
            </c:numRef>
          </c:xVal>
          <c:yVal>
            <c:numRef>
              <c:f>'Chart Data'!$F$2:$F$45</c:f>
              <c:numCache>
                <c:formatCode>0</c:formatCode>
                <c:ptCount val="44"/>
                <c:pt idx="0">
                  <c:v>2</c:v>
                </c:pt>
                <c:pt idx="1">
                  <c:v>3</c:v>
                </c:pt>
                <c:pt idx="2">
                  <c:v>0</c:v>
                </c:pt>
                <c:pt idx="3">
                  <c:v>0</c:v>
                </c:pt>
                <c:pt idx="4">
                  <c:v>0</c:v>
                </c:pt>
                <c:pt idx="5">
                  <c:v>1</c:v>
                </c:pt>
                <c:pt idx="6">
                  <c:v>0</c:v>
                </c:pt>
                <c:pt idx="7">
                  <c:v>0</c:v>
                </c:pt>
                <c:pt idx="8">
                  <c:v>1</c:v>
                </c:pt>
                <c:pt idx="9">
                  <c:v>0</c:v>
                </c:pt>
                <c:pt idx="10">
                  <c:v>0</c:v>
                </c:pt>
                <c:pt idx="11">
                  <c:v>0</c:v>
                </c:pt>
                <c:pt idx="12">
                  <c:v>1</c:v>
                </c:pt>
                <c:pt idx="13">
                  <c:v>1</c:v>
                </c:pt>
                <c:pt idx="14">
                  <c:v>1</c:v>
                </c:pt>
                <c:pt idx="15">
                  <c:v>1</c:v>
                </c:pt>
                <c:pt idx="16">
                  <c:v>1</c:v>
                </c:pt>
                <c:pt idx="17">
                  <c:v>0</c:v>
                </c:pt>
                <c:pt idx="18">
                  <c:v>0</c:v>
                </c:pt>
                <c:pt idx="19">
                  <c:v>1</c:v>
                </c:pt>
                <c:pt idx="20">
                  <c:v>1</c:v>
                </c:pt>
                <c:pt idx="21">
                  <c:v>1</c:v>
                </c:pt>
                <c:pt idx="22">
                  <c:v>3</c:v>
                </c:pt>
                <c:pt idx="23">
                  <c:v>1</c:v>
                </c:pt>
                <c:pt idx="24">
                  <c:v>1</c:v>
                </c:pt>
                <c:pt idx="25">
                  <c:v>2</c:v>
                </c:pt>
                <c:pt idx="26">
                  <c:v>0</c:v>
                </c:pt>
                <c:pt idx="27">
                  <c:v>0</c:v>
                </c:pt>
                <c:pt idx="28">
                  <c:v>2</c:v>
                </c:pt>
                <c:pt idx="29">
                  <c:v>0</c:v>
                </c:pt>
                <c:pt idx="30">
                  <c:v>1</c:v>
                </c:pt>
                <c:pt idx="31">
                  <c:v>1</c:v>
                </c:pt>
                <c:pt idx="32">
                  <c:v>0</c:v>
                </c:pt>
                <c:pt idx="33">
                  <c:v>0</c:v>
                </c:pt>
                <c:pt idx="34">
                  <c:v>0</c:v>
                </c:pt>
                <c:pt idx="35">
                  <c:v>0</c:v>
                </c:pt>
                <c:pt idx="36">
                  <c:v>0</c:v>
                </c:pt>
                <c:pt idx="37">
                  <c:v>1</c:v>
                </c:pt>
                <c:pt idx="38">
                  <c:v>1</c:v>
                </c:pt>
                <c:pt idx="39">
                  <c:v>2</c:v>
                </c:pt>
                <c:pt idx="40">
                  <c:v>1</c:v>
                </c:pt>
                <c:pt idx="41">
                  <c:v>0</c:v>
                </c:pt>
                <c:pt idx="42">
                  <c:v>0</c:v>
                </c:pt>
                <c:pt idx="43">
                  <c:v>1</c:v>
                </c:pt>
              </c:numCache>
            </c:numRef>
          </c:yVal>
        </c:ser>
        <c:ser>
          <c:idx val="3"/>
          <c:order val="3"/>
          <c:tx>
            <c:v>Средний прогноз</c:v>
          </c:tx>
          <c:spPr>
            <ns1:solidFill>
              <ns1:srgbClr val="B46A48"/>
            </ns1:solidFill>
            <ns1:ln w="23813">
              <ns1:solidFill>
                <ns1:srgbClr val="B46A48"/>
              </ns1:solidFill>
            </ns1:ln>
          </c:spPr>
          <c:marker>
            <c:symbol val="none"/>
          </c:marker>
          <c:xVal>
            <c:numRef>
              <c:f>'Chart Data'!$G$2:$G$32</c:f>
              <c:numCache>
                <c:formatCode>General</c:formatCode>
                <c:ptCount val="31"/>
                <c:pt idx="0">
                  <c:v>46298</c:v>
                </c:pt>
                <c:pt idx="1">
                  <c:v>46299</c:v>
                </c:pt>
                <c:pt idx="2">
                  <c:v>46300</c:v>
                </c:pt>
                <c:pt idx="3">
                  <c:v>46301</c:v>
                </c:pt>
                <c:pt idx="4">
                  <c:v>46302</c:v>
                </c:pt>
                <c:pt idx="5">
                  <c:v>46303</c:v>
                </c:pt>
                <c:pt idx="6">
                  <c:v>46304</c:v>
                </c:pt>
                <c:pt idx="7">
                  <c:v>46305</c:v>
                </c:pt>
                <c:pt idx="8">
                  <c:v>46306</c:v>
                </c:pt>
                <c:pt idx="9">
                  <c:v>46307</c:v>
                </c:pt>
                <c:pt idx="10">
                  <c:v>46308</c:v>
                </c:pt>
                <c:pt idx="11">
                  <c:v>46309</c:v>
                </c:pt>
                <c:pt idx="12">
                  <c:v>46310</c:v>
                </c:pt>
                <c:pt idx="13">
                  <c:v>46311</c:v>
                </c:pt>
                <c:pt idx="14">
                  <c:v>46312</c:v>
                </c:pt>
                <c:pt idx="15">
                  <c:v>46313</c:v>
                </c:pt>
                <c:pt idx="16">
                  <c:v>46314</c:v>
                </c:pt>
                <c:pt idx="17">
                  <c:v>46315</c:v>
                </c:pt>
                <c:pt idx="18">
                  <c:v>46316</c:v>
                </c:pt>
                <c:pt idx="19">
                  <c:v>46317</c:v>
                </c:pt>
                <c:pt idx="20">
                  <c:v>46318</c:v>
                </c:pt>
                <c:pt idx="21">
                  <c:v>46319</c:v>
                </c:pt>
                <c:pt idx="22">
                  <c:v>46320</c:v>
                </c:pt>
                <c:pt idx="23">
                  <c:v>46321</c:v>
                </c:pt>
                <c:pt idx="24">
                  <c:v>46322</c:v>
                </c:pt>
                <c:pt idx="25">
                  <c:v>46323</c:v>
                </c:pt>
                <c:pt idx="26">
                  <c:v>46324</c:v>
                </c:pt>
                <c:pt idx="27">
                  <c:v>46325</c:v>
                </c:pt>
                <c:pt idx="28">
                  <c:v>46326</c:v>
                </c:pt>
                <c:pt idx="29">
                  <c:v>46327</c:v>
                </c:pt>
                <c:pt idx="30">
                  <c:v>46328</c:v>
                </c:pt>
              </c:numCache>
            </c:numRef>
          </c:xVal>
          <c:yVal>
            <c:numRef>
              <c:f>'Chart Data'!$H$2:$H$32</c:f>
              <c:numCache>
                <c:formatCode>0</c:formatCode>
                <c:ptCount val="31"/>
                <c:pt idx="0">
                  <c:v>1.3267</c:v>
                </c:pt>
                <c:pt idx="1">
                  <c:v>1.5204</c:v>
                </c:pt>
                <c:pt idx="2">
                  <c:v>1.2674</c:v>
                </c:pt>
                <c:pt idx="3">
                  <c:v>1.0991</c:v>
                </c:pt>
                <c:pt idx="4">
                  <c:v>1.1198</c:v>
                </c:pt>
                <c:pt idx="5">
                  <c:v>1.0475</c:v>
                </c:pt>
                <c:pt idx="6">
                  <c:v>1.2011</c:v>
                </c:pt>
                <c:pt idx="7">
                  <c:v>1.3129</c:v>
                </c:pt>
                <c:pt idx="8">
                  <c:v>1.5192</c:v>
                </c:pt>
                <c:pt idx="9">
                  <c:v>1.2572</c:v>
                </c:pt>
                <c:pt idx="10">
                  <c:v>1.1274</c:v>
                </c:pt>
                <c:pt idx="11">
                  <c:v>1.1028</c:v>
                </c:pt>
                <c:pt idx="12">
                  <c:v>1.0299</c:v>
                </c:pt>
                <c:pt idx="13">
                  <c:v>1.1846</c:v>
                </c:pt>
                <c:pt idx="14">
                  <c:v>1.3109</c:v>
                </c:pt>
                <c:pt idx="15">
                  <c:v>1.5247</c:v>
                </c:pt>
                <c:pt idx="16">
                  <c:v>1.2315</c:v>
                </c:pt>
                <c:pt idx="17">
                  <c:v>1.0893</c:v>
                </c:pt>
                <c:pt idx="18">
                  <c:v>1.1111</c:v>
                </c:pt>
                <c:pt idx="19">
                  <c:v>1.0484</c:v>
                </c:pt>
                <c:pt idx="20">
                  <c:v>1.1769</c:v>
                </c:pt>
                <c:pt idx="21">
                  <c:v>1.3299</c:v>
                </c:pt>
                <c:pt idx="22">
                  <c:v>1.5235</c:v>
                </c:pt>
                <c:pt idx="23">
                  <c:v>1.2454</c:v>
                </c:pt>
                <c:pt idx="24">
                  <c:v>1.0761</c:v>
                </c:pt>
                <c:pt idx="25">
                  <c:v>1.1167</c:v>
                </c:pt>
                <c:pt idx="26">
                  <c:v>1.0436</c:v>
                </c:pt>
                <c:pt idx="27">
                  <c:v>1.2019</c:v>
                </c:pt>
                <c:pt idx="28">
                  <c:v>1.3106</c:v>
                </c:pt>
                <c:pt idx="29">
                  <c:v>1.3895</c:v>
                </c:pt>
                <c:pt idx="30">
                  <c:v>1.1167</c:v>
                </c:pt>
              </c:numCache>
            </c:numRef>
          </c:yVal>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axId val="48650112"/>
        <c:axId val="48672768"/>
      </c:scatterChart>
      <c:valAx>
        <c:axId val="48672768"/>
        <c:scaling>
          <c:orientation val="minMax"/>
          <c:max val="6"/>
          <c:min val="0"/>
        </c:scaling>
        <c:delete val="0"/>
        <c:axPos val="l"/>
        <c:majorGridlines>
          <c:spPr>
            <ns1:ln w="5715">
              <ns1:solidFill>
                <ns1:srgbClr val="DFE4E1"/>
              </ns1:solidFill>
            </ns1:ln>
          </c:spPr>
        </c:majorGridlines>
        <c:numFmt formatCode="0"/>
        <c:majorTickMark val="none"/>
        <c:minorTickMark val="none"/>
        <c:spPr>
          <ns1:ln w="9525">
            <ns1:solidFill>
              <ns1:srgbClr val="D4D4D4"/>
            </ns1:solidFill>
            <ns1:prstDash val="solid"/>
          </ns1:ln>
        </c:spPr>
        <c:txPr>
          <ns1:bodyPr anchorCtr="1"/>
          <ns1:lstStyle/>
          <ns1:p>
            <ns1:pPr>
              <ns1:defRPr sz="1500">
                <ns1:solidFill>
                  <ns1:srgbClr val="718087"/>
                </ns1:solidFill>
                <ns1:latin typeface="Arial"/>
                <ns1:ea typeface="Arial"/>
                <ns1:cs typeface="Arial"/>
              </ns1:defRPr>
            </ns1:pPr>
          </ns1:p>
        </c:txPr>
        <c:crossAx val="48650112"/>
        <c:majorUnit val="2"/>
      </c:valAx>
      <c:valAx>
        <c:axId val="48650112"/>
        <c:scaling>
          <c:orientation val="minMax"/>
          <c:max val="46328"/>
          <c:min val="46249"/>
        </c:scaling>
        <c:delete val="0"/>
        <c:axPos val="b"/>
        <c:numFmt formatCode="d/m"/>
        <c:majorTickMark val="none"/>
        <c:minorTickMark val="none"/>
        <c:spPr>
          <ns1:ln w="5715">
            <ns1:solidFill>
              <ns1:srgbClr val="DFE4E1"/>
            </ns1:solidFill>
          </ns1:ln>
        </c:spPr>
        <c:txPr>
          <ns1:bodyPr anchorCtr="1"/>
          <ns1:lstStyle/>
          <ns1:p>
            <ns1:pPr>
              <ns1:defRPr sz="1425">
                <ns1:solidFill>
                  <ns1:srgbClr val="718087"/>
                </ns1:solidFill>
                <ns1:latin typeface="Arial"/>
                <ns1:ea typeface="Arial"/>
                <ns1:cs typeface="Arial"/>
              </ns1:defRPr>
            </ns1:pPr>
          </ns1:p>
        </c:txPr>
        <c:crossAx val="48672768"/>
        <c:majorUnit val="30"/>
      </c:valAx>
      <c:spPr>
        <ns1:solidFill>
          <ns1:srgbClr val="FCFBF8"/>
        </ns1:solidFill>
      </c:spPr>
    </c:plotArea>
    <c:plotVisOnly val="1"/>
    <c:dispBlanksAs val="gap"/>
  </c:chart>
  <c:spPr>
    <ns1:solidFill>
      <ns1:srgbClr val="FCFBF8"/>
    </ns1:solidFill>
  </c:spPr>
  <c:externalData r:id="rIdWorkbook">
    <c:autoUpdate val="0"/>
  </c:externalData>
</c:chartSpace>
</file>

<file path=ppt/slides/charts/chart4.xml><?xml version="1.0" encoding="utf-8"?>
<c:chartSpace xmlns:c="http://schemas.openxmlformats.org/drawingml/2006/chart" xmlns:ns1="http://schemas.openxmlformats.org/drawingml/2006/main" xmlns:r="http://schemas.openxmlformats.org/officeDocument/2006/relationships">
  <c:lang val="en-US"/>
  <c:chart>
    <c:title>
      <c:tx>
        <c:rich>
          <ns1:bodyPr/>
          <ns1:lstStyle/>
          <ns1:p>
            <ns1:r>
              <ns1:rPr sz="1875">
                <ns1:solidFill>
                  <ns1:srgbClr val="243C45"/>
                </ns1:solidFill>
                <ns1:latin typeface="Arial"/>
                <ns1:ea typeface="Arial"/>
                <ns1:cs typeface="Arial"/>
              </ns1:rPr>
              <ns1:t>Сталин · упоминания</ns1:t>
            </ns1:r>
          </ns1:p>
        </c:rich>
      </c:tx>
      <c:overlay val="0"/>
      <c:txPr>
        <ns1:bodyPr anchorCtr="1"/>
        <ns1:lstStyle/>
        <ns1:p>
          <ns1:pPr>
            <ns1:defRPr sz="1875">
              <ns1:solidFill>
                <ns1:srgbClr val="243C45"/>
              </ns1:solidFill>
              <ns1:latin typeface="Arial"/>
              <ns1:ea typeface="Arial"/>
              <ns1:cs typeface="Arial"/>
            </ns1:defRPr>
          </ns1:pPr>
        </ns1:p>
      </c:txPr>
    </c:title>
    <c:plotArea>
      <c:scatterChart>
        <c:scatterStyle val="line"/>
        <c:varyColors val="0"/>
        <c:ser>
          <c:idx val="0"/>
          <c:order val="0"/>
          <c:tx>
            <c:v>Верхняя граница 80%</c:v>
          </c:tx>
          <c:spPr>
            <ns1:solidFill>
              <ns1:srgbClr val="BDD8D4"/>
            </ns1:solidFill>
            <ns1:ln w="19050">
              <ns1:solidFill>
                <ns1:srgbClr val="BDD8D4"/>
              </ns1:solidFill>
            </ns1:ln>
          </c:spPr>
          <c:marker>
            <c:symbol val="none"/>
          </c:marker>
          <c:xVal>
            <c:numRef>
              <c:f>'Chart Data'!$A$2:$A$32</c:f>
              <c:numCache>
                <c:formatCode>General</c:formatCode>
                <c:ptCount val="31"/>
                <c:pt idx="0">
                  <c:v>46298</c:v>
                </c:pt>
                <c:pt idx="1">
                  <c:v>46299</c:v>
                </c:pt>
                <c:pt idx="2">
                  <c:v>46300</c:v>
                </c:pt>
                <c:pt idx="3">
                  <c:v>46301</c:v>
                </c:pt>
                <c:pt idx="4">
                  <c:v>46302</c:v>
                </c:pt>
                <c:pt idx="5">
                  <c:v>46303</c:v>
                </c:pt>
                <c:pt idx="6">
                  <c:v>46304</c:v>
                </c:pt>
                <c:pt idx="7">
                  <c:v>46305</c:v>
                </c:pt>
                <c:pt idx="8">
                  <c:v>46306</c:v>
                </c:pt>
                <c:pt idx="9">
                  <c:v>46307</c:v>
                </c:pt>
                <c:pt idx="10">
                  <c:v>46308</c:v>
                </c:pt>
                <c:pt idx="11">
                  <c:v>46309</c:v>
                </c:pt>
                <c:pt idx="12">
                  <c:v>46310</c:v>
                </c:pt>
                <c:pt idx="13">
                  <c:v>46311</c:v>
                </c:pt>
                <c:pt idx="14">
                  <c:v>46312</c:v>
                </c:pt>
                <c:pt idx="15">
                  <c:v>46313</c:v>
                </c:pt>
                <c:pt idx="16">
                  <c:v>46314</c:v>
                </c:pt>
                <c:pt idx="17">
                  <c:v>46315</c:v>
                </c:pt>
                <c:pt idx="18">
                  <c:v>46316</c:v>
                </c:pt>
                <c:pt idx="19">
                  <c:v>46317</c:v>
                </c:pt>
                <c:pt idx="20">
                  <c:v>46318</c:v>
                </c:pt>
                <c:pt idx="21">
                  <c:v>46319</c:v>
                </c:pt>
                <c:pt idx="22">
                  <c:v>46320</c:v>
                </c:pt>
                <c:pt idx="23">
                  <c:v>46321</c:v>
                </c:pt>
                <c:pt idx="24">
                  <c:v>46322</c:v>
                </c:pt>
                <c:pt idx="25">
                  <c:v>46323</c:v>
                </c:pt>
                <c:pt idx="26">
                  <c:v>46324</c:v>
                </c:pt>
                <c:pt idx="27">
                  <c:v>46325</c:v>
                </c:pt>
                <c:pt idx="28">
                  <c:v>46326</c:v>
                </c:pt>
                <c:pt idx="29">
                  <c:v>46327</c:v>
                </c:pt>
                <c:pt idx="30">
                  <c:v>46328</c:v>
                </c:pt>
              </c:numCache>
            </c:numRef>
          </c:xVal>
          <c:yVal>
            <c:numRef>
              <c:f>'Chart Data'!$B$2:$B$32</c:f>
              <c:numCache>
                <c:formatCode>0</c:formatCode>
                <c:ptCount val="31"/>
                <c:pt idx="0">
                  <c:v>7</c:v>
                </c:pt>
                <c:pt idx="1">
                  <c:v>9</c:v>
                </c:pt>
                <c:pt idx="2">
                  <c:v>7</c:v>
                </c:pt>
                <c:pt idx="3">
                  <c:v>6</c:v>
                </c:pt>
                <c:pt idx="4">
                  <c:v>6</c:v>
                </c:pt>
                <c:pt idx="5">
                  <c:v>6</c:v>
                </c:pt>
                <c:pt idx="6">
                  <c:v>6</c:v>
                </c:pt>
                <c:pt idx="7">
                  <c:v>6</c:v>
                </c:pt>
                <c:pt idx="8">
                  <c:v>9</c:v>
                </c:pt>
                <c:pt idx="9">
                  <c:v>7</c:v>
                </c:pt>
                <c:pt idx="10">
                  <c:v>6</c:v>
                </c:pt>
                <c:pt idx="11">
                  <c:v>6</c:v>
                </c:pt>
                <c:pt idx="12">
                  <c:v>6</c:v>
                </c:pt>
                <c:pt idx="13">
                  <c:v>6</c:v>
                </c:pt>
                <c:pt idx="14">
                  <c:v>6</c:v>
                </c:pt>
                <c:pt idx="15">
                  <c:v>9</c:v>
                </c:pt>
                <c:pt idx="16">
                  <c:v>7</c:v>
                </c:pt>
                <c:pt idx="17">
                  <c:v>6</c:v>
                </c:pt>
                <c:pt idx="18">
                  <c:v>6</c:v>
                </c:pt>
                <c:pt idx="19">
                  <c:v>6</c:v>
                </c:pt>
                <c:pt idx="20">
                  <c:v>6</c:v>
                </c:pt>
                <c:pt idx="21">
                  <c:v>6</c:v>
                </c:pt>
                <c:pt idx="22">
                  <c:v>9</c:v>
                </c:pt>
                <c:pt idx="23">
                  <c:v>7</c:v>
                </c:pt>
                <c:pt idx="24">
                  <c:v>6</c:v>
                </c:pt>
                <c:pt idx="25">
                  <c:v>6</c:v>
                </c:pt>
                <c:pt idx="26">
                  <c:v>5</c:v>
                </c:pt>
                <c:pt idx="27">
                  <c:v>6</c:v>
                </c:pt>
                <c:pt idx="28">
                  <c:v>6</c:v>
                </c:pt>
                <c:pt idx="29">
                  <c:v>8</c:v>
                </c:pt>
                <c:pt idx="30">
                  <c:v>6</c:v>
                </c:pt>
              </c:numCache>
            </c:numRef>
          </c:yVal>
        </c:ser>
        <c:ser>
          <c:idx val="1"/>
          <c:order val="1"/>
          <c:tx>
            <c:v>Нижняя граница 80%</c:v>
          </c:tx>
          <c:spPr>
            <ns1:solidFill>
              <ns1:srgbClr val="BDD8D4"/>
            </ns1:solidFill>
            <ns1:ln w="19050">
              <ns1:solidFill>
                <ns1:srgbClr val="BDD8D4"/>
              </ns1:solidFill>
            </ns1:ln>
          </c:spPr>
          <c:marker>
            <c:symbol val="none"/>
          </c:marker>
          <c:xVal>
            <c:numRef>
              <c:f>'Chart Data'!$C$2:$C$32</c:f>
              <c:numCache>
                <c:formatCode>General</c:formatCode>
                <c:ptCount val="31"/>
                <c:pt idx="0">
                  <c:v>46298</c:v>
                </c:pt>
                <c:pt idx="1">
                  <c:v>46299</c:v>
                </c:pt>
                <c:pt idx="2">
                  <c:v>46300</c:v>
                </c:pt>
                <c:pt idx="3">
                  <c:v>46301</c:v>
                </c:pt>
                <c:pt idx="4">
                  <c:v>46302</c:v>
                </c:pt>
                <c:pt idx="5">
                  <c:v>46303</c:v>
                </c:pt>
                <c:pt idx="6">
                  <c:v>46304</c:v>
                </c:pt>
                <c:pt idx="7">
                  <c:v>46305</c:v>
                </c:pt>
                <c:pt idx="8">
                  <c:v>46306</c:v>
                </c:pt>
                <c:pt idx="9">
                  <c:v>46307</c:v>
                </c:pt>
                <c:pt idx="10">
                  <c:v>46308</c:v>
                </c:pt>
                <c:pt idx="11">
                  <c:v>46309</c:v>
                </c:pt>
                <c:pt idx="12">
                  <c:v>46310</c:v>
                </c:pt>
                <c:pt idx="13">
                  <c:v>46311</c:v>
                </c:pt>
                <c:pt idx="14">
                  <c:v>46312</c:v>
                </c:pt>
                <c:pt idx="15">
                  <c:v>46313</c:v>
                </c:pt>
                <c:pt idx="16">
                  <c:v>46314</c:v>
                </c:pt>
                <c:pt idx="17">
                  <c:v>46315</c:v>
                </c:pt>
                <c:pt idx="18">
                  <c:v>46316</c:v>
                </c:pt>
                <c:pt idx="19">
                  <c:v>46317</c:v>
                </c:pt>
                <c:pt idx="20">
                  <c:v>46318</c:v>
                </c:pt>
                <c:pt idx="21">
                  <c:v>46319</c:v>
                </c:pt>
                <c:pt idx="22">
                  <c:v>46320</c:v>
                </c:pt>
                <c:pt idx="23">
                  <c:v>46321</c:v>
                </c:pt>
                <c:pt idx="24">
                  <c:v>46322</c:v>
                </c:pt>
                <c:pt idx="25">
                  <c:v>46323</c:v>
                </c:pt>
                <c:pt idx="26">
                  <c:v>46324</c:v>
                </c:pt>
                <c:pt idx="27">
                  <c:v>46325</c:v>
                </c:pt>
                <c:pt idx="28">
                  <c:v>46326</c:v>
                </c:pt>
                <c:pt idx="29">
                  <c:v>46327</c:v>
                </c:pt>
                <c:pt idx="30">
                  <c:v>46328</c:v>
                </c:pt>
              </c:numCache>
            </c:numRef>
          </c:xVal>
          <c:yVal>
            <c:numRef>
              <c:f>'Chart Data'!$D$2:$D$32</c:f>
              <c:numCache>
                <c:formatCode>0</c:formatCode>
                <c:ptCount val="3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numCache>
            </c:numRef>
          </c:yVal>
        </c:ser>
        <c:ser>
          <c:idx val="2"/>
          <c:order val="2"/>
          <c:tx>
            <c:v>Наблюдения</c:v>
          </c:tx>
          <c:spPr>
            <ns1:solidFill>
              <ns1:srgbClr val="718087"/>
            </ns1:solidFill>
            <ns1:ln w="14288">
              <ns1:solidFill>
                <ns1:srgbClr val="718087"/>
              </ns1:solidFill>
            </ns1:ln>
          </c:spPr>
          <c:marker>
            <c:symbol val="none"/>
          </c:marker>
          <c:xVal>
            <c:numRef>
              <c:f>'Chart Data'!$E$2:$E$45</c:f>
              <c:numCache>
                <c:formatCode>General</c:formatCode>
                <c:ptCount val="44"/>
                <c:pt idx="0">
                  <c:v>46249</c:v>
                </c:pt>
                <c:pt idx="1">
                  <c:v>46250</c:v>
                </c:pt>
                <c:pt idx="2">
                  <c:v>46251</c:v>
                </c:pt>
                <c:pt idx="3">
                  <c:v>46252</c:v>
                </c:pt>
                <c:pt idx="4">
                  <c:v>46253</c:v>
                </c:pt>
                <c:pt idx="5">
                  <c:v>46254</c:v>
                </c:pt>
                <c:pt idx="6">
                  <c:v>46258</c:v>
                </c:pt>
                <c:pt idx="7">
                  <c:v>46259</c:v>
                </c:pt>
                <c:pt idx="8">
                  <c:v>46260</c:v>
                </c:pt>
                <c:pt idx="9">
                  <c:v>46261</c:v>
                </c:pt>
                <c:pt idx="10">
                  <c:v>46262</c:v>
                </c:pt>
                <c:pt idx="11">
                  <c:v>46263</c:v>
                </c:pt>
                <c:pt idx="12">
                  <c:v>46264</c:v>
                </c:pt>
                <c:pt idx="13">
                  <c:v>46265</c:v>
                </c:pt>
                <c:pt idx="14">
                  <c:v>46266</c:v>
                </c:pt>
                <c:pt idx="15">
                  <c:v>46267</c:v>
                </c:pt>
                <c:pt idx="16">
                  <c:v>46268</c:v>
                </c:pt>
                <c:pt idx="17">
                  <c:v>46269</c:v>
                </c:pt>
                <c:pt idx="18">
                  <c:v>46270</c:v>
                </c:pt>
                <c:pt idx="19">
                  <c:v>46271</c:v>
                </c:pt>
                <c:pt idx="20">
                  <c:v>46272</c:v>
                </c:pt>
                <c:pt idx="21">
                  <c:v>46273</c:v>
                </c:pt>
                <c:pt idx="22">
                  <c:v>46276</c:v>
                </c:pt>
                <c:pt idx="23">
                  <c:v>46277</c:v>
                </c:pt>
                <c:pt idx="24">
                  <c:v>46278</c:v>
                </c:pt>
                <c:pt idx="25">
                  <c:v>46279</c:v>
                </c:pt>
                <c:pt idx="26">
                  <c:v>46280</c:v>
                </c:pt>
                <c:pt idx="27">
                  <c:v>46281</c:v>
                </c:pt>
                <c:pt idx="28">
                  <c:v>46282</c:v>
                </c:pt>
                <c:pt idx="29">
                  <c:v>46283</c:v>
                </c:pt>
                <c:pt idx="30">
                  <c:v>46284</c:v>
                </c:pt>
                <c:pt idx="31">
                  <c:v>46285</c:v>
                </c:pt>
                <c:pt idx="32">
                  <c:v>46286</c:v>
                </c:pt>
                <c:pt idx="33">
                  <c:v>46287</c:v>
                </c:pt>
                <c:pt idx="34">
                  <c:v>46288</c:v>
                </c:pt>
                <c:pt idx="35">
                  <c:v>46289</c:v>
                </c:pt>
                <c:pt idx="36">
                  <c:v>46290</c:v>
                </c:pt>
                <c:pt idx="37">
                  <c:v>46291</c:v>
                </c:pt>
                <c:pt idx="38">
                  <c:v>46292</c:v>
                </c:pt>
                <c:pt idx="39">
                  <c:v>46293</c:v>
                </c:pt>
                <c:pt idx="40">
                  <c:v>46294</c:v>
                </c:pt>
                <c:pt idx="41">
                  <c:v>46295</c:v>
                </c:pt>
                <c:pt idx="42">
                  <c:v>46296</c:v>
                </c:pt>
                <c:pt idx="43">
                  <c:v>46297</c:v>
                </c:pt>
              </c:numCache>
            </c:numRef>
          </c:xVal>
          <c:yVal>
            <c:numRef>
              <c:f>'Chart Data'!$F$2:$F$45</c:f>
              <c:numCache>
                <c:formatCode>0</c:formatCode>
                <c:ptCount val="44"/>
                <c:pt idx="0">
                  <c:v>27</c:v>
                </c:pt>
                <c:pt idx="1">
                  <c:v>23</c:v>
                </c:pt>
                <c:pt idx="2">
                  <c:v>0</c:v>
                </c:pt>
                <c:pt idx="3">
                  <c:v>0</c:v>
                </c:pt>
                <c:pt idx="4">
                  <c:v>0</c:v>
                </c:pt>
                <c:pt idx="5">
                  <c:v>0</c:v>
                </c:pt>
                <c:pt idx="6">
                  <c:v>0</c:v>
                </c:pt>
                <c:pt idx="7">
                  <c:v>0</c:v>
                </c:pt>
                <c:pt idx="8">
                  <c:v>1</c:v>
                </c:pt>
                <c:pt idx="9">
                  <c:v>0</c:v>
                </c:pt>
                <c:pt idx="10">
                  <c:v>0</c:v>
                </c:pt>
                <c:pt idx="11">
                  <c:v>0</c:v>
                </c:pt>
                <c:pt idx="12">
                  <c:v>3</c:v>
                </c:pt>
                <c:pt idx="13">
                  <c:v>1</c:v>
                </c:pt>
                <c:pt idx="14">
                  <c:v>2</c:v>
                </c:pt>
                <c:pt idx="15">
                  <c:v>0</c:v>
                </c:pt>
                <c:pt idx="16">
                  <c:v>0</c:v>
                </c:pt>
                <c:pt idx="17">
                  <c:v>0</c:v>
                </c:pt>
                <c:pt idx="18">
                  <c:v>0</c:v>
                </c:pt>
                <c:pt idx="19">
                  <c:v>1</c:v>
                </c:pt>
                <c:pt idx="20">
                  <c:v>4</c:v>
                </c:pt>
                <c:pt idx="21">
                  <c:v>2</c:v>
                </c:pt>
                <c:pt idx="22">
                  <c:v>3</c:v>
                </c:pt>
                <c:pt idx="23">
                  <c:v>1</c:v>
                </c:pt>
                <c:pt idx="24">
                  <c:v>0</c:v>
                </c:pt>
                <c:pt idx="25">
                  <c:v>1</c:v>
                </c:pt>
                <c:pt idx="26">
                  <c:v>1</c:v>
                </c:pt>
                <c:pt idx="27">
                  <c:v>0</c:v>
                </c:pt>
                <c:pt idx="28">
                  <c:v>2</c:v>
                </c:pt>
                <c:pt idx="29">
                  <c:v>0</c:v>
                </c:pt>
                <c:pt idx="30">
                  <c:v>0</c:v>
                </c:pt>
                <c:pt idx="31">
                  <c:v>0</c:v>
                </c:pt>
                <c:pt idx="32">
                  <c:v>4</c:v>
                </c:pt>
                <c:pt idx="33">
                  <c:v>1</c:v>
                </c:pt>
                <c:pt idx="34">
                  <c:v>3</c:v>
                </c:pt>
                <c:pt idx="35">
                  <c:v>0</c:v>
                </c:pt>
                <c:pt idx="36">
                  <c:v>3</c:v>
                </c:pt>
                <c:pt idx="37">
                  <c:v>0</c:v>
                </c:pt>
                <c:pt idx="38">
                  <c:v>0</c:v>
                </c:pt>
                <c:pt idx="39">
                  <c:v>1</c:v>
                </c:pt>
                <c:pt idx="40">
                  <c:v>1</c:v>
                </c:pt>
                <c:pt idx="41">
                  <c:v>1</c:v>
                </c:pt>
                <c:pt idx="42">
                  <c:v>1</c:v>
                </c:pt>
                <c:pt idx="43">
                  <c:v>7</c:v>
                </c:pt>
              </c:numCache>
            </c:numRef>
          </c:yVal>
        </c:ser>
        <c:ser>
          <c:idx val="3"/>
          <c:order val="3"/>
          <c:tx>
            <c:v>Средний прогноз</c:v>
          </c:tx>
          <c:spPr>
            <ns1:solidFill>
              <ns1:srgbClr val="277978"/>
            </ns1:solidFill>
            <ns1:ln w="23813">
              <ns1:solidFill>
                <ns1:srgbClr val="277978"/>
              </ns1:solidFill>
            </ns1:ln>
          </c:spPr>
          <c:marker>
            <c:symbol val="none"/>
          </c:marker>
          <c:xVal>
            <c:numRef>
              <c:f>'Chart Data'!$G$2:$G$32</c:f>
              <c:numCache>
                <c:formatCode>General</c:formatCode>
                <c:ptCount val="31"/>
                <c:pt idx="0">
                  <c:v>46298</c:v>
                </c:pt>
                <c:pt idx="1">
                  <c:v>46299</c:v>
                </c:pt>
                <c:pt idx="2">
                  <c:v>46300</c:v>
                </c:pt>
                <c:pt idx="3">
                  <c:v>46301</c:v>
                </c:pt>
                <c:pt idx="4">
                  <c:v>46302</c:v>
                </c:pt>
                <c:pt idx="5">
                  <c:v>46303</c:v>
                </c:pt>
                <c:pt idx="6">
                  <c:v>46304</c:v>
                </c:pt>
                <c:pt idx="7">
                  <c:v>46305</c:v>
                </c:pt>
                <c:pt idx="8">
                  <c:v>46306</c:v>
                </c:pt>
                <c:pt idx="9">
                  <c:v>46307</c:v>
                </c:pt>
                <c:pt idx="10">
                  <c:v>46308</c:v>
                </c:pt>
                <c:pt idx="11">
                  <c:v>46309</c:v>
                </c:pt>
                <c:pt idx="12">
                  <c:v>46310</c:v>
                </c:pt>
                <c:pt idx="13">
                  <c:v>46311</c:v>
                </c:pt>
                <c:pt idx="14">
                  <c:v>46312</c:v>
                </c:pt>
                <c:pt idx="15">
                  <c:v>46313</c:v>
                </c:pt>
                <c:pt idx="16">
                  <c:v>46314</c:v>
                </c:pt>
                <c:pt idx="17">
                  <c:v>46315</c:v>
                </c:pt>
                <c:pt idx="18">
                  <c:v>46316</c:v>
                </c:pt>
                <c:pt idx="19">
                  <c:v>46317</c:v>
                </c:pt>
                <c:pt idx="20">
                  <c:v>46318</c:v>
                </c:pt>
                <c:pt idx="21">
                  <c:v>46319</c:v>
                </c:pt>
                <c:pt idx="22">
                  <c:v>46320</c:v>
                </c:pt>
                <c:pt idx="23">
                  <c:v>46321</c:v>
                </c:pt>
                <c:pt idx="24">
                  <c:v>46322</c:v>
                </c:pt>
                <c:pt idx="25">
                  <c:v>46323</c:v>
                </c:pt>
                <c:pt idx="26">
                  <c:v>46324</c:v>
                </c:pt>
                <c:pt idx="27">
                  <c:v>46325</c:v>
                </c:pt>
                <c:pt idx="28">
                  <c:v>46326</c:v>
                </c:pt>
                <c:pt idx="29">
                  <c:v>46327</c:v>
                </c:pt>
                <c:pt idx="30">
                  <c:v>46328</c:v>
                </c:pt>
              </c:numCache>
            </c:numRef>
          </c:xVal>
          <c:yVal>
            <c:numRef>
              <c:f>'Chart Data'!$H$2:$H$32</c:f>
              <c:numCache>
                <c:formatCode>0</c:formatCode>
                <c:ptCount val="31"/>
                <c:pt idx="0">
                  <c:v>2.1359</c:v>
                </c:pt>
                <c:pt idx="1">
                  <c:v>3.0896</c:v>
                </c:pt>
                <c:pt idx="2">
                  <c:v>2.3031</c:v>
                </c:pt>
                <c:pt idx="3">
                  <c:v>1.9209</c:v>
                </c:pt>
                <c:pt idx="4">
                  <c:v>2.0192</c:v>
                </c:pt>
                <c:pt idx="5">
                  <c:v>1.8073</c:v>
                </c:pt>
                <c:pt idx="6">
                  <c:v>1.8765</c:v>
                </c:pt>
                <c:pt idx="7">
                  <c:v>2.0911</c:v>
                </c:pt>
                <c:pt idx="8">
                  <c:v>3.0574</c:v>
                </c:pt>
                <c:pt idx="9">
                  <c:v>2.2763</c:v>
                </c:pt>
                <c:pt idx="10">
                  <c:v>1.9397</c:v>
                </c:pt>
                <c:pt idx="11">
                  <c:v>1.9487</c:v>
                </c:pt>
                <c:pt idx="12">
                  <c:v>1.8148</c:v>
                </c:pt>
                <c:pt idx="13">
                  <c:v>1.8252</c:v>
                </c:pt>
                <c:pt idx="14">
                  <c:v>2.0955</c:v>
                </c:pt>
                <c:pt idx="15">
                  <c:v>3.0614</c:v>
                </c:pt>
                <c:pt idx="16">
                  <c:v>2.272</c:v>
                </c:pt>
                <c:pt idx="17">
                  <c:v>1.9065</c:v>
                </c:pt>
                <c:pt idx="18">
                  <c:v>1.9923</c:v>
                </c:pt>
                <c:pt idx="19">
                  <c:v>1.8128</c:v>
                </c:pt>
                <c:pt idx="20">
                  <c:v>1.8824</c:v>
                </c:pt>
                <c:pt idx="21">
                  <c:v>2.1025</c:v>
                </c:pt>
                <c:pt idx="22">
                  <c:v>3.0732</c:v>
                </c:pt>
                <c:pt idx="23">
                  <c:v>2.2584</c:v>
                </c:pt>
                <c:pt idx="24">
                  <c:v>1.9206</c:v>
                </c:pt>
                <c:pt idx="25">
                  <c:v>1.9545</c:v>
                </c:pt>
                <c:pt idx="26">
                  <c:v>1.773</c:v>
                </c:pt>
                <c:pt idx="27">
                  <c:v>1.8623</c:v>
                </c:pt>
                <c:pt idx="28">
                  <c:v>2.0788</c:v>
                </c:pt>
                <c:pt idx="29">
                  <c:v>2.7941</c:v>
                </c:pt>
                <c:pt idx="30">
                  <c:v>2.1369</c:v>
                </c:pt>
              </c:numCache>
            </c:numRef>
          </c:yVal>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axId val="48650112"/>
        <c:axId val="48672768"/>
      </c:scatterChart>
      <c:valAx>
        <c:axId val="48672768"/>
        <c:scaling>
          <c:orientation val="minMax"/>
          <c:max val="30"/>
          <c:min val="0"/>
        </c:scaling>
        <c:delete val="0"/>
        <c:axPos val="l"/>
        <c:majorGridlines>
          <c:spPr>
            <ns1:ln w="5715">
              <ns1:solidFill>
                <ns1:srgbClr val="DFE4E1"/>
              </ns1:solidFill>
            </ns1:ln>
          </c:spPr>
        </c:majorGridlines>
        <c:numFmt formatCode="0"/>
        <c:majorTickMark val="none"/>
        <c:minorTickMark val="none"/>
        <c:spPr>
          <ns1:ln w="9525">
            <ns1:solidFill>
              <ns1:srgbClr val="D4D4D4"/>
            </ns1:solidFill>
            <ns1:prstDash val="solid"/>
          </ns1:ln>
        </c:spPr>
        <c:txPr>
          <ns1:bodyPr anchorCtr="1"/>
          <ns1:lstStyle/>
          <ns1:p>
            <ns1:pPr>
              <ns1:defRPr sz="1500">
                <ns1:solidFill>
                  <ns1:srgbClr val="718087"/>
                </ns1:solidFill>
                <ns1:latin typeface="Arial"/>
                <ns1:ea typeface="Arial"/>
                <ns1:cs typeface="Arial"/>
              </ns1:defRPr>
            </ns1:pPr>
          </ns1:p>
        </c:txPr>
        <c:crossAx val="48650112"/>
        <c:majorUnit val="10"/>
      </c:valAx>
      <c:valAx>
        <c:axId val="48650112"/>
        <c:scaling>
          <c:orientation val="minMax"/>
          <c:max val="46328"/>
          <c:min val="46249"/>
        </c:scaling>
        <c:delete val="0"/>
        <c:axPos val="b"/>
        <c:numFmt formatCode="d/m"/>
        <c:majorTickMark val="none"/>
        <c:minorTickMark val="none"/>
        <c:spPr>
          <ns1:ln w="5715">
            <ns1:solidFill>
              <ns1:srgbClr val="DFE4E1"/>
            </ns1:solidFill>
          </ns1:ln>
        </c:spPr>
        <c:txPr>
          <ns1:bodyPr anchorCtr="1"/>
          <ns1:lstStyle/>
          <ns1:p>
            <ns1:pPr>
              <ns1:defRPr sz="1425">
                <ns1:solidFill>
                  <ns1:srgbClr val="718087"/>
                </ns1:solidFill>
                <ns1:latin typeface="Arial"/>
                <ns1:ea typeface="Arial"/>
                <ns1:cs typeface="Arial"/>
              </ns1:defRPr>
            </ns1:pPr>
          </ns1:p>
        </c:txPr>
        <c:crossAx val="48672768"/>
        <c:majorUnit val="30"/>
      </c:valAx>
      <c:spPr>
        <ns1:solidFill>
          <ns1:srgbClr val="FCFBF8"/>
        </ns1:solidFill>
      </c:spPr>
    </c:plotArea>
    <c:plotVisOnly val="1"/>
    <c:dispBlanksAs val="gap"/>
  </c:chart>
  <c:spPr>
    <ns1:solidFill>
      <ns1:srgbClr val="FCFBF8"/>
    </ns1:solidFill>
  </c:spPr>
  <c:externalData r:id="rIdWorkbook">
    <c:autoUpdate val="0"/>
  </c:externalData>
</c:chartSpace>
</file>

<file path=ppt/slides/charts/chart5.xml><?xml version="1.0" encoding="utf-8"?>
<c:chartSpace xmlns:c="http://schemas.openxmlformats.org/drawingml/2006/chart" xmlns:ns1="http://schemas.openxmlformats.org/drawingml/2006/main" xmlns:r="http://schemas.openxmlformats.org/officeDocument/2006/relationships">
  <c:lang val="en-US"/>
  <c:chart>
    <c:title>
      <c:tx>
        <c:rich>
          <ns1:bodyPr/>
          <ns1:lstStyle/>
          <ns1:p>
            <ns1:r>
              <ns1:rPr sz="1875">
                <ns1:solidFill>
                  <ns1:srgbClr val="243C45"/>
                </ns1:solidFill>
                <ns1:latin typeface="Arial"/>
                <ns1:ea typeface="Arial"/>
                <ns1:cs typeface="Arial"/>
              </ns1:rPr>
              <ns1:t>Ленин · записи с упоминанием</ns1:t>
            </ns1:r>
          </ns1:p>
        </c:rich>
      </c:tx>
      <c:overlay val="0"/>
      <c:txPr>
        <ns1:bodyPr anchorCtr="1"/>
        <ns1:lstStyle/>
        <ns1:p>
          <ns1:pPr>
            <ns1:defRPr sz="1875">
              <ns1:solidFill>
                <ns1:srgbClr val="243C45"/>
              </ns1:solidFill>
              <ns1:latin typeface="Arial"/>
              <ns1:ea typeface="Arial"/>
              <ns1:cs typeface="Arial"/>
            </ns1:defRPr>
          </ns1:pPr>
        </ns1:p>
      </c:txPr>
    </c:title>
    <c:plotArea>
      <c:scatterChart>
        <c:scatterStyle val="line"/>
        <c:varyColors val="0"/>
        <c:ser>
          <c:idx val="0"/>
          <c:order val="0"/>
          <c:tx>
            <c:v>Верхняя граница 80%</c:v>
          </c:tx>
          <c:spPr>
            <ns1:solidFill>
              <ns1:srgbClr val="E8CEBF"/>
            </ns1:solidFill>
            <ns1:ln w="19050">
              <ns1:solidFill>
                <ns1:srgbClr val="E8CEBF"/>
              </ns1:solidFill>
            </ns1:ln>
          </c:spPr>
          <c:marker>
            <c:symbol val="none"/>
          </c:marker>
          <c:xVal>
            <c:numRef>
              <c:f>'Chart Data'!$A$2:$A$32</c:f>
              <c:numCache>
                <c:formatCode>General</c:formatCode>
                <c:ptCount val="31"/>
                <c:pt idx="0">
                  <c:v>46298</c:v>
                </c:pt>
                <c:pt idx="1">
                  <c:v>46299</c:v>
                </c:pt>
                <c:pt idx="2">
                  <c:v>46300</c:v>
                </c:pt>
                <c:pt idx="3">
                  <c:v>46301</c:v>
                </c:pt>
                <c:pt idx="4">
                  <c:v>46302</c:v>
                </c:pt>
                <c:pt idx="5">
                  <c:v>46303</c:v>
                </c:pt>
                <c:pt idx="6">
                  <c:v>46304</c:v>
                </c:pt>
                <c:pt idx="7">
                  <c:v>46305</c:v>
                </c:pt>
                <c:pt idx="8">
                  <c:v>46306</c:v>
                </c:pt>
                <c:pt idx="9">
                  <c:v>46307</c:v>
                </c:pt>
                <c:pt idx="10">
                  <c:v>46308</c:v>
                </c:pt>
                <c:pt idx="11">
                  <c:v>46309</c:v>
                </c:pt>
                <c:pt idx="12">
                  <c:v>46310</c:v>
                </c:pt>
                <c:pt idx="13">
                  <c:v>46311</c:v>
                </c:pt>
                <c:pt idx="14">
                  <c:v>46312</c:v>
                </c:pt>
                <c:pt idx="15">
                  <c:v>46313</c:v>
                </c:pt>
                <c:pt idx="16">
                  <c:v>46314</c:v>
                </c:pt>
                <c:pt idx="17">
                  <c:v>46315</c:v>
                </c:pt>
                <c:pt idx="18">
                  <c:v>46316</c:v>
                </c:pt>
                <c:pt idx="19">
                  <c:v>46317</c:v>
                </c:pt>
                <c:pt idx="20">
                  <c:v>46318</c:v>
                </c:pt>
                <c:pt idx="21">
                  <c:v>46319</c:v>
                </c:pt>
                <c:pt idx="22">
                  <c:v>46320</c:v>
                </c:pt>
                <c:pt idx="23">
                  <c:v>46321</c:v>
                </c:pt>
                <c:pt idx="24">
                  <c:v>46322</c:v>
                </c:pt>
                <c:pt idx="25">
                  <c:v>46323</c:v>
                </c:pt>
                <c:pt idx="26">
                  <c:v>46324</c:v>
                </c:pt>
                <c:pt idx="27">
                  <c:v>46325</c:v>
                </c:pt>
                <c:pt idx="28">
                  <c:v>46326</c:v>
                </c:pt>
                <c:pt idx="29">
                  <c:v>46327</c:v>
                </c:pt>
                <c:pt idx="30">
                  <c:v>46328</c:v>
                </c:pt>
              </c:numCache>
            </c:numRef>
          </c:xVal>
          <c:yVal>
            <c:numRef>
              <c:f>'Chart Data'!$B$2:$B$32</c:f>
              <c:numCache>
                <c:formatCode>0</c:formatCode>
                <c:ptCount val="31"/>
                <c:pt idx="0">
                  <c:v>2</c:v>
                </c:pt>
                <c:pt idx="1">
                  <c:v>3</c:v>
                </c:pt>
                <c:pt idx="2">
                  <c:v>2</c:v>
                </c:pt>
                <c:pt idx="3">
                  <c:v>2</c:v>
                </c:pt>
                <c:pt idx="4">
                  <c:v>2</c:v>
                </c:pt>
                <c:pt idx="5">
                  <c:v>2</c:v>
                </c:pt>
                <c:pt idx="6">
                  <c:v>2</c:v>
                </c:pt>
                <c:pt idx="7">
                  <c:v>2</c:v>
                </c:pt>
                <c:pt idx="8">
                  <c:v>3</c:v>
                </c:pt>
                <c:pt idx="9">
                  <c:v>2</c:v>
                </c:pt>
                <c:pt idx="10">
                  <c:v>2</c:v>
                </c:pt>
                <c:pt idx="11">
                  <c:v>2</c:v>
                </c:pt>
                <c:pt idx="12">
                  <c:v>2</c:v>
                </c:pt>
                <c:pt idx="13">
                  <c:v>2</c:v>
                </c:pt>
                <c:pt idx="14">
                  <c:v>2</c:v>
                </c:pt>
                <c:pt idx="15">
                  <c:v>3</c:v>
                </c:pt>
                <c:pt idx="16">
                  <c:v>2</c:v>
                </c:pt>
                <c:pt idx="17">
                  <c:v>2</c:v>
                </c:pt>
                <c:pt idx="18">
                  <c:v>2</c:v>
                </c:pt>
                <c:pt idx="19">
                  <c:v>2</c:v>
                </c:pt>
                <c:pt idx="20">
                  <c:v>2</c:v>
                </c:pt>
                <c:pt idx="21">
                  <c:v>2</c:v>
                </c:pt>
                <c:pt idx="22">
                  <c:v>3</c:v>
                </c:pt>
                <c:pt idx="23">
                  <c:v>2</c:v>
                </c:pt>
                <c:pt idx="24">
                  <c:v>2</c:v>
                </c:pt>
                <c:pt idx="25">
                  <c:v>2</c:v>
                </c:pt>
                <c:pt idx="26">
                  <c:v>2</c:v>
                </c:pt>
                <c:pt idx="27">
                  <c:v>2</c:v>
                </c:pt>
                <c:pt idx="28">
                  <c:v>2</c:v>
                </c:pt>
                <c:pt idx="29">
                  <c:v>2</c:v>
                </c:pt>
                <c:pt idx="30">
                  <c:v>2</c:v>
                </c:pt>
              </c:numCache>
            </c:numRef>
          </c:yVal>
        </c:ser>
        <c:ser>
          <c:idx val="1"/>
          <c:order val="1"/>
          <c:tx>
            <c:v>Нижняя граница 80%</c:v>
          </c:tx>
          <c:spPr>
            <ns1:solidFill>
              <ns1:srgbClr val="E8CEBF"/>
            </ns1:solidFill>
            <ns1:ln w="19050">
              <ns1:solidFill>
                <ns1:srgbClr val="E8CEBF"/>
              </ns1:solidFill>
            </ns1:ln>
          </c:spPr>
          <c:marker>
            <c:symbol val="none"/>
          </c:marker>
          <c:xVal>
            <c:numRef>
              <c:f>'Chart Data'!$C$2:$C$32</c:f>
              <c:numCache>
                <c:formatCode>General</c:formatCode>
                <c:ptCount val="31"/>
                <c:pt idx="0">
                  <c:v>46298</c:v>
                </c:pt>
                <c:pt idx="1">
                  <c:v>46299</c:v>
                </c:pt>
                <c:pt idx="2">
                  <c:v>46300</c:v>
                </c:pt>
                <c:pt idx="3">
                  <c:v>46301</c:v>
                </c:pt>
                <c:pt idx="4">
                  <c:v>46302</c:v>
                </c:pt>
                <c:pt idx="5">
                  <c:v>46303</c:v>
                </c:pt>
                <c:pt idx="6">
                  <c:v>46304</c:v>
                </c:pt>
                <c:pt idx="7">
                  <c:v>46305</c:v>
                </c:pt>
                <c:pt idx="8">
                  <c:v>46306</c:v>
                </c:pt>
                <c:pt idx="9">
                  <c:v>46307</c:v>
                </c:pt>
                <c:pt idx="10">
                  <c:v>46308</c:v>
                </c:pt>
                <c:pt idx="11">
                  <c:v>46309</c:v>
                </c:pt>
                <c:pt idx="12">
                  <c:v>46310</c:v>
                </c:pt>
                <c:pt idx="13">
                  <c:v>46311</c:v>
                </c:pt>
                <c:pt idx="14">
                  <c:v>46312</c:v>
                </c:pt>
                <c:pt idx="15">
                  <c:v>46313</c:v>
                </c:pt>
                <c:pt idx="16">
                  <c:v>46314</c:v>
                </c:pt>
                <c:pt idx="17">
                  <c:v>46315</c:v>
                </c:pt>
                <c:pt idx="18">
                  <c:v>46316</c:v>
                </c:pt>
                <c:pt idx="19">
                  <c:v>46317</c:v>
                </c:pt>
                <c:pt idx="20">
                  <c:v>46318</c:v>
                </c:pt>
                <c:pt idx="21">
                  <c:v>46319</c:v>
                </c:pt>
                <c:pt idx="22">
                  <c:v>46320</c:v>
                </c:pt>
                <c:pt idx="23">
                  <c:v>46321</c:v>
                </c:pt>
                <c:pt idx="24">
                  <c:v>46322</c:v>
                </c:pt>
                <c:pt idx="25">
                  <c:v>46323</c:v>
                </c:pt>
                <c:pt idx="26">
                  <c:v>46324</c:v>
                </c:pt>
                <c:pt idx="27">
                  <c:v>46325</c:v>
                </c:pt>
                <c:pt idx="28">
                  <c:v>46326</c:v>
                </c:pt>
                <c:pt idx="29">
                  <c:v>46327</c:v>
                </c:pt>
                <c:pt idx="30">
                  <c:v>46328</c:v>
                </c:pt>
              </c:numCache>
            </c:numRef>
          </c:xVal>
          <c:yVal>
            <c:numRef>
              <c:f>'Chart Data'!$D$2:$D$32</c:f>
              <c:numCache>
                <c:formatCode>0</c:formatCode>
                <c:ptCount val="3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numCache>
            </c:numRef>
          </c:yVal>
        </c:ser>
        <c:ser>
          <c:idx val="2"/>
          <c:order val="2"/>
          <c:tx>
            <c:v>Наблюдения</c:v>
          </c:tx>
          <c:spPr>
            <ns1:solidFill>
              <ns1:srgbClr val="718087"/>
            </ns1:solidFill>
            <ns1:ln w="14288">
              <ns1:solidFill>
                <ns1:srgbClr val="718087"/>
              </ns1:solidFill>
            </ns1:ln>
          </c:spPr>
          <c:marker>
            <c:symbol val="none"/>
          </c:marker>
          <c:xVal>
            <c:numRef>
              <c:f>'Chart Data'!$E$2:$E$45</c:f>
              <c:numCache>
                <c:formatCode>General</c:formatCode>
                <c:ptCount val="44"/>
                <c:pt idx="0">
                  <c:v>46249</c:v>
                </c:pt>
                <c:pt idx="1">
                  <c:v>46250</c:v>
                </c:pt>
                <c:pt idx="2">
                  <c:v>46251</c:v>
                </c:pt>
                <c:pt idx="3">
                  <c:v>46252</c:v>
                </c:pt>
                <c:pt idx="4">
                  <c:v>46253</c:v>
                </c:pt>
                <c:pt idx="5">
                  <c:v>46254</c:v>
                </c:pt>
                <c:pt idx="6">
                  <c:v>46258</c:v>
                </c:pt>
                <c:pt idx="7">
                  <c:v>46259</c:v>
                </c:pt>
                <c:pt idx="8">
                  <c:v>46260</c:v>
                </c:pt>
                <c:pt idx="9">
                  <c:v>46261</c:v>
                </c:pt>
                <c:pt idx="10">
                  <c:v>46262</c:v>
                </c:pt>
                <c:pt idx="11">
                  <c:v>46263</c:v>
                </c:pt>
                <c:pt idx="12">
                  <c:v>46264</c:v>
                </c:pt>
                <c:pt idx="13">
                  <c:v>46265</c:v>
                </c:pt>
                <c:pt idx="14">
                  <c:v>46266</c:v>
                </c:pt>
                <c:pt idx="15">
                  <c:v>46267</c:v>
                </c:pt>
                <c:pt idx="16">
                  <c:v>46268</c:v>
                </c:pt>
                <c:pt idx="17">
                  <c:v>46269</c:v>
                </c:pt>
                <c:pt idx="18">
                  <c:v>46270</c:v>
                </c:pt>
                <c:pt idx="19">
                  <c:v>46271</c:v>
                </c:pt>
                <c:pt idx="20">
                  <c:v>46272</c:v>
                </c:pt>
                <c:pt idx="21">
                  <c:v>46273</c:v>
                </c:pt>
                <c:pt idx="22">
                  <c:v>46276</c:v>
                </c:pt>
                <c:pt idx="23">
                  <c:v>46277</c:v>
                </c:pt>
                <c:pt idx="24">
                  <c:v>46278</c:v>
                </c:pt>
                <c:pt idx="25">
                  <c:v>46279</c:v>
                </c:pt>
                <c:pt idx="26">
                  <c:v>46280</c:v>
                </c:pt>
                <c:pt idx="27">
                  <c:v>46281</c:v>
                </c:pt>
                <c:pt idx="28">
                  <c:v>46282</c:v>
                </c:pt>
                <c:pt idx="29">
                  <c:v>46283</c:v>
                </c:pt>
                <c:pt idx="30">
                  <c:v>46284</c:v>
                </c:pt>
                <c:pt idx="31">
                  <c:v>46285</c:v>
                </c:pt>
                <c:pt idx="32">
                  <c:v>46286</c:v>
                </c:pt>
                <c:pt idx="33">
                  <c:v>46287</c:v>
                </c:pt>
                <c:pt idx="34">
                  <c:v>46288</c:v>
                </c:pt>
                <c:pt idx="35">
                  <c:v>46289</c:v>
                </c:pt>
                <c:pt idx="36">
                  <c:v>46290</c:v>
                </c:pt>
                <c:pt idx="37">
                  <c:v>46291</c:v>
                </c:pt>
                <c:pt idx="38">
                  <c:v>46292</c:v>
                </c:pt>
                <c:pt idx="39">
                  <c:v>46293</c:v>
                </c:pt>
                <c:pt idx="40">
                  <c:v>46294</c:v>
                </c:pt>
                <c:pt idx="41">
                  <c:v>46295</c:v>
                </c:pt>
                <c:pt idx="42">
                  <c:v>46296</c:v>
                </c:pt>
                <c:pt idx="43">
                  <c:v>46297</c:v>
                </c:pt>
              </c:numCache>
            </c:numRef>
          </c:xVal>
          <c:yVal>
            <c:numRef>
              <c:f>'Chart Data'!$F$2:$F$45</c:f>
              <c:numCache>
                <c:formatCode>0</c:formatCode>
                <c:ptCount val="44"/>
                <c:pt idx="0">
                  <c:v>2</c:v>
                </c:pt>
                <c:pt idx="1">
                  <c:v>1</c:v>
                </c:pt>
                <c:pt idx="2">
                  <c:v>0</c:v>
                </c:pt>
                <c:pt idx="3">
                  <c:v>0</c:v>
                </c:pt>
                <c:pt idx="4">
                  <c:v>0</c:v>
                </c:pt>
                <c:pt idx="5">
                  <c:v>1</c:v>
                </c:pt>
                <c:pt idx="6">
                  <c:v>0</c:v>
                </c:pt>
                <c:pt idx="7">
                  <c:v>0</c:v>
                </c:pt>
                <c:pt idx="8">
                  <c:v>1</c:v>
                </c:pt>
                <c:pt idx="9">
                  <c:v>0</c:v>
                </c:pt>
                <c:pt idx="10">
                  <c:v>0</c:v>
                </c:pt>
                <c:pt idx="11">
                  <c:v>0</c:v>
                </c:pt>
                <c:pt idx="12">
                  <c:v>1</c:v>
                </c:pt>
                <c:pt idx="13">
                  <c:v>1</c:v>
                </c:pt>
                <c:pt idx="14">
                  <c:v>1</c:v>
                </c:pt>
                <c:pt idx="15">
                  <c:v>1</c:v>
                </c:pt>
                <c:pt idx="16">
                  <c:v>1</c:v>
                </c:pt>
                <c:pt idx="17">
                  <c:v>0</c:v>
                </c:pt>
                <c:pt idx="18">
                  <c:v>0</c:v>
                </c:pt>
                <c:pt idx="19">
                  <c:v>1</c:v>
                </c:pt>
                <c:pt idx="20">
                  <c:v>1</c:v>
                </c:pt>
                <c:pt idx="21">
                  <c:v>1</c:v>
                </c:pt>
                <c:pt idx="22">
                  <c:v>3</c:v>
                </c:pt>
                <c:pt idx="23">
                  <c:v>1</c:v>
                </c:pt>
                <c:pt idx="24">
                  <c:v>1</c:v>
                </c:pt>
                <c:pt idx="25">
                  <c:v>2</c:v>
                </c:pt>
                <c:pt idx="26">
                  <c:v>0</c:v>
                </c:pt>
                <c:pt idx="27">
                  <c:v>0</c:v>
                </c:pt>
                <c:pt idx="28">
                  <c:v>1</c:v>
                </c:pt>
                <c:pt idx="29">
                  <c:v>0</c:v>
                </c:pt>
                <c:pt idx="30">
                  <c:v>1</c:v>
                </c:pt>
                <c:pt idx="31">
                  <c:v>1</c:v>
                </c:pt>
                <c:pt idx="32">
                  <c:v>0</c:v>
                </c:pt>
                <c:pt idx="33">
                  <c:v>0</c:v>
                </c:pt>
                <c:pt idx="34">
                  <c:v>0</c:v>
                </c:pt>
                <c:pt idx="35">
                  <c:v>0</c:v>
                </c:pt>
                <c:pt idx="36">
                  <c:v>0</c:v>
                </c:pt>
                <c:pt idx="37">
                  <c:v>1</c:v>
                </c:pt>
                <c:pt idx="38">
                  <c:v>1</c:v>
                </c:pt>
                <c:pt idx="39">
                  <c:v>2</c:v>
                </c:pt>
                <c:pt idx="40">
                  <c:v>1</c:v>
                </c:pt>
                <c:pt idx="41">
                  <c:v>0</c:v>
                </c:pt>
                <c:pt idx="42">
                  <c:v>0</c:v>
                </c:pt>
                <c:pt idx="43">
                  <c:v>1</c:v>
                </c:pt>
              </c:numCache>
            </c:numRef>
          </c:yVal>
        </c:ser>
        <c:ser>
          <c:idx val="3"/>
          <c:order val="3"/>
          <c:tx>
            <c:v>Средний прогноз</c:v>
          </c:tx>
          <c:spPr>
            <ns1:solidFill>
              <ns1:srgbClr val="B46A48"/>
            </ns1:solidFill>
            <ns1:ln w="23813">
              <ns1:solidFill>
                <ns1:srgbClr val="B46A48"/>
              </ns1:solidFill>
            </ns1:ln>
          </c:spPr>
          <c:marker>
            <c:symbol val="none"/>
          </c:marker>
          <c:xVal>
            <c:numRef>
              <c:f>'Chart Data'!$G$2:$G$32</c:f>
              <c:numCache>
                <c:formatCode>General</c:formatCode>
                <c:ptCount val="31"/>
                <c:pt idx="0">
                  <c:v>46298</c:v>
                </c:pt>
                <c:pt idx="1">
                  <c:v>46299</c:v>
                </c:pt>
                <c:pt idx="2">
                  <c:v>46300</c:v>
                </c:pt>
                <c:pt idx="3">
                  <c:v>46301</c:v>
                </c:pt>
                <c:pt idx="4">
                  <c:v>46302</c:v>
                </c:pt>
                <c:pt idx="5">
                  <c:v>46303</c:v>
                </c:pt>
                <c:pt idx="6">
                  <c:v>46304</c:v>
                </c:pt>
                <c:pt idx="7">
                  <c:v>46305</c:v>
                </c:pt>
                <c:pt idx="8">
                  <c:v>46306</c:v>
                </c:pt>
                <c:pt idx="9">
                  <c:v>46307</c:v>
                </c:pt>
                <c:pt idx="10">
                  <c:v>46308</c:v>
                </c:pt>
                <c:pt idx="11">
                  <c:v>46309</c:v>
                </c:pt>
                <c:pt idx="12">
                  <c:v>46310</c:v>
                </c:pt>
                <c:pt idx="13">
                  <c:v>46311</c:v>
                </c:pt>
                <c:pt idx="14">
                  <c:v>46312</c:v>
                </c:pt>
                <c:pt idx="15">
                  <c:v>46313</c:v>
                </c:pt>
                <c:pt idx="16">
                  <c:v>46314</c:v>
                </c:pt>
                <c:pt idx="17">
                  <c:v>46315</c:v>
                </c:pt>
                <c:pt idx="18">
                  <c:v>46316</c:v>
                </c:pt>
                <c:pt idx="19">
                  <c:v>46317</c:v>
                </c:pt>
                <c:pt idx="20">
                  <c:v>46318</c:v>
                </c:pt>
                <c:pt idx="21">
                  <c:v>46319</c:v>
                </c:pt>
                <c:pt idx="22">
                  <c:v>46320</c:v>
                </c:pt>
                <c:pt idx="23">
                  <c:v>46321</c:v>
                </c:pt>
                <c:pt idx="24">
                  <c:v>46322</c:v>
                </c:pt>
                <c:pt idx="25">
                  <c:v>46323</c:v>
                </c:pt>
                <c:pt idx="26">
                  <c:v>46324</c:v>
                </c:pt>
                <c:pt idx="27">
                  <c:v>46325</c:v>
                </c:pt>
                <c:pt idx="28">
                  <c:v>46326</c:v>
                </c:pt>
                <c:pt idx="29">
                  <c:v>46327</c:v>
                </c:pt>
                <c:pt idx="30">
                  <c:v>46328</c:v>
                </c:pt>
              </c:numCache>
            </c:numRef>
          </c:xVal>
          <c:yVal>
            <c:numRef>
              <c:f>'Chart Data'!$H$2:$H$32</c:f>
              <c:numCache>
                <c:formatCode>0</c:formatCode>
                <c:ptCount val="31"/>
                <c:pt idx="0">
                  <c:v>0.815</c:v>
                </c:pt>
                <c:pt idx="1">
                  <c:v>0.8715</c:v>
                </c:pt>
                <c:pt idx="2">
                  <c:v>0.7662</c:v>
                </c:pt>
                <c:pt idx="3">
                  <c:v>0.7435</c:v>
                </c:pt>
                <c:pt idx="4">
                  <c:v>0.8053</c:v>
                </c:pt>
                <c:pt idx="5">
                  <c:v>0.6963</c:v>
                </c:pt>
                <c:pt idx="6">
                  <c:v>0.7637</c:v>
                </c:pt>
                <c:pt idx="7">
                  <c:v>0.7983</c:v>
                </c:pt>
                <c:pt idx="8">
                  <c:v>0.8585</c:v>
                </c:pt>
                <c:pt idx="9">
                  <c:v>0.7696</c:v>
                </c:pt>
                <c:pt idx="10">
                  <c:v>0.7713</c:v>
                </c:pt>
                <c:pt idx="11">
                  <c:v>0.7853</c:v>
                </c:pt>
                <c:pt idx="12">
                  <c:v>0.6874</c:v>
                </c:pt>
                <c:pt idx="13">
                  <c:v>0.7694</c:v>
                </c:pt>
                <c:pt idx="14">
                  <c:v>0.8028</c:v>
                </c:pt>
                <c:pt idx="15">
                  <c:v>0.8718</c:v>
                </c:pt>
                <c:pt idx="16">
                  <c:v>0.7558</c:v>
                </c:pt>
                <c:pt idx="17">
                  <c:v>0.7536</c:v>
                </c:pt>
                <c:pt idx="18">
                  <c:v>0.7946</c:v>
                </c:pt>
                <c:pt idx="19">
                  <c:v>0.6936</c:v>
                </c:pt>
                <c:pt idx="20">
                  <c:v>0.76</c:v>
                </c:pt>
                <c:pt idx="21">
                  <c:v>0.8046</c:v>
                </c:pt>
                <c:pt idx="22">
                  <c:v>0.8641</c:v>
                </c:pt>
                <c:pt idx="23">
                  <c:v>0.7542</c:v>
                </c:pt>
                <c:pt idx="24">
                  <c:v>0.7386</c:v>
                </c:pt>
                <c:pt idx="25">
                  <c:v>0.7949</c:v>
                </c:pt>
                <c:pt idx="26">
                  <c:v>0.6917</c:v>
                </c:pt>
                <c:pt idx="27">
                  <c:v>0.7741</c:v>
                </c:pt>
                <c:pt idx="28">
                  <c:v>0.7992</c:v>
                </c:pt>
                <c:pt idx="29">
                  <c:v>0.8271</c:v>
                </c:pt>
                <c:pt idx="30">
                  <c:v>0.7153</c:v>
                </c:pt>
              </c:numCache>
            </c:numRef>
          </c:yVal>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axId val="48650112"/>
        <c:axId val="48672768"/>
      </c:scatterChart>
      <c:valAx>
        <c:axId val="48672768"/>
        <c:scaling>
          <c:orientation val="minMax"/>
          <c:max val="4"/>
          <c:min val="0"/>
        </c:scaling>
        <c:delete val="0"/>
        <c:axPos val="l"/>
        <c:majorGridlines>
          <c:spPr>
            <ns1:ln w="5715">
              <ns1:solidFill>
                <ns1:srgbClr val="DFE4E1"/>
              </ns1:solidFill>
            </ns1:ln>
          </c:spPr>
        </c:majorGridlines>
        <c:numFmt formatCode="0"/>
        <c:majorTickMark val="none"/>
        <c:minorTickMark val="none"/>
        <c:spPr>
          <ns1:ln w="9525">
            <ns1:solidFill>
              <ns1:srgbClr val="D4D4D4"/>
            </ns1:solidFill>
            <ns1:prstDash val="solid"/>
          </ns1:ln>
        </c:spPr>
        <c:txPr>
          <ns1:bodyPr anchorCtr="1"/>
          <ns1:lstStyle/>
          <ns1:p>
            <ns1:pPr>
              <ns1:defRPr sz="1500">
                <ns1:solidFill>
                  <ns1:srgbClr val="718087"/>
                </ns1:solidFill>
                <ns1:latin typeface="Arial"/>
                <ns1:ea typeface="Arial"/>
                <ns1:cs typeface="Arial"/>
              </ns1:defRPr>
            </ns1:pPr>
          </ns1:p>
        </c:txPr>
        <c:crossAx val="48650112"/>
        <c:majorUnit val="2"/>
      </c:valAx>
      <c:valAx>
        <c:axId val="48650112"/>
        <c:scaling>
          <c:orientation val="minMax"/>
          <c:max val="46328"/>
          <c:min val="46249"/>
        </c:scaling>
        <c:delete val="0"/>
        <c:axPos val="b"/>
        <c:numFmt formatCode="d/m"/>
        <c:majorTickMark val="none"/>
        <c:minorTickMark val="none"/>
        <c:spPr>
          <ns1:ln w="5715">
            <ns1:solidFill>
              <ns1:srgbClr val="DFE4E1"/>
            </ns1:solidFill>
          </ns1:ln>
        </c:spPr>
        <c:txPr>
          <ns1:bodyPr anchorCtr="1"/>
          <ns1:lstStyle/>
          <ns1:p>
            <ns1:pPr>
              <ns1:defRPr sz="1425">
                <ns1:solidFill>
                  <ns1:srgbClr val="718087"/>
                </ns1:solidFill>
                <ns1:latin typeface="Arial"/>
                <ns1:ea typeface="Arial"/>
                <ns1:cs typeface="Arial"/>
              </ns1:defRPr>
            </ns1:pPr>
          </ns1:p>
        </c:txPr>
        <c:crossAx val="48672768"/>
        <c:majorUnit val="30"/>
      </c:valAx>
      <c:spPr>
        <ns1:solidFill>
          <ns1:srgbClr val="FCFBF8"/>
        </ns1:solidFill>
      </c:spPr>
    </c:plotArea>
    <c:plotVisOnly val="1"/>
    <c:dispBlanksAs val="gap"/>
  </c:chart>
  <c:spPr>
    <ns1:solidFill>
      <ns1:srgbClr val="FCFBF8"/>
    </ns1:solidFill>
  </c:spPr>
  <c:externalData r:id="rIdWorkbook">
    <c:autoUpdate val="0"/>
  </c:externalData>
</c:chartSpace>
</file>

<file path=ppt/slides/charts/chart6.xml><?xml version="1.0" encoding="utf-8"?>
<c:chartSpace xmlns:c="http://schemas.openxmlformats.org/drawingml/2006/chart" xmlns:ns1="http://schemas.openxmlformats.org/drawingml/2006/main" xmlns:r="http://schemas.openxmlformats.org/officeDocument/2006/relationships">
  <c:lang val="en-US"/>
  <c:chart>
    <c:title>
      <c:tx>
        <c:rich>
          <ns1:bodyPr/>
          <ns1:lstStyle/>
          <ns1:p>
            <ns1:r>
              <ns1:rPr sz="1875">
                <ns1:solidFill>
                  <ns1:srgbClr val="243C45"/>
                </ns1:solidFill>
                <ns1:latin typeface="Arial"/>
                <ns1:ea typeface="Arial"/>
                <ns1:cs typeface="Arial"/>
              </ns1:rPr>
              <ns1:t>Сталин · записи с упоминанием</ns1:t>
            </ns1:r>
          </ns1:p>
        </c:rich>
      </c:tx>
      <c:overlay val="0"/>
      <c:txPr>
        <ns1:bodyPr anchorCtr="1"/>
        <ns1:lstStyle/>
        <ns1:p>
          <ns1:pPr>
            <ns1:defRPr sz="1875">
              <ns1:solidFill>
                <ns1:srgbClr val="243C45"/>
              </ns1:solidFill>
              <ns1:latin typeface="Arial"/>
              <ns1:ea typeface="Arial"/>
              <ns1:cs typeface="Arial"/>
            </ns1:defRPr>
          </ns1:pPr>
        </ns1:p>
      </c:txPr>
    </c:title>
    <c:plotArea>
      <c:scatterChart>
        <c:scatterStyle val="line"/>
        <c:varyColors val="0"/>
        <c:ser>
          <c:idx val="0"/>
          <c:order val="0"/>
          <c:tx>
            <c:v>Верхняя граница 80%</c:v>
          </c:tx>
          <c:spPr>
            <ns1:solidFill>
              <ns1:srgbClr val="BDD8D4"/>
            </ns1:solidFill>
            <ns1:ln w="19050">
              <ns1:solidFill>
                <ns1:srgbClr val="BDD8D4"/>
              </ns1:solidFill>
            </ns1:ln>
          </c:spPr>
          <c:marker>
            <c:symbol val="none"/>
          </c:marker>
          <c:xVal>
            <c:numRef>
              <c:f>'Chart Data'!$A$2:$A$32</c:f>
              <c:numCache>
                <c:formatCode>General</c:formatCode>
                <c:ptCount val="31"/>
                <c:pt idx="0">
                  <c:v>46298</c:v>
                </c:pt>
                <c:pt idx="1">
                  <c:v>46299</c:v>
                </c:pt>
                <c:pt idx="2">
                  <c:v>46300</c:v>
                </c:pt>
                <c:pt idx="3">
                  <c:v>46301</c:v>
                </c:pt>
                <c:pt idx="4">
                  <c:v>46302</c:v>
                </c:pt>
                <c:pt idx="5">
                  <c:v>46303</c:v>
                </c:pt>
                <c:pt idx="6">
                  <c:v>46304</c:v>
                </c:pt>
                <c:pt idx="7">
                  <c:v>46305</c:v>
                </c:pt>
                <c:pt idx="8">
                  <c:v>46306</c:v>
                </c:pt>
                <c:pt idx="9">
                  <c:v>46307</c:v>
                </c:pt>
                <c:pt idx="10">
                  <c:v>46308</c:v>
                </c:pt>
                <c:pt idx="11">
                  <c:v>46309</c:v>
                </c:pt>
                <c:pt idx="12">
                  <c:v>46310</c:v>
                </c:pt>
                <c:pt idx="13">
                  <c:v>46311</c:v>
                </c:pt>
                <c:pt idx="14">
                  <c:v>46312</c:v>
                </c:pt>
                <c:pt idx="15">
                  <c:v>46313</c:v>
                </c:pt>
                <c:pt idx="16">
                  <c:v>46314</c:v>
                </c:pt>
                <c:pt idx="17">
                  <c:v>46315</c:v>
                </c:pt>
                <c:pt idx="18">
                  <c:v>46316</c:v>
                </c:pt>
                <c:pt idx="19">
                  <c:v>46317</c:v>
                </c:pt>
                <c:pt idx="20">
                  <c:v>46318</c:v>
                </c:pt>
                <c:pt idx="21">
                  <c:v>46319</c:v>
                </c:pt>
                <c:pt idx="22">
                  <c:v>46320</c:v>
                </c:pt>
                <c:pt idx="23">
                  <c:v>46321</c:v>
                </c:pt>
                <c:pt idx="24">
                  <c:v>46322</c:v>
                </c:pt>
                <c:pt idx="25">
                  <c:v>46323</c:v>
                </c:pt>
                <c:pt idx="26">
                  <c:v>46324</c:v>
                </c:pt>
                <c:pt idx="27">
                  <c:v>46325</c:v>
                </c:pt>
                <c:pt idx="28">
                  <c:v>46326</c:v>
                </c:pt>
                <c:pt idx="29">
                  <c:v>46327</c:v>
                </c:pt>
                <c:pt idx="30">
                  <c:v>46328</c:v>
                </c:pt>
              </c:numCache>
            </c:numRef>
          </c:xVal>
          <c:yVal>
            <c:numRef>
              <c:f>'Chart Data'!$B$2:$B$32</c:f>
              <c:numCache>
                <c:formatCode>0</c:formatCode>
                <c:ptCount val="31"/>
                <c:pt idx="0">
                  <c:v>3</c:v>
                </c:pt>
                <c:pt idx="1">
                  <c:v>4</c:v>
                </c:pt>
                <c:pt idx="2">
                  <c:v>3</c:v>
                </c:pt>
                <c:pt idx="3">
                  <c:v>3</c:v>
                </c:pt>
                <c:pt idx="4">
                  <c:v>4</c:v>
                </c:pt>
                <c:pt idx="5">
                  <c:v>3</c:v>
                </c:pt>
                <c:pt idx="6">
                  <c:v>3</c:v>
                </c:pt>
                <c:pt idx="7">
                  <c:v>3</c:v>
                </c:pt>
                <c:pt idx="8">
                  <c:v>4</c:v>
                </c:pt>
                <c:pt idx="9">
                  <c:v>3</c:v>
                </c:pt>
                <c:pt idx="10">
                  <c:v>3</c:v>
                </c:pt>
                <c:pt idx="11">
                  <c:v>3</c:v>
                </c:pt>
                <c:pt idx="12">
                  <c:v>3</c:v>
                </c:pt>
                <c:pt idx="13">
                  <c:v>3</c:v>
                </c:pt>
                <c:pt idx="14">
                  <c:v>3</c:v>
                </c:pt>
                <c:pt idx="15">
                  <c:v>4</c:v>
                </c:pt>
                <c:pt idx="16">
                  <c:v>3</c:v>
                </c:pt>
                <c:pt idx="17">
                  <c:v>3</c:v>
                </c:pt>
                <c:pt idx="18">
                  <c:v>3</c:v>
                </c:pt>
                <c:pt idx="19">
                  <c:v>3</c:v>
                </c:pt>
                <c:pt idx="20">
                  <c:v>3</c:v>
                </c:pt>
                <c:pt idx="21">
                  <c:v>3</c:v>
                </c:pt>
                <c:pt idx="22">
                  <c:v>4</c:v>
                </c:pt>
                <c:pt idx="23">
                  <c:v>3</c:v>
                </c:pt>
                <c:pt idx="24">
                  <c:v>3</c:v>
                </c:pt>
                <c:pt idx="25">
                  <c:v>3</c:v>
                </c:pt>
                <c:pt idx="26">
                  <c:v>3</c:v>
                </c:pt>
                <c:pt idx="27">
                  <c:v>3</c:v>
                </c:pt>
                <c:pt idx="28">
                  <c:v>3</c:v>
                </c:pt>
                <c:pt idx="29">
                  <c:v>4</c:v>
                </c:pt>
                <c:pt idx="30">
                  <c:v>4</c:v>
                </c:pt>
              </c:numCache>
            </c:numRef>
          </c:yVal>
        </c:ser>
        <c:ser>
          <c:idx val="1"/>
          <c:order val="1"/>
          <c:tx>
            <c:v>Нижняя граница 80%</c:v>
          </c:tx>
          <c:spPr>
            <ns1:solidFill>
              <ns1:srgbClr val="BDD8D4"/>
            </ns1:solidFill>
            <ns1:ln w="19050">
              <ns1:solidFill>
                <ns1:srgbClr val="BDD8D4"/>
              </ns1:solidFill>
            </ns1:ln>
          </c:spPr>
          <c:marker>
            <c:symbol val="none"/>
          </c:marker>
          <c:xVal>
            <c:numRef>
              <c:f>'Chart Data'!$C$2:$C$32</c:f>
              <c:numCache>
                <c:formatCode>General</c:formatCode>
                <c:ptCount val="31"/>
                <c:pt idx="0">
                  <c:v>46298</c:v>
                </c:pt>
                <c:pt idx="1">
                  <c:v>46299</c:v>
                </c:pt>
                <c:pt idx="2">
                  <c:v>46300</c:v>
                </c:pt>
                <c:pt idx="3">
                  <c:v>46301</c:v>
                </c:pt>
                <c:pt idx="4">
                  <c:v>46302</c:v>
                </c:pt>
                <c:pt idx="5">
                  <c:v>46303</c:v>
                </c:pt>
                <c:pt idx="6">
                  <c:v>46304</c:v>
                </c:pt>
                <c:pt idx="7">
                  <c:v>46305</c:v>
                </c:pt>
                <c:pt idx="8">
                  <c:v>46306</c:v>
                </c:pt>
                <c:pt idx="9">
                  <c:v>46307</c:v>
                </c:pt>
                <c:pt idx="10">
                  <c:v>46308</c:v>
                </c:pt>
                <c:pt idx="11">
                  <c:v>46309</c:v>
                </c:pt>
                <c:pt idx="12">
                  <c:v>46310</c:v>
                </c:pt>
                <c:pt idx="13">
                  <c:v>46311</c:v>
                </c:pt>
                <c:pt idx="14">
                  <c:v>46312</c:v>
                </c:pt>
                <c:pt idx="15">
                  <c:v>46313</c:v>
                </c:pt>
                <c:pt idx="16">
                  <c:v>46314</c:v>
                </c:pt>
                <c:pt idx="17">
                  <c:v>46315</c:v>
                </c:pt>
                <c:pt idx="18">
                  <c:v>46316</c:v>
                </c:pt>
                <c:pt idx="19">
                  <c:v>46317</c:v>
                </c:pt>
                <c:pt idx="20">
                  <c:v>46318</c:v>
                </c:pt>
                <c:pt idx="21">
                  <c:v>46319</c:v>
                </c:pt>
                <c:pt idx="22">
                  <c:v>46320</c:v>
                </c:pt>
                <c:pt idx="23">
                  <c:v>46321</c:v>
                </c:pt>
                <c:pt idx="24">
                  <c:v>46322</c:v>
                </c:pt>
                <c:pt idx="25">
                  <c:v>46323</c:v>
                </c:pt>
                <c:pt idx="26">
                  <c:v>46324</c:v>
                </c:pt>
                <c:pt idx="27">
                  <c:v>46325</c:v>
                </c:pt>
                <c:pt idx="28">
                  <c:v>46326</c:v>
                </c:pt>
                <c:pt idx="29">
                  <c:v>46327</c:v>
                </c:pt>
                <c:pt idx="30">
                  <c:v>46328</c:v>
                </c:pt>
              </c:numCache>
            </c:numRef>
          </c:xVal>
          <c:yVal>
            <c:numRef>
              <c:f>'Chart Data'!$D$2:$D$32</c:f>
              <c:numCache>
                <c:formatCode>0</c:formatCode>
                <c:ptCount val="3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numCache>
            </c:numRef>
          </c:yVal>
        </c:ser>
        <c:ser>
          <c:idx val="2"/>
          <c:order val="2"/>
          <c:tx>
            <c:v>Наблюдения</c:v>
          </c:tx>
          <c:spPr>
            <ns1:solidFill>
              <ns1:srgbClr val="718087"/>
            </ns1:solidFill>
            <ns1:ln w="14288">
              <ns1:solidFill>
                <ns1:srgbClr val="718087"/>
              </ns1:solidFill>
            </ns1:ln>
          </c:spPr>
          <c:marker>
            <c:symbol val="none"/>
          </c:marker>
          <c:xVal>
            <c:numRef>
              <c:f>'Chart Data'!$E$2:$E$45</c:f>
              <c:numCache>
                <c:formatCode>General</c:formatCode>
                <c:ptCount val="44"/>
                <c:pt idx="0">
                  <c:v>46249</c:v>
                </c:pt>
                <c:pt idx="1">
                  <c:v>46250</c:v>
                </c:pt>
                <c:pt idx="2">
                  <c:v>46251</c:v>
                </c:pt>
                <c:pt idx="3">
                  <c:v>46252</c:v>
                </c:pt>
                <c:pt idx="4">
                  <c:v>46253</c:v>
                </c:pt>
                <c:pt idx="5">
                  <c:v>46254</c:v>
                </c:pt>
                <c:pt idx="6">
                  <c:v>46258</c:v>
                </c:pt>
                <c:pt idx="7">
                  <c:v>46259</c:v>
                </c:pt>
                <c:pt idx="8">
                  <c:v>46260</c:v>
                </c:pt>
                <c:pt idx="9">
                  <c:v>46261</c:v>
                </c:pt>
                <c:pt idx="10">
                  <c:v>46262</c:v>
                </c:pt>
                <c:pt idx="11">
                  <c:v>46263</c:v>
                </c:pt>
                <c:pt idx="12">
                  <c:v>46264</c:v>
                </c:pt>
                <c:pt idx="13">
                  <c:v>46265</c:v>
                </c:pt>
                <c:pt idx="14">
                  <c:v>46266</c:v>
                </c:pt>
                <c:pt idx="15">
                  <c:v>46267</c:v>
                </c:pt>
                <c:pt idx="16">
                  <c:v>46268</c:v>
                </c:pt>
                <c:pt idx="17">
                  <c:v>46269</c:v>
                </c:pt>
                <c:pt idx="18">
                  <c:v>46270</c:v>
                </c:pt>
                <c:pt idx="19">
                  <c:v>46271</c:v>
                </c:pt>
                <c:pt idx="20">
                  <c:v>46272</c:v>
                </c:pt>
                <c:pt idx="21">
                  <c:v>46273</c:v>
                </c:pt>
                <c:pt idx="22">
                  <c:v>46276</c:v>
                </c:pt>
                <c:pt idx="23">
                  <c:v>46277</c:v>
                </c:pt>
                <c:pt idx="24">
                  <c:v>46278</c:v>
                </c:pt>
                <c:pt idx="25">
                  <c:v>46279</c:v>
                </c:pt>
                <c:pt idx="26">
                  <c:v>46280</c:v>
                </c:pt>
                <c:pt idx="27">
                  <c:v>46281</c:v>
                </c:pt>
                <c:pt idx="28">
                  <c:v>46282</c:v>
                </c:pt>
                <c:pt idx="29">
                  <c:v>46283</c:v>
                </c:pt>
                <c:pt idx="30">
                  <c:v>46284</c:v>
                </c:pt>
                <c:pt idx="31">
                  <c:v>46285</c:v>
                </c:pt>
                <c:pt idx="32">
                  <c:v>46286</c:v>
                </c:pt>
                <c:pt idx="33">
                  <c:v>46287</c:v>
                </c:pt>
                <c:pt idx="34">
                  <c:v>46288</c:v>
                </c:pt>
                <c:pt idx="35">
                  <c:v>46289</c:v>
                </c:pt>
                <c:pt idx="36">
                  <c:v>46290</c:v>
                </c:pt>
                <c:pt idx="37">
                  <c:v>46291</c:v>
                </c:pt>
                <c:pt idx="38">
                  <c:v>46292</c:v>
                </c:pt>
                <c:pt idx="39">
                  <c:v>46293</c:v>
                </c:pt>
                <c:pt idx="40">
                  <c:v>46294</c:v>
                </c:pt>
                <c:pt idx="41">
                  <c:v>46295</c:v>
                </c:pt>
                <c:pt idx="42">
                  <c:v>46296</c:v>
                </c:pt>
                <c:pt idx="43">
                  <c:v>46297</c:v>
                </c:pt>
              </c:numCache>
            </c:numRef>
          </c:xVal>
          <c:yVal>
            <c:numRef>
              <c:f>'Chart Data'!$F$2:$F$45</c:f>
              <c:numCache>
                <c:formatCode>0</c:formatCode>
                <c:ptCount val="44"/>
                <c:pt idx="0">
                  <c:v>6</c:v>
                </c:pt>
                <c:pt idx="1">
                  <c:v>5</c:v>
                </c:pt>
                <c:pt idx="2">
                  <c:v>0</c:v>
                </c:pt>
                <c:pt idx="3">
                  <c:v>0</c:v>
                </c:pt>
                <c:pt idx="4">
                  <c:v>0</c:v>
                </c:pt>
                <c:pt idx="5">
                  <c:v>0</c:v>
                </c:pt>
                <c:pt idx="6">
                  <c:v>0</c:v>
                </c:pt>
                <c:pt idx="7">
                  <c:v>0</c:v>
                </c:pt>
                <c:pt idx="8">
                  <c:v>1</c:v>
                </c:pt>
                <c:pt idx="9">
                  <c:v>0</c:v>
                </c:pt>
                <c:pt idx="10">
                  <c:v>0</c:v>
                </c:pt>
                <c:pt idx="11">
                  <c:v>0</c:v>
                </c:pt>
                <c:pt idx="12">
                  <c:v>2</c:v>
                </c:pt>
                <c:pt idx="13">
                  <c:v>1</c:v>
                </c:pt>
                <c:pt idx="14">
                  <c:v>2</c:v>
                </c:pt>
                <c:pt idx="15">
                  <c:v>0</c:v>
                </c:pt>
                <c:pt idx="16">
                  <c:v>0</c:v>
                </c:pt>
                <c:pt idx="17">
                  <c:v>0</c:v>
                </c:pt>
                <c:pt idx="18">
                  <c:v>0</c:v>
                </c:pt>
                <c:pt idx="19">
                  <c:v>1</c:v>
                </c:pt>
                <c:pt idx="20">
                  <c:v>4</c:v>
                </c:pt>
                <c:pt idx="21">
                  <c:v>2</c:v>
                </c:pt>
                <c:pt idx="22">
                  <c:v>3</c:v>
                </c:pt>
                <c:pt idx="23">
                  <c:v>1</c:v>
                </c:pt>
                <c:pt idx="24">
                  <c:v>0</c:v>
                </c:pt>
                <c:pt idx="25">
                  <c:v>1</c:v>
                </c:pt>
                <c:pt idx="26">
                  <c:v>1</c:v>
                </c:pt>
                <c:pt idx="27">
                  <c:v>0</c:v>
                </c:pt>
                <c:pt idx="28">
                  <c:v>2</c:v>
                </c:pt>
                <c:pt idx="29">
                  <c:v>0</c:v>
                </c:pt>
                <c:pt idx="30">
                  <c:v>0</c:v>
                </c:pt>
                <c:pt idx="31">
                  <c:v>0</c:v>
                </c:pt>
                <c:pt idx="32">
                  <c:v>1</c:v>
                </c:pt>
                <c:pt idx="33">
                  <c:v>1</c:v>
                </c:pt>
                <c:pt idx="34">
                  <c:v>3</c:v>
                </c:pt>
                <c:pt idx="35">
                  <c:v>0</c:v>
                </c:pt>
                <c:pt idx="36">
                  <c:v>3</c:v>
                </c:pt>
                <c:pt idx="37">
                  <c:v>0</c:v>
                </c:pt>
                <c:pt idx="38">
                  <c:v>0</c:v>
                </c:pt>
                <c:pt idx="39">
                  <c:v>1</c:v>
                </c:pt>
                <c:pt idx="40">
                  <c:v>1</c:v>
                </c:pt>
                <c:pt idx="41">
                  <c:v>1</c:v>
                </c:pt>
                <c:pt idx="42">
                  <c:v>1</c:v>
                </c:pt>
                <c:pt idx="43">
                  <c:v>2</c:v>
                </c:pt>
              </c:numCache>
            </c:numRef>
          </c:yVal>
        </c:ser>
        <c:ser>
          <c:idx val="3"/>
          <c:order val="3"/>
          <c:tx>
            <c:v>Средний прогноз</c:v>
          </c:tx>
          <c:spPr>
            <ns1:solidFill>
              <ns1:srgbClr val="277978"/>
            </ns1:solidFill>
            <ns1:ln w="23813">
              <ns1:solidFill>
                <ns1:srgbClr val="277978"/>
              </ns1:solidFill>
            </ns1:ln>
          </c:spPr>
          <c:marker>
            <c:symbol val="none"/>
          </c:marker>
          <c:xVal>
            <c:numRef>
              <c:f>'Chart Data'!$G$2:$G$32</c:f>
              <c:numCache>
                <c:formatCode>General</c:formatCode>
                <c:ptCount val="31"/>
                <c:pt idx="0">
                  <c:v>46298</c:v>
                </c:pt>
                <c:pt idx="1">
                  <c:v>46299</c:v>
                </c:pt>
                <c:pt idx="2">
                  <c:v>46300</c:v>
                </c:pt>
                <c:pt idx="3">
                  <c:v>46301</c:v>
                </c:pt>
                <c:pt idx="4">
                  <c:v>46302</c:v>
                </c:pt>
                <c:pt idx="5">
                  <c:v>46303</c:v>
                </c:pt>
                <c:pt idx="6">
                  <c:v>46304</c:v>
                </c:pt>
                <c:pt idx="7">
                  <c:v>46305</c:v>
                </c:pt>
                <c:pt idx="8">
                  <c:v>46306</c:v>
                </c:pt>
                <c:pt idx="9">
                  <c:v>46307</c:v>
                </c:pt>
                <c:pt idx="10">
                  <c:v>46308</c:v>
                </c:pt>
                <c:pt idx="11">
                  <c:v>46309</c:v>
                </c:pt>
                <c:pt idx="12">
                  <c:v>46310</c:v>
                </c:pt>
                <c:pt idx="13">
                  <c:v>46311</c:v>
                </c:pt>
                <c:pt idx="14">
                  <c:v>46312</c:v>
                </c:pt>
                <c:pt idx="15">
                  <c:v>46313</c:v>
                </c:pt>
                <c:pt idx="16">
                  <c:v>46314</c:v>
                </c:pt>
                <c:pt idx="17">
                  <c:v>46315</c:v>
                </c:pt>
                <c:pt idx="18">
                  <c:v>46316</c:v>
                </c:pt>
                <c:pt idx="19">
                  <c:v>46317</c:v>
                </c:pt>
                <c:pt idx="20">
                  <c:v>46318</c:v>
                </c:pt>
                <c:pt idx="21">
                  <c:v>46319</c:v>
                </c:pt>
                <c:pt idx="22">
                  <c:v>46320</c:v>
                </c:pt>
                <c:pt idx="23">
                  <c:v>46321</c:v>
                </c:pt>
                <c:pt idx="24">
                  <c:v>46322</c:v>
                </c:pt>
                <c:pt idx="25">
                  <c:v>46323</c:v>
                </c:pt>
                <c:pt idx="26">
                  <c:v>46324</c:v>
                </c:pt>
                <c:pt idx="27">
                  <c:v>46325</c:v>
                </c:pt>
                <c:pt idx="28">
                  <c:v>46326</c:v>
                </c:pt>
                <c:pt idx="29">
                  <c:v>46327</c:v>
                </c:pt>
                <c:pt idx="30">
                  <c:v>46328</c:v>
                </c:pt>
              </c:numCache>
            </c:numRef>
          </c:xVal>
          <c:yVal>
            <c:numRef>
              <c:f>'Chart Data'!$H$2:$H$32</c:f>
              <c:numCache>
                <c:formatCode>0</c:formatCode>
                <c:ptCount val="31"/>
                <c:pt idx="0">
                  <c:v>1.0334</c:v>
                </c:pt>
                <c:pt idx="1">
                  <c:v>1.3436</c:v>
                </c:pt>
                <c:pt idx="2">
                  <c:v>1.202</c:v>
                </c:pt>
                <c:pt idx="3">
                  <c:v>1.1429</c:v>
                </c:pt>
                <c:pt idx="4">
                  <c:v>1.2337</c:v>
                </c:pt>
                <c:pt idx="5">
                  <c:v>1.0668</c:v>
                </c:pt>
                <c:pt idx="6">
                  <c:v>1.0532</c:v>
                </c:pt>
                <c:pt idx="7">
                  <c:v>1.0173</c:v>
                </c:pt>
                <c:pt idx="8">
                  <c:v>1.3509</c:v>
                </c:pt>
                <c:pt idx="9">
                  <c:v>1.1914</c:v>
                </c:pt>
                <c:pt idx="10">
                  <c:v>1.1464</c:v>
                </c:pt>
                <c:pt idx="11">
                  <c:v>1.1909</c:v>
                </c:pt>
                <c:pt idx="12">
                  <c:v>1.0633</c:v>
                </c:pt>
                <c:pt idx="13">
                  <c:v>1.0414</c:v>
                </c:pt>
                <c:pt idx="14">
                  <c:v>1.0278</c:v>
                </c:pt>
                <c:pt idx="15">
                  <c:v>1.3552</c:v>
                </c:pt>
                <c:pt idx="16">
                  <c:v>1.193</c:v>
                </c:pt>
                <c:pt idx="17">
                  <c:v>1.1446</c:v>
                </c:pt>
                <c:pt idx="18">
                  <c:v>1.2143</c:v>
                </c:pt>
                <c:pt idx="19">
                  <c:v>1.0719</c:v>
                </c:pt>
                <c:pt idx="20">
                  <c:v>1.059</c:v>
                </c:pt>
                <c:pt idx="21">
                  <c:v>1.0312</c:v>
                </c:pt>
                <c:pt idx="22">
                  <c:v>1.3513</c:v>
                </c:pt>
                <c:pt idx="23">
                  <c:v>1.1839</c:v>
                </c:pt>
                <c:pt idx="24">
                  <c:v>1.1394</c:v>
                </c:pt>
                <c:pt idx="25">
                  <c:v>1.201</c:v>
                </c:pt>
                <c:pt idx="26">
                  <c:v>1.0469</c:v>
                </c:pt>
                <c:pt idx="27">
                  <c:v>1.045</c:v>
                </c:pt>
                <c:pt idx="28">
                  <c:v>1.0111</c:v>
                </c:pt>
                <c:pt idx="29">
                  <c:v>1.4874</c:v>
                </c:pt>
                <c:pt idx="30">
                  <c:v>1.3219</c:v>
                </c:pt>
              </c:numCache>
            </c:numRef>
          </c:yVal>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axId val="48650112"/>
        <c:axId val="48672768"/>
      </c:scatterChart>
      <c:valAx>
        <c:axId val="48672768"/>
        <c:scaling>
          <c:orientation val="minMax"/>
          <c:max val="6"/>
          <c:min val="0"/>
        </c:scaling>
        <c:delete val="0"/>
        <c:axPos val="l"/>
        <c:majorGridlines>
          <c:spPr>
            <ns1:ln w="5715">
              <ns1:solidFill>
                <ns1:srgbClr val="DFE4E1"/>
              </ns1:solidFill>
            </ns1:ln>
          </c:spPr>
        </c:majorGridlines>
        <c:numFmt formatCode="0"/>
        <c:majorTickMark val="none"/>
        <c:minorTickMark val="none"/>
        <c:spPr>
          <ns1:ln w="9525">
            <ns1:solidFill>
              <ns1:srgbClr val="D4D4D4"/>
            </ns1:solidFill>
            <ns1:prstDash val="solid"/>
          </ns1:ln>
        </c:spPr>
        <c:txPr>
          <ns1:bodyPr anchorCtr="1"/>
          <ns1:lstStyle/>
          <ns1:p>
            <ns1:pPr>
              <ns1:defRPr sz="1500">
                <ns1:solidFill>
                  <ns1:srgbClr val="718087"/>
                </ns1:solidFill>
                <ns1:latin typeface="Arial"/>
                <ns1:ea typeface="Arial"/>
                <ns1:cs typeface="Arial"/>
              </ns1:defRPr>
            </ns1:pPr>
          </ns1:p>
        </c:txPr>
        <c:crossAx val="48650112"/>
        <c:majorUnit val="2"/>
      </c:valAx>
      <c:valAx>
        <c:axId val="48650112"/>
        <c:scaling>
          <c:orientation val="minMax"/>
          <c:max val="46328"/>
          <c:min val="46249"/>
        </c:scaling>
        <c:delete val="0"/>
        <c:axPos val="b"/>
        <c:numFmt formatCode="d/m"/>
        <c:majorTickMark val="none"/>
        <c:minorTickMark val="none"/>
        <c:spPr>
          <ns1:ln w="5715">
            <ns1:solidFill>
              <ns1:srgbClr val="DFE4E1"/>
            </ns1:solidFill>
          </ns1:ln>
        </c:spPr>
        <c:txPr>
          <ns1:bodyPr anchorCtr="1"/>
          <ns1:lstStyle/>
          <ns1:p>
            <ns1:pPr>
              <ns1:defRPr sz="1425">
                <ns1:solidFill>
                  <ns1:srgbClr val="718087"/>
                </ns1:solidFill>
                <ns1:latin typeface="Arial"/>
                <ns1:ea typeface="Arial"/>
                <ns1:cs typeface="Arial"/>
              </ns1:defRPr>
            </ns1:pPr>
          </ns1:p>
        </c:txPr>
        <c:crossAx val="48672768"/>
        <c:majorUnit val="30"/>
      </c:valAx>
      <c:spPr>
        <ns1:solidFill>
          <ns1:srgbClr val="FCFBF8"/>
        </ns1:solidFill>
      </c:spPr>
    </c:plotArea>
    <c:plotVisOnly val="1"/>
    <c:dispBlanksAs val="gap"/>
  </c:chart>
  <c:spPr>
    <ns1:solidFill>
      <ns1:srgbClr val="FCFBF8"/>
    </ns1:solidFill>
  </c:spPr>
  <c:externalData r:id="rIdWorkbook">
    <c:autoUpdate val="0"/>
  </c:externalData>
</c:chartSpace>
</file>

<file path=ppt/slides/charts/chart7.xml><?xml version="1.0" encoding="utf-8"?>
<c:chartSpace xmlns:c="http://schemas.openxmlformats.org/drawingml/2006/chart" xmlns:ns1="http://schemas.openxmlformats.org/drawingml/2006/main" xmlns:r="http://schemas.openxmlformats.org/officeDocument/2006/relationships">
  <c:lang val="en-US"/>
  <c:chart>
    <c:title>
      <c:tx>
        <c:rich>
          <ns1:bodyPr/>
          <ns1:lstStyle/>
          <ns1:p>
            <ns1:r>
              <ns1:rPr sz="1875">
                <ns1:solidFill>
                  <ns1:srgbClr val="243C45"/>
                </ns1:solidFill>
                <ns1:latin typeface="Arial"/>
                <ns1:ea typeface="Arial"/>
                <ns1:cs typeface="Arial"/>
              </ns1:rPr>
              <ns1:t>Нормированный CRPS</ns1:t>
            </ns1:r>
          </ns1:p>
        </c:rich>
      </c:tx>
      <c:overlay val="0"/>
      <c:txPr>
        <ns1:bodyPr anchorCtr="1"/>
        <ns1:lstStyle/>
        <ns1:p>
          <ns1:pPr>
            <ns1:defRPr sz="1875">
              <ns1:solidFill>
                <ns1:srgbClr val="243C45"/>
              </ns1:solidFill>
              <ns1:latin typeface="Arial"/>
              <ns1:ea typeface="Arial"/>
              <ns1:cs typeface="Arial"/>
            </ns1:defRPr>
          </ns1:pPr>
        </ns1:p>
      </c:txPr>
    </c:title>
    <c:plotArea>
      <c:barChart>
        <c:barDir val="bar"/>
        <c:grouping val="clustered"/>
        <c:varyColors val="0"/>
        <c:ser>
          <c:idx val="0"/>
          <c:order val="0"/>
          <c:tx>
            <c:v>Нормированный CRPS</c:v>
          </c:tx>
          <c:spPr>
            <ns1:solidFill>
              <ns1:srgbClr val="AFB9BA"/>
            </ns1:solidFill>
          </c:spPr>
          <c:invertIfNegative val="0"/>
          <c:dPt>
            <c:idx val="2"/>
            <c:invertIfNegative val="0"/>
            <c:spPr>
              <ns1:solidFill>
                <ns1:srgbClr val="277978"/>
              </ns1:solidFill>
            </c:spPr>
          </c:dPt>
          <c:cat>
            <c:strRef>
              <c:f>'Chart Data'!$A$2:$A$6</c:f>
              <c:strCache>
                <c:ptCount val="5"/>
                <c:pt idx="0">
                  <c:v>M1</c:v>
                </c:pt>
                <c:pt idx="1">
                  <c:v>M2</c:v>
                </c:pt>
                <c:pt idx="2">
                  <c:v>M3</c:v>
                </c:pt>
                <c:pt idx="3">
                  <c:v>M4</c:v>
                </c:pt>
                <c:pt idx="4">
                  <c:v>Смесь</c:v>
                </c:pt>
              </c:strCache>
            </c:strRef>
          </c:cat>
          <c:val>
            <c:numRef>
              <c:f>'Chart Data'!$B$2:$B$6</c:f>
              <c:numCache>
                <c:formatCode>0.0</c:formatCode>
                <c:ptCount val="5"/>
                <c:pt idx="0">
                  <c:v>0.5056</c:v>
                </c:pt>
                <c:pt idx="1">
                  <c:v>0.4711</c:v>
                </c:pt>
                <c:pt idx="2">
                  <c:v>0.4542</c:v>
                </c:pt>
                <c:pt idx="3">
                  <c:v>0.4546</c:v>
                </c:pt>
                <c:pt idx="4">
                  <c:v>0.4609</c:v>
                </c:pt>
              </c:numCache>
            </c:numRef>
          </c:val>
        </c:ser>
        <c:dLbls>
          <c:numFmt formatCode="0.000" sourceLinked="0"/>
          <c:txPr>
            <ns1:bodyPr anchorCtr="1"/>
            <ns1:lstStyle/>
            <ns1:p>
              <ns1:pPr>
                <ns1:defRPr sz="1725">
                  <ns1:solidFill>
                    <ns1:srgbClr val="243C45"/>
                  </ns1:solidFill>
                  <ns1:latin typeface="Arial"/>
                  <ns1:ea typeface="Arial"/>
                  <ns1:cs typeface="Arial"/>
                </ns1:defRPr>
              </ns1:pPr>
            </ns1: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spPr>
          <ns1:ln w="0">
            <ns1:noFill/>
          </ns1:ln>
        </c:spPr>
        <c:txPr>
          <ns1:bodyPr anchorCtr="1"/>
          <ns1:lstStyle/>
          <ns1:p>
            <ns1:pPr>
              <ns1:defRPr sz="1800">
                <ns1:solidFill>
                  <ns1:srgbClr val="243C45"/>
                </ns1:solidFill>
                <ns1:latin typeface="Arial"/>
                <ns1:ea typeface="Arial"/>
                <ns1:cs typeface="Arial"/>
              </ns1:defRPr>
            </ns1:pPr>
          </ns1:p>
        </c:txPr>
        <c:crossAx val="48672768"/>
      </c:catAx>
      <c:valAx>
        <c:axId val="48672768"/>
        <c:scaling>
          <c:orientation val="minMax"/>
          <c:max val="0.65"/>
          <c:min val="0"/>
        </c:scaling>
        <c:delete val="0"/>
        <c:axPos val="b"/>
        <c:majorGridlines>
          <c:spPr>
            <ns1:ln w="5715">
              <ns1:solidFill>
                <ns1:srgbClr val="DFE4E1"/>
              </ns1:solidFill>
            </ns1:ln>
          </c:spPr>
        </c:majorGridlines>
        <c:numFmt formatCode="0.0"/>
        <c:majorTickMark val="none"/>
        <c:minorTickMark val="none"/>
        <c:spPr>
          <ns1:ln w="9525">
            <ns1:solidFill>
              <ns1:srgbClr val="D4D4D4"/>
            </ns1:solidFill>
            <ns1:prstDash val="solid"/>
          </ns1:ln>
        </c:spPr>
        <c:txPr>
          <ns1:bodyPr anchorCtr="1"/>
          <ns1:lstStyle/>
          <ns1:p>
            <ns1:pPr>
              <ns1:defRPr sz="1500">
                <ns1:solidFill>
                  <ns1:srgbClr val="718087"/>
                </ns1:solidFill>
                <ns1:latin typeface="Arial"/>
                <ns1:ea typeface="Arial"/>
                <ns1:cs typeface="Arial"/>
              </ns1:defRPr>
            </ns1:pPr>
          </ns1:p>
        </c:txPr>
        <c:crossAx val="48650112"/>
        <c:crossBetween val="between"/>
        <c:majorUnit val="0.2"/>
      </c:valAx>
      <c:spPr>
        <ns1:solidFill>
          <ns1:srgbClr val="FCFBF8"/>
        </ns1:solidFill>
      </c:spPr>
    </c:plotArea>
    <c:plotVisOnly val="1"/>
  </c:chart>
  <c:spPr>
    <ns1:solidFill>
      <ns1:srgbClr val="FCFBF8"/>
    </ns1:solidFill>
  </c:spPr>
  <c:externalData r:id="rIdWorkbook">
    <c:autoUpdate val="0"/>
  </c:externalData>
</c:chartSpace>
</file>

<file path=ppt/slides/charts/chart8.xml><?xml version="1.0" encoding="utf-8"?>
<c:chartSpace xmlns:c="http://schemas.openxmlformats.org/drawingml/2006/chart" xmlns:ns1="http://schemas.openxmlformats.org/drawingml/2006/main" xmlns:r="http://schemas.openxmlformats.org/officeDocument/2006/relationships">
  <c:lang val="en-US"/>
  <c:chart>
    <c:title>
      <c:tx>
        <c:rich>
          <ns1:bodyPr/>
          <ns1:lstStyle/>
          <ns1:p>
            <ns1:r>
              <ns1:rPr sz="1875">
                <ns1:solidFill>
                  <ns1:srgbClr val="243C45"/>
                </ns1:solidFill>
                <ns1:latin typeface="Arial"/>
                <ns1:ea typeface="Arial"/>
                <ns1:cs typeface="Arial"/>
              </ns1:rPr>
              <ns1:t>RMSE, число за день</ns1:t>
            </ns1:r>
          </ns1:p>
        </c:rich>
      </c:tx>
      <c:overlay val="0"/>
      <c:txPr>
        <ns1:bodyPr anchorCtr="1"/>
        <ns1:lstStyle/>
        <ns1:p>
          <ns1:pPr>
            <ns1:defRPr sz="1875">
              <ns1:solidFill>
                <ns1:srgbClr val="243C45"/>
              </ns1:solidFill>
              <ns1:latin typeface="Arial"/>
              <ns1:ea typeface="Arial"/>
              <ns1:cs typeface="Arial"/>
            </ns1:defRPr>
          </ns1:pPr>
        </ns1:p>
      </c:txPr>
    </c:title>
    <c:plotArea>
      <c:barChart>
        <c:barDir val="bar"/>
        <c:grouping val="clustered"/>
        <c:varyColors val="0"/>
        <c:ser>
          <c:idx val="0"/>
          <c:order val="0"/>
          <c:tx>
            <c:v>RMSE, число за день</c:v>
          </c:tx>
          <c:spPr>
            <ns1:solidFill>
              <ns1:srgbClr val="AFB9BA"/>
            </ns1:solidFill>
          </c:spPr>
          <c:invertIfNegative val="0"/>
          <c:dPt>
            <c:idx val="2"/>
            <c:invertIfNegative val="0"/>
            <c:spPr>
              <ns1:solidFill>
                <ns1:srgbClr val="277978"/>
              </ns1:solidFill>
            </c:spPr>
          </c:dPt>
          <c:cat>
            <c:strRef>
              <c:f>'Chart Data'!$A$2:$A$6</c:f>
              <c:strCache>
                <c:ptCount val="5"/>
                <c:pt idx="0">
                  <c:v>M1</c:v>
                </c:pt>
                <c:pt idx="1">
                  <c:v>M2</c:v>
                </c:pt>
                <c:pt idx="2">
                  <c:v>M3</c:v>
                </c:pt>
                <c:pt idx="3">
                  <c:v>M4</c:v>
                </c:pt>
                <c:pt idx="4">
                  <c:v>Смесь</c:v>
                </c:pt>
              </c:strCache>
            </c:strRef>
          </c:cat>
          <c:val>
            <c:numRef>
              <c:f>'Chart Data'!$B$2:$B$6</c:f>
              <c:numCache>
                <c:formatCode>0.0</c:formatCode>
                <c:ptCount val="5"/>
                <c:pt idx="0">
                  <c:v>2.4242</c:v>
                </c:pt>
                <c:pt idx="1">
                  <c:v>2.4275</c:v>
                </c:pt>
                <c:pt idx="2">
                  <c:v>2.3829</c:v>
                </c:pt>
                <c:pt idx="3">
                  <c:v>2.3859</c:v>
                </c:pt>
                <c:pt idx="4">
                  <c:v>2.3869</c:v>
                </c:pt>
              </c:numCache>
            </c:numRef>
          </c:val>
        </c:ser>
        <c:dLbls>
          <c:numFmt formatCode="0.000" sourceLinked="0"/>
          <c:txPr>
            <ns1:bodyPr anchorCtr="1"/>
            <ns1:lstStyle/>
            <ns1:p>
              <ns1:pPr>
                <ns1:defRPr sz="1725">
                  <ns1:solidFill>
                    <ns1:srgbClr val="243C45"/>
                  </ns1:solidFill>
                  <ns1:latin typeface="Arial"/>
                  <ns1:ea typeface="Arial"/>
                  <ns1:cs typeface="Arial"/>
                </ns1:defRPr>
              </ns1:pPr>
            </ns1: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spPr>
          <ns1:ln w="0">
            <ns1:noFill/>
          </ns1:ln>
        </c:spPr>
        <c:txPr>
          <ns1:bodyPr anchorCtr="1"/>
          <ns1:lstStyle/>
          <ns1:p>
            <ns1:pPr>
              <ns1:defRPr sz="1800">
                <ns1:solidFill>
                  <ns1:srgbClr val="243C45"/>
                </ns1:solidFill>
                <ns1:latin typeface="Arial"/>
                <ns1:ea typeface="Arial"/>
                <ns1:cs typeface="Arial"/>
              </ns1:defRPr>
            </ns1:pPr>
          </ns1:p>
        </c:txPr>
        <c:crossAx val="48672768"/>
      </c:catAx>
      <c:valAx>
        <c:axId val="48672768"/>
        <c:scaling>
          <c:orientation val="minMax"/>
          <c:max val="3"/>
          <c:min val="0"/>
        </c:scaling>
        <c:delete val="0"/>
        <c:axPos val="b"/>
        <c:majorGridlines>
          <c:spPr>
            <ns1:ln w="5715">
              <ns1:solidFill>
                <ns1:srgbClr val="DFE4E1"/>
              </ns1:solidFill>
            </ns1:ln>
          </c:spPr>
        </c:majorGridlines>
        <c:numFmt formatCode="0.0"/>
        <c:majorTickMark val="none"/>
        <c:minorTickMark val="none"/>
        <c:spPr>
          <ns1:ln w="9525">
            <ns1:solidFill>
              <ns1:srgbClr val="D4D4D4"/>
            </ns1:solidFill>
            <ns1:prstDash val="solid"/>
          </ns1:ln>
        </c:spPr>
        <c:txPr>
          <ns1:bodyPr anchorCtr="1"/>
          <ns1:lstStyle/>
          <ns1:p>
            <ns1:pPr>
              <ns1:defRPr sz="1500">
                <ns1:solidFill>
                  <ns1:srgbClr val="718087"/>
                </ns1:solidFill>
                <ns1:latin typeface="Arial"/>
                <ns1:ea typeface="Arial"/>
                <ns1:cs typeface="Arial"/>
              </ns1:defRPr>
            </ns1:pPr>
          </ns1:p>
        </c:txPr>
        <c:crossAx val="48650112"/>
        <c:crossBetween val="between"/>
        <c:majorUnit val="0.5"/>
      </c:valAx>
      <c:spPr>
        <ns1:solidFill>
          <ns1:srgbClr val="FCFBF8"/>
        </ns1:solidFill>
      </c:spPr>
    </c:plotArea>
    <c:plotVisOnly val="1"/>
  </c:chart>
  <c:spPr>
    <ns1:solidFill>
      <ns1:srgbClr val="FCFBF8"/>
    </ns1:solidFill>
  </c:spPr>
  <c:externalData r:id="rIdWorkbook">
    <c:autoUpdate val="0"/>
  </c:externalData>
</c:chartSpace>
</file>

<file path=ppt/slides/charts/chart9.xml><?xml version="1.0" encoding="utf-8"?>
<c:chartSpace xmlns:c="http://schemas.openxmlformats.org/drawingml/2006/chart" xmlns:ns1="http://schemas.openxmlformats.org/drawingml/2006/main" xmlns:r="http://schemas.openxmlformats.org/officeDocument/2006/relationships">
  <c:lang val="en-US"/>
  <c:chart>
    <c:title>
      <c:tx>
        <c:rich>
          <ns1:bodyPr/>
          <ns1:lstStyle/>
          <ns1:p>
            <ns1:r>
              <ns1:rPr sz="1875">
                <ns1:solidFill>
                  <ns1:srgbClr val="243C45"/>
                </ns1:solidFill>
                <ns1:latin typeface="Arial"/>
                <ns1:ea typeface="Arial"/>
                <ns1:cs typeface="Arial"/>
              </ns1:rPr>
              <ns1:t>80%-е интервалы, покрытие в %</ns1:t>
            </ns1:r>
          </ns1:p>
        </c:rich>
      </c:tx>
      <c:overlay val="0"/>
      <c:txPr>
        <ns1:bodyPr anchorCtr="1"/>
        <ns1:lstStyle/>
        <ns1:p>
          <ns1:pPr>
            <ns1:defRPr sz="1875">
              <ns1:solidFill>
                <ns1:srgbClr val="243C45"/>
              </ns1:solidFill>
              <ns1:latin typeface="Arial"/>
              <ns1:ea typeface="Arial"/>
              <ns1:cs typeface="Arial"/>
            </ns1:defRPr>
          </ns1:pPr>
        </ns1:p>
      </c:txPr>
    </c:title>
    <c:plotArea>
      <c:lineChart>
        <c:grouping val="standard"/>
        <c:varyColors val="0"/>
        <c:ser>
          <c:idx val="0"/>
          <c:order val="0"/>
          <c:tx>
            <c:v>Заявленный уровень</c:v>
          </c:tx>
          <c:spPr>
            <ns1:solidFill>
              <ns1:srgbClr val="AFB9BA"/>
            </ns1:solidFill>
            <ns1:ln w="14288">
              <ns1:solidFill>
                <ns1:srgbClr val="AFB9BA"/>
              </ns1:solidFill>
            </ns1:ln>
          </c:spPr>
          <c:marker>
            <c:symbol val="none"/>
          </c:marker>
          <c:cat>
            <c:strRef>
              <c:f>'Chart Data'!$A$2:$A$6</c:f>
              <c:strCache>
                <c:ptCount val="5"/>
                <c:pt idx="0">
                  <c:v>M1</c:v>
                </c:pt>
                <c:pt idx="1">
                  <c:v>M2</c:v>
                </c:pt>
                <c:pt idx="2">
                  <c:v>M3</c:v>
                </c:pt>
                <c:pt idx="3">
                  <c:v>M4</c:v>
                </c:pt>
                <c:pt idx="4">
                  <c:v>Смесь</c:v>
                </c:pt>
              </c:strCache>
            </c:strRef>
          </c:cat>
          <c:val>
            <c:numRef>
              <c:f>'Chart Data'!$B$2:$B$6</c:f>
              <c:numCache>
                <c:formatCode>0</c:formatCode>
                <c:ptCount val="5"/>
                <c:pt idx="0">
                  <c:v>80</c:v>
                </c:pt>
                <c:pt idx="1">
                  <c:v>80</c:v>
                </c:pt>
                <c:pt idx="2">
                  <c:v>80</c:v>
                </c:pt>
                <c:pt idx="3">
                  <c:v>80</c:v>
                </c:pt>
                <c:pt idx="4">
                  <c:v>80</c:v>
                </c:pt>
              </c:numCache>
            </c:numRef>
          </c:val>
          <c:smooth val="0"/>
        </c:ser>
        <c:ser>
          <c:idx val="1"/>
          <c:order val="1"/>
          <c:tx>
            <c:v>Фактическое покрытие</c:v>
          </c:tx>
          <c:spPr>
            <ns1:solidFill>
              <ns1:srgbClr val="277978"/>
            </ns1:solidFill>
            <ns1:ln w="28575">
              <ns1:solidFill>
                <ns1:srgbClr val="277978"/>
              </ns1:solidFill>
            </ns1:ln>
          </c:spPr>
          <c:marker>
            <c:symbol val="circle"/>
            <c:size val="8"/>
            <c:spPr>
              <ns1:solidFill>
                <ns1:srgbClr val="277978"/>
              </ns1:solidFill>
            </c:spPr>
          </c:marker>
          <c:dLbls>
            <c:numFmt formatCode="0.0" sourceLinked="0"/>
            <c:txPr>
              <ns1:bodyPr anchorCtr="1"/>
              <ns1:lstStyle/>
              <ns1:p>
                <ns1:pPr>
                  <ns1:defRPr sz="1725">
                    <ns1:solidFill>
                      <ns1:srgbClr val="243C45"/>
                    </ns1:solidFill>
                  </ns1:defRPr>
                </ns1:pPr>
              </ns1:p>
            </c:txPr>
            <c:dLblPos val="b"/>
            <c:showLegendKey val="0"/>
            <c:showVal val="1"/>
            <c:showCatName val="0"/>
            <c:showSerName val="0"/>
            <c:showPercent val="0"/>
            <c:showBubbleSize val="0"/>
            <c:showLeaderLines val="0"/>
          </c:dLbls>
          <c:cat>
            <c:strRef>
              <c:f>'Chart Data'!$C$2:$C$6</c:f>
              <c:strCache>
                <c:ptCount val="5"/>
                <c:pt idx="0">
                  <c:v>M1</c:v>
                </c:pt>
                <c:pt idx="1">
                  <c:v>M2</c:v>
                </c:pt>
                <c:pt idx="2">
                  <c:v>M3</c:v>
                </c:pt>
                <c:pt idx="3">
                  <c:v>M4</c:v>
                </c:pt>
                <c:pt idx="4">
                  <c:v>Смесь</c:v>
                </c:pt>
              </c:strCache>
            </c:strRef>
          </c:cat>
          <c:val>
            <c:numRef>
              <c:f>'Chart Data'!$D$2:$D$6</c:f>
              <c:numCache>
                <c:formatCode>0</c:formatCode>
                <c:ptCount val="5"/>
                <c:pt idx="0">
                  <c:v>37.8571</c:v>
                </c:pt>
                <c:pt idx="1">
                  <c:v>52.1429</c:v>
                </c:pt>
                <c:pt idx="2">
                  <c:v>72.1429</c:v>
                </c:pt>
                <c:pt idx="3">
                  <c:v>77.8571</c:v>
                </c:pt>
                <c:pt idx="4">
                  <c:v>70.7143</c:v>
                </c:pt>
              </c:numCache>
            </c:numRef>
          </c:val>
          <c:smooth val="0"/>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ns1:ln w="5715">
            <ns1:solidFill>
              <ns1:srgbClr val="DFE4E1"/>
            </ns1:solidFill>
          </ns1:ln>
        </c:spPr>
        <c:txPr>
          <ns1:bodyPr anchorCtr="1"/>
          <ns1:lstStyle/>
          <ns1:p>
            <ns1:pPr>
              <ns1:defRPr sz="1425">
                <ns1:solidFill>
                  <ns1:srgbClr val="718087"/>
                </ns1:solidFill>
                <ns1:latin typeface="Arial"/>
                <ns1:ea typeface="Arial"/>
                <ns1:cs typeface="Arial"/>
              </ns1:defRPr>
            </ns1:pPr>
          </ns1:p>
        </c:txPr>
        <c:crossAx val="48672768"/>
      </c:catAx>
      <c:valAx>
        <c:axId val="48672768"/>
        <c:scaling>
          <c:orientation val="minMax"/>
          <c:max val="100"/>
          <c:min val="0"/>
        </c:scaling>
        <c:delete val="0"/>
        <c:axPos val="l"/>
        <c:majorGridlines>
          <c:spPr>
            <ns1:ln w="5715">
              <ns1:solidFill>
                <ns1:srgbClr val="DFE4E1"/>
              </ns1:solidFill>
            </ns1:ln>
          </c:spPr>
        </c:majorGridlines>
        <c:numFmt formatCode="0"/>
        <c:majorTickMark val="none"/>
        <c:minorTickMark val="none"/>
        <c:spPr>
          <ns1:ln w="9525">
            <ns1:solidFill>
              <ns1:srgbClr val="D4D4D4"/>
            </ns1:solidFill>
            <ns1:prstDash val="solid"/>
          </ns1:ln>
        </c:spPr>
        <c:txPr>
          <ns1:bodyPr anchorCtr="1"/>
          <ns1:lstStyle/>
          <ns1:p>
            <ns1:pPr>
              <ns1:defRPr sz="1500">
                <ns1:solidFill>
                  <ns1:srgbClr val="718087"/>
                </ns1:solidFill>
                <ns1:latin typeface="Arial"/>
                <ns1:ea typeface="Arial"/>
                <ns1:cs typeface="Arial"/>
              </ns1:defRPr>
            </ns1:pPr>
          </ns1:p>
        </c:txPr>
        <c:crossAx val="48650112"/>
        <c:crossBetween val="between"/>
        <c:majorUnit val="20"/>
      </c:valAx>
      <c:spPr>
        <ns1:solidFill>
          <ns1:srgbClr val="FCFBF8"/>
        </ns1:solidFill>
      </c:spPr>
    </c:plotArea>
    <c:plotVisOnly val="1"/>
    <c:dispBlanksAs val="gap"/>
  </c:chart>
  <c:spPr>
    <ns1:solidFill>
      <ns1:srgbClr val="FCFBF8"/>
    </ns1:solidFill>
  </c:spPr>
  <c:externalData r:id="rIdWorkbook">
    <c:autoUpdate val="0"/>
  </c:externalData>
</c:chartSpace>
</file>

<file path=ppt/slides/charts/chart10.xml><?xml version="1.0" encoding="utf-8"?>
<c:chartSpace xmlns:c="http://schemas.openxmlformats.org/drawingml/2006/chart" xmlns:ns1="http://schemas.openxmlformats.org/drawingml/2006/main" xmlns:r="http://schemas.openxmlformats.org/officeDocument/2006/relationships">
  <c:lang val="en-US"/>
  <c:chart>
    <c:title>
      <c:tx>
        <c:rich>
          <ns1:bodyPr/>
          <ns1:lstStyle/>
          <ns1:p>
            <ns1:r>
              <ns1:rPr sz="1875">
                <ns1:solidFill>
                  <ns1:srgbClr val="243C45"/>
                </ns1:solidFill>
                <ns1:latin typeface="Arial"/>
                <ns1:ea typeface="Arial"/>
                <ns1:cs typeface="Arial"/>
              </ns1:rPr>
              <ns1:t>95%-е интервалы, покрытие в %</ns1:t>
            </ns1:r>
          </ns1:p>
        </c:rich>
      </c:tx>
      <c:overlay val="0"/>
      <c:txPr>
        <ns1:bodyPr anchorCtr="1"/>
        <ns1:lstStyle/>
        <ns1:p>
          <ns1:pPr>
            <ns1:defRPr sz="1875">
              <ns1:solidFill>
                <ns1:srgbClr val="243C45"/>
              </ns1:solidFill>
              <ns1:latin typeface="Arial"/>
              <ns1:ea typeface="Arial"/>
              <ns1:cs typeface="Arial"/>
            </ns1:defRPr>
          </ns1:pPr>
        </ns1:p>
      </c:txPr>
    </c:title>
    <c:plotArea>
      <c:lineChart>
        <c:grouping val="standard"/>
        <c:varyColors val="0"/>
        <c:ser>
          <c:idx val="0"/>
          <c:order val="0"/>
          <c:tx>
            <c:v>Заявленный уровень</c:v>
          </c:tx>
          <c:spPr>
            <ns1:solidFill>
              <ns1:srgbClr val="AFB9BA"/>
            </ns1:solidFill>
            <ns1:ln w="14288">
              <ns1:solidFill>
                <ns1:srgbClr val="AFB9BA"/>
              </ns1:solidFill>
            </ns1:ln>
          </c:spPr>
          <c:marker>
            <c:symbol val="none"/>
          </c:marker>
          <c:cat>
            <c:strRef>
              <c:f>'Chart Data'!$A$2:$A$6</c:f>
              <c:strCache>
                <c:ptCount val="5"/>
                <c:pt idx="0">
                  <c:v>M1</c:v>
                </c:pt>
                <c:pt idx="1">
                  <c:v>M2</c:v>
                </c:pt>
                <c:pt idx="2">
                  <c:v>M3</c:v>
                </c:pt>
                <c:pt idx="3">
                  <c:v>M4</c:v>
                </c:pt>
                <c:pt idx="4">
                  <c:v>Смесь</c:v>
                </c:pt>
              </c:strCache>
            </c:strRef>
          </c:cat>
          <c:val>
            <c:numRef>
              <c:f>'Chart Data'!$B$2:$B$6</c:f>
              <c:numCache>
                <c:formatCode>0</c:formatCode>
                <c:ptCount val="5"/>
                <c:pt idx="0">
                  <c:v>95</c:v>
                </c:pt>
                <c:pt idx="1">
                  <c:v>95</c:v>
                </c:pt>
                <c:pt idx="2">
                  <c:v>95</c:v>
                </c:pt>
                <c:pt idx="3">
                  <c:v>95</c:v>
                </c:pt>
                <c:pt idx="4">
                  <c:v>95</c:v>
                </c:pt>
              </c:numCache>
            </c:numRef>
          </c:val>
          <c:smooth val="0"/>
        </c:ser>
        <c:ser>
          <c:idx val="1"/>
          <c:order val="1"/>
          <c:tx>
            <c:v>Фактическое покрытие</c:v>
          </c:tx>
          <c:spPr>
            <ns1:solidFill>
              <ns1:srgbClr val="277978"/>
            </ns1:solidFill>
            <ns1:ln w="28575">
              <ns1:solidFill>
                <ns1:srgbClr val="277978"/>
              </ns1:solidFill>
            </ns1:ln>
          </c:spPr>
          <c:marker>
            <c:symbol val="circle"/>
            <c:size val="8"/>
            <c:spPr>
              <ns1:solidFill>
                <ns1:srgbClr val="277978"/>
              </ns1:solidFill>
            </c:spPr>
          </c:marker>
          <c:dLbls>
            <c:numFmt formatCode="0.0" sourceLinked="0"/>
            <c:txPr>
              <ns1:bodyPr anchorCtr="1"/>
              <ns1:lstStyle/>
              <ns1:p>
                <ns1:pPr>
                  <ns1:defRPr sz="1725">
                    <ns1:solidFill>
                      <ns1:srgbClr val="243C45"/>
                    </ns1:solidFill>
                  </ns1:defRPr>
                </ns1:pPr>
              </ns1:p>
            </c:txPr>
            <c:dLblPos val="b"/>
            <c:showLegendKey val="0"/>
            <c:showVal val="1"/>
            <c:showCatName val="0"/>
            <c:showSerName val="0"/>
            <c:showPercent val="0"/>
            <c:showBubbleSize val="0"/>
            <c:showLeaderLines val="0"/>
          </c:dLbls>
          <c:cat>
            <c:strRef>
              <c:f>'Chart Data'!$C$2:$C$6</c:f>
              <c:strCache>
                <c:ptCount val="5"/>
                <c:pt idx="0">
                  <c:v>M1</c:v>
                </c:pt>
                <c:pt idx="1">
                  <c:v>M2</c:v>
                </c:pt>
                <c:pt idx="2">
                  <c:v>M3</c:v>
                </c:pt>
                <c:pt idx="3">
                  <c:v>M4</c:v>
                </c:pt>
                <c:pt idx="4">
                  <c:v>Смесь</c:v>
                </c:pt>
              </c:strCache>
            </c:strRef>
          </c:cat>
          <c:val>
            <c:numRef>
              <c:f>'Chart Data'!$D$2:$D$6</c:f>
              <c:numCache>
                <c:formatCode>0</c:formatCode>
                <c:ptCount val="5"/>
                <c:pt idx="0">
                  <c:v>54.6429</c:v>
                </c:pt>
                <c:pt idx="1">
                  <c:v>77.1429</c:v>
                </c:pt>
                <c:pt idx="2">
                  <c:v>90</c:v>
                </c:pt>
                <c:pt idx="3">
                  <c:v>91.7857</c:v>
                </c:pt>
                <c:pt idx="4">
                  <c:v>90</c:v>
                </c:pt>
              </c:numCache>
            </c:numRef>
          </c:val>
          <c:smooth val="0"/>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ns1:ln w="5715">
            <ns1:solidFill>
              <ns1:srgbClr val="DFE4E1"/>
            </ns1:solidFill>
          </ns1:ln>
        </c:spPr>
        <c:txPr>
          <ns1:bodyPr anchorCtr="1"/>
          <ns1:lstStyle/>
          <ns1:p>
            <ns1:pPr>
              <ns1:defRPr sz="1425">
                <ns1:solidFill>
                  <ns1:srgbClr val="718087"/>
                </ns1:solidFill>
                <ns1:latin typeface="Arial"/>
                <ns1:ea typeface="Arial"/>
                <ns1:cs typeface="Arial"/>
              </ns1:defRPr>
            </ns1:pPr>
          </ns1:p>
        </c:txPr>
        <c:crossAx val="48672768"/>
      </c:catAx>
      <c:valAx>
        <c:axId val="48672768"/>
        <c:scaling>
          <c:orientation val="minMax"/>
          <c:max val="100"/>
          <c:min val="0"/>
        </c:scaling>
        <c:delete val="0"/>
        <c:axPos val="l"/>
        <c:majorGridlines>
          <c:spPr>
            <ns1:ln w="5715">
              <ns1:solidFill>
                <ns1:srgbClr val="DFE4E1"/>
              </ns1:solidFill>
            </ns1:ln>
          </c:spPr>
        </c:majorGridlines>
        <c:numFmt formatCode="0"/>
        <c:majorTickMark val="none"/>
        <c:minorTickMark val="none"/>
        <c:spPr>
          <ns1:ln w="9525">
            <ns1:solidFill>
              <ns1:srgbClr val="D4D4D4"/>
            </ns1:solidFill>
            <ns1:prstDash val="solid"/>
          </ns1:ln>
        </c:spPr>
        <c:txPr>
          <ns1:bodyPr anchorCtr="1"/>
          <ns1:lstStyle/>
          <ns1:p>
            <ns1:pPr>
              <ns1:defRPr sz="1500">
                <ns1:solidFill>
                  <ns1:srgbClr val="718087"/>
                </ns1:solidFill>
                <ns1:latin typeface="Arial"/>
                <ns1:ea typeface="Arial"/>
                <ns1:cs typeface="Arial"/>
              </ns1:defRPr>
            </ns1:pPr>
          </ns1:p>
        </c:txPr>
        <c:crossAx val="48650112"/>
        <c:crossBetween val="between"/>
        <c:majorUnit val="20"/>
      </c:valAx>
      <c:spPr>
        <ns1:solidFill>
          <ns1:srgbClr val="FCFBF8"/>
        </ns1:solidFill>
      </c:spPr>
    </c:plotArea>
    <c:plotVisOnly val="1"/>
    <c:dispBlanksAs val="gap"/>
  </c:chart>
  <c:spPr>
    <ns1:solidFill>
      <ns1:srgbClr val="FCFBF8"/>
    </ns1:solidFill>
  </c:spPr>
  <c:externalData r:id="rIdWorkbook">
    <c:autoUpdate val="0"/>
  </c:externalData>
</c:chartSpace>
</file>

<file path=ppt/slides/slide1.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8" name="page-number">
            <a:extLst xmlns:a="http://schemas.openxmlformats.org/drawingml/2006/main">
              <a:ext uri="{FF2B5EF4-FFF2-40B4-BE49-F238E27FC236}">
                <a16:creationId xmlns:a16="http://schemas.microsoft.com/office/drawing/2014/main" id="{4B4A413D-42BC-4929-B842-3258BD953171}"/>
              </a:ext>
            </a:extLst>
          </p:cNvPr>
          <p:cNvSpPr>
            <a:spLocks xmlns:a="http://schemas.openxmlformats.org/drawingml/2006/main" noGrp="1"/>
          </p:cNvSpPr>
          <p:nvPr/>
        </p:nvSpPr>
        <p:spPr>
          <a:xfrm xmlns:a="http://schemas.openxmlformats.org/drawingml/2006/main">
            <a:off x="11077575" y="638175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718087"/>
                </a:solidFill>
                <a:latin typeface="Arial"/>
                <a:ea typeface="Arial"/>
                <a:cs typeface="Arial"/>
              </a:defRPr>
            </a:defPPr>
            <a:lvl1pPr>
              <a:defRPr sz="1350" b="0">
                <a:solidFill>
                  <a:srgbClr val="718087"/>
                </a:solidFill>
                <a:latin typeface="Arial"/>
                <a:ea typeface="Arial"/>
                <a:cs typeface="Arial"/>
              </a:defRPr>
            </a:lvl1pPr>
            <a:lvl2pPr>
              <a:defRPr sz="1350" b="0">
                <a:solidFill>
                  <a:srgbClr val="718087"/>
                </a:solidFill>
                <a:latin typeface="Arial"/>
                <a:ea typeface="Arial"/>
                <a:cs typeface="Arial"/>
              </a:defRPr>
            </a:lvl2pPr>
            <a:lvl3pPr>
              <a:defRPr sz="1350" b="0">
                <a:solidFill>
                  <a:srgbClr val="718087"/>
                </a:solidFill>
                <a:latin typeface="Arial"/>
                <a:ea typeface="Arial"/>
                <a:cs typeface="Arial"/>
              </a:defRPr>
            </a:lvl3pPr>
            <a:lvl4pPr>
              <a:defRPr sz="1350" b="0">
                <a:solidFill>
                  <a:srgbClr val="718087"/>
                </a:solidFill>
                <a:latin typeface="Arial"/>
                <a:ea typeface="Arial"/>
                <a:cs typeface="Arial"/>
              </a:defRPr>
            </a:lvl4pPr>
            <a:lvl5pPr>
              <a:defRPr sz="1350" b="0">
                <a:solidFill>
                  <a:srgbClr val="718087"/>
                </a:solidFill>
                <a:latin typeface="Arial"/>
                <a:ea typeface="Arial"/>
                <a:cs typeface="Arial"/>
              </a:defRPr>
            </a:lvl5pPr>
            <a:lvl6pPr>
              <a:defRPr sz="1350" b="0">
                <a:solidFill>
                  <a:srgbClr val="718087"/>
                </a:solidFill>
                <a:latin typeface="Arial"/>
                <a:ea typeface="Arial"/>
                <a:cs typeface="Arial"/>
              </a:defRPr>
            </a:lvl6pPr>
            <a:lvl7pPr>
              <a:defRPr sz="1350" b="0">
                <a:solidFill>
                  <a:srgbClr val="718087"/>
                </a:solidFill>
                <a:latin typeface="Arial"/>
                <a:ea typeface="Arial"/>
                <a:cs typeface="Arial"/>
              </a:defRPr>
            </a:lvl7pPr>
            <a:lvl8pPr>
              <a:defRPr sz="1350" b="0">
                <a:solidFill>
                  <a:srgbClr val="718087"/>
                </a:solidFill>
                <a:latin typeface="Arial"/>
                <a:ea typeface="Arial"/>
                <a:cs typeface="Arial"/>
              </a:defRPr>
            </a:lvl8pPr>
            <a:lvl9pPr>
              <a:defRPr sz="1350" b="0">
                <a:solidFill>
                  <a:srgbClr val="718087"/>
                </a:solidFill>
                <a:latin typeface="Arial"/>
                <a:ea typeface="Arial"/>
                <a:cs typeface="Arial"/>
              </a:defRPr>
            </a:lvl9pPr>
          </a:lstStyle>
          <a:p xmlns:a="http://schemas.openxmlformats.org/drawingml/2006/main">
            <a:pPr>
              <a:defRPr sz="1350" b="0">
                <a:solidFill>
                  <a:srgbClr val="718087"/>
                </a:solidFill>
                <a:latin typeface="Arial"/>
                <a:ea typeface="Arial"/>
                <a:cs typeface="Arial"/>
              </a:defRPr>
            </a:pPr>
            <a:r>
              <a:rPr sz="1350" b="0">
                <a:solidFill>
                  <a:srgbClr val="718087"/>
                </a:solidFill>
                <a:latin typeface="Arial"/>
                <a:ea typeface="Arial"/>
                <a:cs typeface="Arial"/>
              </a:rPr>
              <a:t>01</a:t>
            </a:r>
          </a:p>
        </p:txBody>
      </p:sp>
      <p:sp>
        <p:nvSpPr>
          <p:cNvPr id="2" name="project-label">
            <a:extLst xmlns:a="http://schemas.openxmlformats.org/drawingml/2006/main">
              <a:ext uri="{FF2B5EF4-FFF2-40B4-BE49-F238E27FC236}">
                <a16:creationId xmlns:a16="http://schemas.microsoft.com/office/drawing/2014/main" id="{81933A71-3A65-407C-BAF8-545D09E712D2}"/>
              </a:ext>
            </a:extLst>
          </p:cNvPr>
          <p:cNvSpPr>
            <a:spLocks xmlns:a="http://schemas.openxmlformats.org/drawingml/2006/main" noGrp="1"/>
          </p:cNvSpPr>
          <p:nvPr/>
        </p:nvSpPr>
        <p:spPr>
          <a:xfrm xmlns:a="http://schemas.openxmlformats.org/drawingml/2006/main">
            <a:off x="685800" y="666750"/>
            <a:ext cx="857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50" b="0">
                <a:solidFill>
                  <a:srgbClr val="718087"/>
                </a:solidFill>
                <a:latin typeface="Arial"/>
                <a:ea typeface="Arial"/>
                <a:cs typeface="Arial"/>
              </a:defRPr>
            </a:defPPr>
            <a:lvl1pPr>
              <a:defRPr sz="1650" b="0">
                <a:solidFill>
                  <a:srgbClr val="718087"/>
                </a:solidFill>
                <a:latin typeface="Arial"/>
                <a:ea typeface="Arial"/>
                <a:cs typeface="Arial"/>
              </a:defRPr>
            </a:lvl1pPr>
            <a:lvl2pPr>
              <a:defRPr sz="1650" b="0">
                <a:solidFill>
                  <a:srgbClr val="718087"/>
                </a:solidFill>
                <a:latin typeface="Arial"/>
                <a:ea typeface="Arial"/>
                <a:cs typeface="Arial"/>
              </a:defRPr>
            </a:lvl2pPr>
            <a:lvl3pPr>
              <a:defRPr sz="1650" b="0">
                <a:solidFill>
                  <a:srgbClr val="718087"/>
                </a:solidFill>
                <a:latin typeface="Arial"/>
                <a:ea typeface="Arial"/>
                <a:cs typeface="Arial"/>
              </a:defRPr>
            </a:lvl3pPr>
            <a:lvl4pPr>
              <a:defRPr sz="1650" b="0">
                <a:solidFill>
                  <a:srgbClr val="718087"/>
                </a:solidFill>
                <a:latin typeface="Arial"/>
                <a:ea typeface="Arial"/>
                <a:cs typeface="Arial"/>
              </a:defRPr>
            </a:lvl4pPr>
            <a:lvl5pPr>
              <a:defRPr sz="1650" b="0">
                <a:solidFill>
                  <a:srgbClr val="718087"/>
                </a:solidFill>
                <a:latin typeface="Arial"/>
                <a:ea typeface="Arial"/>
                <a:cs typeface="Arial"/>
              </a:defRPr>
            </a:lvl5pPr>
            <a:lvl6pPr>
              <a:defRPr sz="1650" b="0">
                <a:solidFill>
                  <a:srgbClr val="718087"/>
                </a:solidFill>
                <a:latin typeface="Arial"/>
                <a:ea typeface="Arial"/>
                <a:cs typeface="Arial"/>
              </a:defRPr>
            </a:lvl6pPr>
            <a:lvl7pPr>
              <a:defRPr sz="1650" b="0">
                <a:solidFill>
                  <a:srgbClr val="718087"/>
                </a:solidFill>
                <a:latin typeface="Arial"/>
                <a:ea typeface="Arial"/>
                <a:cs typeface="Arial"/>
              </a:defRPr>
            </a:lvl7pPr>
            <a:lvl8pPr>
              <a:defRPr sz="1650" b="0">
                <a:solidFill>
                  <a:srgbClr val="718087"/>
                </a:solidFill>
                <a:latin typeface="Arial"/>
                <a:ea typeface="Arial"/>
                <a:cs typeface="Arial"/>
              </a:defRPr>
            </a:lvl8pPr>
            <a:lvl9pPr>
              <a:defRPr sz="1650" b="0">
                <a:solidFill>
                  <a:srgbClr val="718087"/>
                </a:solidFill>
                <a:latin typeface="Arial"/>
                <a:ea typeface="Arial"/>
                <a:cs typeface="Arial"/>
              </a:defRPr>
            </a:lvl9pPr>
          </a:lstStyle>
          <a:p xmlns:a="http://schemas.openxmlformats.org/drawingml/2006/main">
            <a:pPr>
              <a:defRPr sz="1650" b="0">
                <a:solidFill>
                  <a:srgbClr val="718087"/>
                </a:solidFill>
                <a:latin typeface="Arial"/>
                <a:ea typeface="Arial"/>
                <a:cs typeface="Arial"/>
              </a:defRPr>
            </a:pPr>
            <a:r>
              <a:rPr sz="1650" b="0">
                <a:solidFill>
                  <a:srgbClr val="718087"/>
                </a:solidFill>
                <a:latin typeface="Arial"/>
                <a:ea typeface="Arial"/>
                <a:cs typeface="Arial"/>
              </a:rPr>
              <a:t>ПРОЕКТ ПО ПРОГНОЗИРОВАНИЮ</a:t>
            </a:r>
          </a:p>
        </p:txBody>
      </p:sp>
      <p:sp>
        <p:nvSpPr>
          <p:cNvPr id="3" name="main-title">
            <a:extLst xmlns:a="http://schemas.openxmlformats.org/drawingml/2006/main">
              <a:ext uri="{FF2B5EF4-FFF2-40B4-BE49-F238E27FC236}">
                <a16:creationId xmlns:a16="http://schemas.microsoft.com/office/drawing/2014/main" id="{B570F154-A3A1-4C88-AC24-1A9BA74178C6}"/>
              </a:ext>
            </a:extLst>
          </p:cNvPr>
          <p:cNvSpPr>
            <a:spLocks xmlns:a="http://schemas.openxmlformats.org/drawingml/2006/main" noGrp="1"/>
          </p:cNvSpPr>
          <p:nvPr/>
        </p:nvSpPr>
        <p:spPr>
          <a:xfrm xmlns:a="http://schemas.openxmlformats.org/drawingml/2006/main">
            <a:off x="685800" y="1495425"/>
            <a:ext cx="10477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5100" b="0">
                <a:solidFill>
                  <a:srgbClr val="243C45"/>
                </a:solidFill>
                <a:latin typeface="Arial"/>
                <a:ea typeface="Arial"/>
                <a:cs typeface="Arial"/>
              </a:defRPr>
            </a:defPPr>
            <a:lvl1pPr>
              <a:defRPr sz="5100" b="0">
                <a:solidFill>
                  <a:srgbClr val="243C45"/>
                </a:solidFill>
                <a:latin typeface="Arial"/>
                <a:ea typeface="Arial"/>
                <a:cs typeface="Arial"/>
              </a:defRPr>
            </a:lvl1pPr>
            <a:lvl2pPr>
              <a:defRPr sz="5100" b="0">
                <a:solidFill>
                  <a:srgbClr val="243C45"/>
                </a:solidFill>
                <a:latin typeface="Arial"/>
                <a:ea typeface="Arial"/>
                <a:cs typeface="Arial"/>
              </a:defRPr>
            </a:lvl2pPr>
            <a:lvl3pPr>
              <a:defRPr sz="5100" b="0">
                <a:solidFill>
                  <a:srgbClr val="243C45"/>
                </a:solidFill>
                <a:latin typeface="Arial"/>
                <a:ea typeface="Arial"/>
                <a:cs typeface="Arial"/>
              </a:defRPr>
            </a:lvl3pPr>
            <a:lvl4pPr>
              <a:defRPr sz="5100" b="0">
                <a:solidFill>
                  <a:srgbClr val="243C45"/>
                </a:solidFill>
                <a:latin typeface="Arial"/>
                <a:ea typeface="Arial"/>
                <a:cs typeface="Arial"/>
              </a:defRPr>
            </a:lvl4pPr>
            <a:lvl5pPr>
              <a:defRPr sz="5100" b="0">
                <a:solidFill>
                  <a:srgbClr val="243C45"/>
                </a:solidFill>
                <a:latin typeface="Arial"/>
                <a:ea typeface="Arial"/>
                <a:cs typeface="Arial"/>
              </a:defRPr>
            </a:lvl5pPr>
            <a:lvl6pPr>
              <a:defRPr sz="5100" b="0">
                <a:solidFill>
                  <a:srgbClr val="243C45"/>
                </a:solidFill>
                <a:latin typeface="Arial"/>
                <a:ea typeface="Arial"/>
                <a:cs typeface="Arial"/>
              </a:defRPr>
            </a:lvl6pPr>
            <a:lvl7pPr>
              <a:defRPr sz="5100" b="0">
                <a:solidFill>
                  <a:srgbClr val="243C45"/>
                </a:solidFill>
                <a:latin typeface="Arial"/>
                <a:ea typeface="Arial"/>
                <a:cs typeface="Arial"/>
              </a:defRPr>
            </a:lvl7pPr>
            <a:lvl8pPr>
              <a:defRPr sz="5100" b="0">
                <a:solidFill>
                  <a:srgbClr val="243C45"/>
                </a:solidFill>
                <a:latin typeface="Arial"/>
                <a:ea typeface="Arial"/>
                <a:cs typeface="Arial"/>
              </a:defRPr>
            </a:lvl8pPr>
            <a:lvl9pPr>
              <a:defRPr sz="5100" b="0">
                <a:solidFill>
                  <a:srgbClr val="243C45"/>
                </a:solidFill>
                <a:latin typeface="Arial"/>
                <a:ea typeface="Arial"/>
                <a:cs typeface="Arial"/>
              </a:defRPr>
            </a:lvl9pPr>
          </a:lstStyle>
          <a:p xmlns:a="http://schemas.openxmlformats.org/drawingml/2006/main">
            <a:pPr>
              <a:defRPr sz="5100" b="0">
                <a:solidFill>
                  <a:srgbClr val="243C45"/>
                </a:solidFill>
                <a:latin typeface="Arial"/>
                <a:ea typeface="Arial"/>
                <a:cs typeface="Arial"/>
              </a:defRPr>
            </a:pPr>
            <a:r>
              <a:rPr sz="5100" b="0">
                <a:solidFill>
                  <a:srgbClr val="243C45"/>
                </a:solidFill>
                <a:latin typeface="Arial"/>
                <a:ea typeface="Arial"/>
                <a:cs typeface="Arial"/>
              </a:rPr>
              <a:t>Ленин и Сталин</a:t>
            </a:r>
          </a:p>
          <a:p xmlns:a="http://schemas.openxmlformats.org/drawingml/2006/main">
            <a:pPr>
              <a:defRPr sz="5100" b="0">
                <a:solidFill>
                  <a:srgbClr val="243C45"/>
                </a:solidFill>
                <a:latin typeface="Arial"/>
                <a:ea typeface="Arial"/>
                <a:cs typeface="Arial"/>
              </a:defRPr>
            </a:pPr>
            <a:r>
              <a:rPr sz="5100" b="0">
                <a:solidFill>
                  <a:srgbClr val="243C45"/>
                </a:solidFill>
                <a:latin typeface="Arial"/>
                <a:ea typeface="Arial"/>
                <a:cs typeface="Arial"/>
              </a:rPr>
              <a:t>в телеэфире</a:t>
            </a:r>
          </a:p>
        </p:txBody>
      </p:sp>
      <p:sp>
        <p:nvSpPr>
          <p:cNvPr id="4" name="motivation">
            <a:extLst xmlns:a="http://schemas.openxmlformats.org/drawingml/2006/main">
              <a:ext uri="{FF2B5EF4-FFF2-40B4-BE49-F238E27FC236}">
                <a16:creationId xmlns:a16="http://schemas.microsoft.com/office/drawing/2014/main" id="{1F9BDA92-FA90-4C97-8FC3-CDEF7DD8AE9A}"/>
              </a:ext>
            </a:extLst>
          </p:cNvPr>
          <p:cNvSpPr>
            <a:spLocks xmlns:a="http://schemas.openxmlformats.org/drawingml/2006/main" noGrp="1"/>
          </p:cNvSpPr>
          <p:nvPr/>
        </p:nvSpPr>
        <p:spPr>
          <a:xfrm xmlns:a="http://schemas.openxmlformats.org/drawingml/2006/main">
            <a:off x="723900" y="3476625"/>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0">
                <a:solidFill>
                  <a:srgbClr val="243C45"/>
                </a:solidFill>
                <a:latin typeface="Arial"/>
                <a:ea typeface="Arial"/>
                <a:cs typeface="Arial"/>
              </a:defRPr>
            </a:defPPr>
            <a:lvl1pPr>
              <a:defRPr sz="2250" b="0">
                <a:solidFill>
                  <a:srgbClr val="243C45"/>
                </a:solidFill>
                <a:latin typeface="Arial"/>
                <a:ea typeface="Arial"/>
                <a:cs typeface="Arial"/>
              </a:defRPr>
            </a:lvl1pPr>
            <a:lvl2pPr>
              <a:defRPr sz="2250" b="0">
                <a:solidFill>
                  <a:srgbClr val="243C45"/>
                </a:solidFill>
                <a:latin typeface="Arial"/>
                <a:ea typeface="Arial"/>
                <a:cs typeface="Arial"/>
              </a:defRPr>
            </a:lvl2pPr>
            <a:lvl3pPr>
              <a:defRPr sz="2250" b="0">
                <a:solidFill>
                  <a:srgbClr val="243C45"/>
                </a:solidFill>
                <a:latin typeface="Arial"/>
                <a:ea typeface="Arial"/>
                <a:cs typeface="Arial"/>
              </a:defRPr>
            </a:lvl3pPr>
            <a:lvl4pPr>
              <a:defRPr sz="2250" b="0">
                <a:solidFill>
                  <a:srgbClr val="243C45"/>
                </a:solidFill>
                <a:latin typeface="Arial"/>
                <a:ea typeface="Arial"/>
                <a:cs typeface="Arial"/>
              </a:defRPr>
            </a:lvl4pPr>
            <a:lvl5pPr>
              <a:defRPr sz="2250" b="0">
                <a:solidFill>
                  <a:srgbClr val="243C45"/>
                </a:solidFill>
                <a:latin typeface="Arial"/>
                <a:ea typeface="Arial"/>
                <a:cs typeface="Arial"/>
              </a:defRPr>
            </a:lvl5pPr>
            <a:lvl6pPr>
              <a:defRPr sz="2250" b="0">
                <a:solidFill>
                  <a:srgbClr val="243C45"/>
                </a:solidFill>
                <a:latin typeface="Arial"/>
                <a:ea typeface="Arial"/>
                <a:cs typeface="Arial"/>
              </a:defRPr>
            </a:lvl6pPr>
            <a:lvl7pPr>
              <a:defRPr sz="2250" b="0">
                <a:solidFill>
                  <a:srgbClr val="243C45"/>
                </a:solidFill>
                <a:latin typeface="Arial"/>
                <a:ea typeface="Arial"/>
                <a:cs typeface="Arial"/>
              </a:defRPr>
            </a:lvl7pPr>
            <a:lvl8pPr>
              <a:defRPr sz="2250" b="0">
                <a:solidFill>
                  <a:srgbClr val="243C45"/>
                </a:solidFill>
                <a:latin typeface="Arial"/>
                <a:ea typeface="Arial"/>
                <a:cs typeface="Arial"/>
              </a:defRPr>
            </a:lvl8pPr>
            <a:lvl9pPr>
              <a:defRPr sz="2250" b="0">
                <a:solidFill>
                  <a:srgbClr val="243C45"/>
                </a:solidFill>
                <a:latin typeface="Arial"/>
                <a:ea typeface="Arial"/>
                <a:cs typeface="Arial"/>
              </a:defRPr>
            </a:lvl9pPr>
          </a:lstStyle>
          <a:p xmlns:a="http://schemas.openxmlformats.org/drawingml/2006/main">
            <a:pPr>
              <a:defRPr sz="2250" b="0">
                <a:solidFill>
                  <a:srgbClr val="243C45"/>
                </a:solidFill>
                <a:latin typeface="Arial"/>
                <a:ea typeface="Arial"/>
                <a:cs typeface="Arial"/>
              </a:defRPr>
            </a:pPr>
            <a:r>
              <a:rPr sz="2250" b="0">
                <a:solidFill>
                  <a:srgbClr val="243C45"/>
                </a:solidFill>
                <a:latin typeface="Arial"/>
                <a:ea typeface="Arial"/>
                <a:cs typeface="Arial"/>
              </a:rPr>
              <a:t>Прогнозируем присутствие советских лидеров</a:t>
            </a:r>
          </a:p>
          <a:p xmlns:a="http://schemas.openxmlformats.org/drawingml/2006/main">
            <a:pPr>
              <a:defRPr sz="2250" b="0">
                <a:solidFill>
                  <a:srgbClr val="243C45"/>
                </a:solidFill>
                <a:latin typeface="Arial"/>
                <a:ea typeface="Arial"/>
                <a:cs typeface="Arial"/>
              </a:defRPr>
            </a:pPr>
            <a:r>
              <a:rPr sz="2250" b="0">
                <a:solidFill>
                  <a:srgbClr val="243C45"/>
                </a:solidFill>
                <a:latin typeface="Arial"/>
                <a:ea typeface="Arial"/>
                <a:cs typeface="Arial"/>
              </a:rPr>
              <a:t>в телевизионной риторике</a:t>
            </a:r>
          </a:p>
        </p:txBody>
      </p:sp>
      <p:sp>
        <p:nvSpPr>
          <p:cNvPr id="5" name="targets">
            <a:extLst xmlns:a="http://schemas.openxmlformats.org/drawingml/2006/main">
              <a:ext uri="{FF2B5EF4-FFF2-40B4-BE49-F238E27FC236}">
                <a16:creationId xmlns:a16="http://schemas.microsoft.com/office/drawing/2014/main" id="{3E1194D4-32E5-486E-A941-6B96F101DCAA}"/>
              </a:ext>
            </a:extLst>
          </p:cNvPr>
          <p:cNvSpPr>
            <a:spLocks xmlns:a="http://schemas.openxmlformats.org/drawingml/2006/main" noGrp="1"/>
          </p:cNvSpPr>
          <p:nvPr/>
        </p:nvSpPr>
        <p:spPr>
          <a:xfrm xmlns:a="http://schemas.openxmlformats.org/drawingml/2006/main">
            <a:off x="723900" y="454342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b="0">
                <a:solidFill>
                  <a:srgbClr val="243C45"/>
                </a:solidFill>
                <a:latin typeface="Arial"/>
                <a:ea typeface="Arial"/>
                <a:cs typeface="Arial"/>
              </a:defRPr>
            </a:defPPr>
            <a:lvl1pPr>
              <a:defRPr sz="1875" b="0">
                <a:solidFill>
                  <a:srgbClr val="243C45"/>
                </a:solidFill>
                <a:latin typeface="Arial"/>
                <a:ea typeface="Arial"/>
                <a:cs typeface="Arial"/>
              </a:defRPr>
            </a:lvl1pPr>
            <a:lvl2pPr>
              <a:defRPr sz="1875" b="0">
                <a:solidFill>
                  <a:srgbClr val="243C45"/>
                </a:solidFill>
                <a:latin typeface="Arial"/>
                <a:ea typeface="Arial"/>
                <a:cs typeface="Arial"/>
              </a:defRPr>
            </a:lvl2pPr>
            <a:lvl3pPr>
              <a:defRPr sz="1875" b="0">
                <a:solidFill>
                  <a:srgbClr val="243C45"/>
                </a:solidFill>
                <a:latin typeface="Arial"/>
                <a:ea typeface="Arial"/>
                <a:cs typeface="Arial"/>
              </a:defRPr>
            </a:lvl3pPr>
            <a:lvl4pPr>
              <a:defRPr sz="1875" b="0">
                <a:solidFill>
                  <a:srgbClr val="243C45"/>
                </a:solidFill>
                <a:latin typeface="Arial"/>
                <a:ea typeface="Arial"/>
                <a:cs typeface="Arial"/>
              </a:defRPr>
            </a:lvl4pPr>
            <a:lvl5pPr>
              <a:defRPr sz="1875" b="0">
                <a:solidFill>
                  <a:srgbClr val="243C45"/>
                </a:solidFill>
                <a:latin typeface="Arial"/>
                <a:ea typeface="Arial"/>
                <a:cs typeface="Arial"/>
              </a:defRPr>
            </a:lvl5pPr>
            <a:lvl6pPr>
              <a:defRPr sz="1875" b="0">
                <a:solidFill>
                  <a:srgbClr val="243C45"/>
                </a:solidFill>
                <a:latin typeface="Arial"/>
                <a:ea typeface="Arial"/>
                <a:cs typeface="Arial"/>
              </a:defRPr>
            </a:lvl6pPr>
            <a:lvl7pPr>
              <a:defRPr sz="1875" b="0">
                <a:solidFill>
                  <a:srgbClr val="243C45"/>
                </a:solidFill>
                <a:latin typeface="Arial"/>
                <a:ea typeface="Arial"/>
                <a:cs typeface="Arial"/>
              </a:defRPr>
            </a:lvl7pPr>
            <a:lvl8pPr>
              <a:defRPr sz="1875" b="0">
                <a:solidFill>
                  <a:srgbClr val="243C45"/>
                </a:solidFill>
                <a:latin typeface="Arial"/>
                <a:ea typeface="Arial"/>
                <a:cs typeface="Arial"/>
              </a:defRPr>
            </a:lvl8pPr>
            <a:lvl9pPr>
              <a:defRPr sz="1875" b="0">
                <a:solidFill>
                  <a:srgbClr val="243C45"/>
                </a:solidFill>
                <a:latin typeface="Arial"/>
                <a:ea typeface="Arial"/>
                <a:cs typeface="Arial"/>
              </a:defRPr>
            </a:lvl9pPr>
          </a:lstStyle>
          <a:p xmlns:a="http://schemas.openxmlformats.org/drawingml/2006/main">
            <a:pPr>
              <a:defRPr sz="1875" b="0">
                <a:solidFill>
                  <a:srgbClr val="243C45"/>
                </a:solidFill>
                <a:latin typeface="Arial"/>
                <a:ea typeface="Arial"/>
                <a:cs typeface="Arial"/>
              </a:defRPr>
            </a:pPr>
            <a:r>
              <a:rPr sz="1875" b="0">
                <a:solidFill>
                  <a:srgbClr val="243C45"/>
                </a:solidFill>
                <a:latin typeface="Arial"/>
                <a:ea typeface="Arial"/>
                <a:cs typeface="Arial"/>
              </a:rPr>
              <a:t>Число упоминаний фамилии и число записей с упоминанием</a:t>
            </a:r>
          </a:p>
        </p:txBody>
      </p:sp>
      <p:sp>
        <p:nvSpPr>
          <p:cNvPr id="6" name="forecast-period">
            <a:extLst xmlns:a="http://schemas.openxmlformats.org/drawingml/2006/main">
              <a:ext uri="{FF2B5EF4-FFF2-40B4-BE49-F238E27FC236}">
                <a16:creationId xmlns:a16="http://schemas.microsoft.com/office/drawing/2014/main" id="{46E9D97E-F8BA-45FC-A006-7A626E15686E}"/>
              </a:ext>
            </a:extLst>
          </p:cNvPr>
          <p:cNvSpPr>
            <a:spLocks xmlns:a="http://schemas.openxmlformats.org/drawingml/2006/main" noGrp="1"/>
          </p:cNvSpPr>
          <p:nvPr/>
        </p:nvSpPr>
        <p:spPr>
          <a:xfrm xmlns:a="http://schemas.openxmlformats.org/drawingml/2006/main">
            <a:off x="723900" y="5191125"/>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0">
                <a:solidFill>
                  <a:srgbClr val="277978"/>
                </a:solidFill>
                <a:latin typeface="Arial"/>
                <a:ea typeface="Arial"/>
                <a:cs typeface="Arial"/>
              </a:defRPr>
            </a:defPPr>
            <a:lvl1pPr>
              <a:defRPr sz="2250" b="0">
                <a:solidFill>
                  <a:srgbClr val="277978"/>
                </a:solidFill>
                <a:latin typeface="Arial"/>
                <a:ea typeface="Arial"/>
                <a:cs typeface="Arial"/>
              </a:defRPr>
            </a:lvl1pPr>
            <a:lvl2pPr>
              <a:defRPr sz="2250" b="0">
                <a:solidFill>
                  <a:srgbClr val="277978"/>
                </a:solidFill>
                <a:latin typeface="Arial"/>
                <a:ea typeface="Arial"/>
                <a:cs typeface="Arial"/>
              </a:defRPr>
            </a:lvl2pPr>
            <a:lvl3pPr>
              <a:defRPr sz="2250" b="0">
                <a:solidFill>
                  <a:srgbClr val="277978"/>
                </a:solidFill>
                <a:latin typeface="Arial"/>
                <a:ea typeface="Arial"/>
                <a:cs typeface="Arial"/>
              </a:defRPr>
            </a:lvl3pPr>
            <a:lvl4pPr>
              <a:defRPr sz="2250" b="0">
                <a:solidFill>
                  <a:srgbClr val="277978"/>
                </a:solidFill>
                <a:latin typeface="Arial"/>
                <a:ea typeface="Arial"/>
                <a:cs typeface="Arial"/>
              </a:defRPr>
            </a:lvl4pPr>
            <a:lvl5pPr>
              <a:defRPr sz="2250" b="0">
                <a:solidFill>
                  <a:srgbClr val="277978"/>
                </a:solidFill>
                <a:latin typeface="Arial"/>
                <a:ea typeface="Arial"/>
                <a:cs typeface="Arial"/>
              </a:defRPr>
            </a:lvl5pPr>
            <a:lvl6pPr>
              <a:defRPr sz="2250" b="0">
                <a:solidFill>
                  <a:srgbClr val="277978"/>
                </a:solidFill>
                <a:latin typeface="Arial"/>
                <a:ea typeface="Arial"/>
                <a:cs typeface="Arial"/>
              </a:defRPr>
            </a:lvl6pPr>
            <a:lvl7pPr>
              <a:defRPr sz="2250" b="0">
                <a:solidFill>
                  <a:srgbClr val="277978"/>
                </a:solidFill>
                <a:latin typeface="Arial"/>
                <a:ea typeface="Arial"/>
                <a:cs typeface="Arial"/>
              </a:defRPr>
            </a:lvl7pPr>
            <a:lvl8pPr>
              <a:defRPr sz="2250" b="0">
                <a:solidFill>
                  <a:srgbClr val="277978"/>
                </a:solidFill>
                <a:latin typeface="Arial"/>
                <a:ea typeface="Arial"/>
                <a:cs typeface="Arial"/>
              </a:defRPr>
            </a:lvl8pPr>
            <a:lvl9pPr>
              <a:defRPr sz="2250" b="0">
                <a:solidFill>
                  <a:srgbClr val="277978"/>
                </a:solidFill>
                <a:latin typeface="Arial"/>
                <a:ea typeface="Arial"/>
                <a:cs typeface="Arial"/>
              </a:defRPr>
            </a:lvl9pPr>
          </a:lstStyle>
          <a:p xmlns:a="http://schemas.openxmlformats.org/drawingml/2006/main">
            <a:pPr>
              <a:defRPr sz="2250" b="0">
                <a:solidFill>
                  <a:srgbClr val="277978"/>
                </a:solidFill>
                <a:latin typeface="Arial"/>
                <a:ea typeface="Arial"/>
                <a:cs typeface="Arial"/>
              </a:defRPr>
            </a:pPr>
            <a:r>
              <a:rPr sz="2250" b="0">
                <a:solidFill>
                  <a:srgbClr val="277978"/>
                </a:solidFill>
                <a:latin typeface="Arial"/>
                <a:ea typeface="Arial"/>
                <a:cs typeface="Arial"/>
              </a:rPr>
              <a:t>3 октября – 2 ноября 2026</a:t>
            </a:r>
          </a:p>
        </p:txBody>
      </p:sp>
      <p:sp>
        <p:nvSpPr>
          <p:cNvPr id="7" name="team">
            <a:extLst xmlns:a="http://schemas.openxmlformats.org/drawingml/2006/main">
              <a:ext uri="{FF2B5EF4-FFF2-40B4-BE49-F238E27FC236}">
                <a16:creationId xmlns:a16="http://schemas.microsoft.com/office/drawing/2014/main" id="{5C37F653-F38A-417B-89C7-F8A67C428CEA}"/>
              </a:ext>
            </a:extLst>
          </p:cNvPr>
          <p:cNvSpPr>
            <a:spLocks xmlns:a="http://schemas.openxmlformats.org/drawingml/2006/main" noGrp="1"/>
          </p:cNvSpPr>
          <p:nvPr/>
        </p:nvSpPr>
        <p:spPr>
          <a:xfrm xmlns:a="http://schemas.openxmlformats.org/drawingml/2006/main">
            <a:off x="723900" y="5972175"/>
            <a:ext cx="923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0">
                <a:solidFill>
                  <a:srgbClr val="718087"/>
                </a:solidFill>
                <a:latin typeface="Arial"/>
                <a:ea typeface="Arial"/>
                <a:cs typeface="Arial"/>
              </a:defRPr>
            </a:defPPr>
            <a:lvl1pPr>
              <a:defRPr sz="1725" b="0">
                <a:solidFill>
                  <a:srgbClr val="718087"/>
                </a:solidFill>
                <a:latin typeface="Arial"/>
                <a:ea typeface="Arial"/>
                <a:cs typeface="Arial"/>
              </a:defRPr>
            </a:lvl1pPr>
            <a:lvl2pPr>
              <a:defRPr sz="1725" b="0">
                <a:solidFill>
                  <a:srgbClr val="718087"/>
                </a:solidFill>
                <a:latin typeface="Arial"/>
                <a:ea typeface="Arial"/>
                <a:cs typeface="Arial"/>
              </a:defRPr>
            </a:lvl2pPr>
            <a:lvl3pPr>
              <a:defRPr sz="1725" b="0">
                <a:solidFill>
                  <a:srgbClr val="718087"/>
                </a:solidFill>
                <a:latin typeface="Arial"/>
                <a:ea typeface="Arial"/>
                <a:cs typeface="Arial"/>
              </a:defRPr>
            </a:lvl3pPr>
            <a:lvl4pPr>
              <a:defRPr sz="1725" b="0">
                <a:solidFill>
                  <a:srgbClr val="718087"/>
                </a:solidFill>
                <a:latin typeface="Arial"/>
                <a:ea typeface="Arial"/>
                <a:cs typeface="Arial"/>
              </a:defRPr>
            </a:lvl4pPr>
            <a:lvl5pPr>
              <a:defRPr sz="1725" b="0">
                <a:solidFill>
                  <a:srgbClr val="718087"/>
                </a:solidFill>
                <a:latin typeface="Arial"/>
                <a:ea typeface="Arial"/>
                <a:cs typeface="Arial"/>
              </a:defRPr>
            </a:lvl5pPr>
            <a:lvl6pPr>
              <a:defRPr sz="1725" b="0">
                <a:solidFill>
                  <a:srgbClr val="718087"/>
                </a:solidFill>
                <a:latin typeface="Arial"/>
                <a:ea typeface="Arial"/>
                <a:cs typeface="Arial"/>
              </a:defRPr>
            </a:lvl6pPr>
            <a:lvl7pPr>
              <a:defRPr sz="1725" b="0">
                <a:solidFill>
                  <a:srgbClr val="718087"/>
                </a:solidFill>
                <a:latin typeface="Arial"/>
                <a:ea typeface="Arial"/>
                <a:cs typeface="Arial"/>
              </a:defRPr>
            </a:lvl7pPr>
            <a:lvl8pPr>
              <a:defRPr sz="1725" b="0">
                <a:solidFill>
                  <a:srgbClr val="718087"/>
                </a:solidFill>
                <a:latin typeface="Arial"/>
                <a:ea typeface="Arial"/>
                <a:cs typeface="Arial"/>
              </a:defRPr>
            </a:lvl8pPr>
            <a:lvl9pPr>
              <a:defRPr sz="1725" b="0">
                <a:solidFill>
                  <a:srgbClr val="718087"/>
                </a:solidFill>
                <a:latin typeface="Arial"/>
                <a:ea typeface="Arial"/>
                <a:cs typeface="Arial"/>
              </a:defRPr>
            </a:lvl9pPr>
          </a:lstStyle>
          <a:p xmlns:a="http://schemas.openxmlformats.org/drawingml/2006/main">
            <a:pPr>
              <a:defRPr sz="1725" b="0">
                <a:solidFill>
                  <a:srgbClr val="718087"/>
                </a:solidFill>
                <a:latin typeface="Arial"/>
                <a:ea typeface="Arial"/>
                <a:cs typeface="Arial"/>
              </a:defRPr>
            </a:pPr>
            <a:r>
              <a:rPr sz="1725" b="0">
                <a:solidFill>
                  <a:srgbClr val="718087"/>
                </a:solidFill>
                <a:latin typeface="Arial"/>
                <a:ea typeface="Arial"/>
                <a:cs typeface="Arial"/>
              </a:rPr>
              <a:t>Купча Софья, Пальцева Ксения</a:t>
            </a:r>
          </a:p>
        </p:txBody>
      </p:sp>
    </p:spTree>
    <p:extLst>
      <p:ext uri="{BB962C8B-B14F-4D97-AF65-F5344CB8AC3E}">
        <p14:creationId xmlns:p14="http://schemas.microsoft.com/office/powerpoint/2010/main" val="1967932312"/>
      </p:ext>
    </p:extLst>
  </p:cSld>
</p:sld>
</file>

<file path=ppt/slides/slide2.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D01F24B5-5E98-4D25-B070-42836EA5D6B6}"/>
              </a:ext>
            </a:extLst>
          </p:cNvPr>
          <p:cNvSpPr>
            <a:spLocks xmlns:a="http://schemas.openxmlformats.org/drawingml/2006/main" noGrp="1"/>
          </p:cNvSpPr>
          <p:nvPr/>
        </p:nvSpPr>
        <p:spPr>
          <a:xfrm xmlns:a="http://schemas.openxmlformats.org/drawingml/2006/main">
            <a:off x="628650" y="400050"/>
            <a:ext cx="10934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300" b="0">
                <a:solidFill>
                  <a:srgbClr val="243C45"/>
                </a:solidFill>
                <a:latin typeface="Arial"/>
                <a:ea typeface="Arial"/>
                <a:cs typeface="Arial"/>
              </a:defRPr>
            </a:defPPr>
            <a:lvl1pPr>
              <a:defRPr sz="3300" b="0">
                <a:solidFill>
                  <a:srgbClr val="243C45"/>
                </a:solidFill>
                <a:latin typeface="Arial"/>
                <a:ea typeface="Arial"/>
                <a:cs typeface="Arial"/>
              </a:defRPr>
            </a:lvl1pPr>
            <a:lvl2pPr>
              <a:defRPr sz="3300" b="0">
                <a:solidFill>
                  <a:srgbClr val="243C45"/>
                </a:solidFill>
                <a:latin typeface="Arial"/>
                <a:ea typeface="Arial"/>
                <a:cs typeface="Arial"/>
              </a:defRPr>
            </a:lvl2pPr>
            <a:lvl3pPr>
              <a:defRPr sz="3300" b="0">
                <a:solidFill>
                  <a:srgbClr val="243C45"/>
                </a:solidFill>
                <a:latin typeface="Arial"/>
                <a:ea typeface="Arial"/>
                <a:cs typeface="Arial"/>
              </a:defRPr>
            </a:lvl3pPr>
            <a:lvl4pPr>
              <a:defRPr sz="3300" b="0">
                <a:solidFill>
                  <a:srgbClr val="243C45"/>
                </a:solidFill>
                <a:latin typeface="Arial"/>
                <a:ea typeface="Arial"/>
                <a:cs typeface="Arial"/>
              </a:defRPr>
            </a:lvl4pPr>
            <a:lvl5pPr>
              <a:defRPr sz="3300" b="0">
                <a:solidFill>
                  <a:srgbClr val="243C45"/>
                </a:solidFill>
                <a:latin typeface="Arial"/>
                <a:ea typeface="Arial"/>
                <a:cs typeface="Arial"/>
              </a:defRPr>
            </a:lvl5pPr>
            <a:lvl6pPr>
              <a:defRPr sz="3300" b="0">
                <a:solidFill>
                  <a:srgbClr val="243C45"/>
                </a:solidFill>
                <a:latin typeface="Arial"/>
                <a:ea typeface="Arial"/>
                <a:cs typeface="Arial"/>
              </a:defRPr>
            </a:lvl6pPr>
            <a:lvl7pPr>
              <a:defRPr sz="3300" b="0">
                <a:solidFill>
                  <a:srgbClr val="243C45"/>
                </a:solidFill>
                <a:latin typeface="Arial"/>
                <a:ea typeface="Arial"/>
                <a:cs typeface="Arial"/>
              </a:defRPr>
            </a:lvl7pPr>
            <a:lvl8pPr>
              <a:defRPr sz="3300" b="0">
                <a:solidFill>
                  <a:srgbClr val="243C45"/>
                </a:solidFill>
                <a:latin typeface="Arial"/>
                <a:ea typeface="Arial"/>
                <a:cs typeface="Arial"/>
              </a:defRPr>
            </a:lvl8pPr>
            <a:lvl9pPr>
              <a:defRPr sz="3300" b="0">
                <a:solidFill>
                  <a:srgbClr val="243C45"/>
                </a:solidFill>
                <a:latin typeface="Arial"/>
                <a:ea typeface="Arial"/>
                <a:cs typeface="Arial"/>
              </a:defRPr>
            </a:lvl9pPr>
          </a:lstStyle>
          <a:p xmlns:a="http://schemas.openxmlformats.org/drawingml/2006/main">
            <a:pPr>
              <a:defRPr sz="3300" b="0">
                <a:solidFill>
                  <a:srgbClr val="243C45"/>
                </a:solidFill>
                <a:latin typeface="Arial"/>
                <a:ea typeface="Arial"/>
                <a:cs typeface="Arial"/>
              </a:defRPr>
            </a:pPr>
            <a:r>
              <a:rPr sz="3300" b="0">
                <a:solidFill>
                  <a:srgbClr val="243C45"/>
                </a:solidFill>
                <a:latin typeface="Arial"/>
                <a:ea typeface="Arial"/>
                <a:cs typeface="Arial"/>
              </a:rPr>
              <a:t>Динамика упоминаний в архиве</a:t>
            </a:r>
          </a:p>
        </p:txBody>
      </p:sp>
      <p:sp>
        <p:nvSpPr>
          <p:cNvPr id="2" name="page-number">
            <a:extLst xmlns:a="http://schemas.openxmlformats.org/drawingml/2006/main">
              <a:ext uri="{FF2B5EF4-FFF2-40B4-BE49-F238E27FC236}">
                <a16:creationId xmlns:a16="http://schemas.microsoft.com/office/drawing/2014/main" id="{26877ABB-B65B-492A-83F7-50AE48D055D0}"/>
              </a:ext>
            </a:extLst>
          </p:cNvPr>
          <p:cNvSpPr>
            <a:spLocks xmlns:a="http://schemas.openxmlformats.org/drawingml/2006/main" noGrp="1"/>
          </p:cNvSpPr>
          <p:nvPr/>
        </p:nvSpPr>
        <p:spPr>
          <a:xfrm xmlns:a="http://schemas.openxmlformats.org/drawingml/2006/main">
            <a:off x="11077575" y="638175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718087"/>
                </a:solidFill>
                <a:latin typeface="Arial"/>
                <a:ea typeface="Arial"/>
                <a:cs typeface="Arial"/>
              </a:defRPr>
            </a:defPPr>
            <a:lvl1pPr>
              <a:defRPr sz="1350" b="0">
                <a:solidFill>
                  <a:srgbClr val="718087"/>
                </a:solidFill>
                <a:latin typeface="Arial"/>
                <a:ea typeface="Arial"/>
                <a:cs typeface="Arial"/>
              </a:defRPr>
            </a:lvl1pPr>
            <a:lvl2pPr>
              <a:defRPr sz="1350" b="0">
                <a:solidFill>
                  <a:srgbClr val="718087"/>
                </a:solidFill>
                <a:latin typeface="Arial"/>
                <a:ea typeface="Arial"/>
                <a:cs typeface="Arial"/>
              </a:defRPr>
            </a:lvl2pPr>
            <a:lvl3pPr>
              <a:defRPr sz="1350" b="0">
                <a:solidFill>
                  <a:srgbClr val="718087"/>
                </a:solidFill>
                <a:latin typeface="Arial"/>
                <a:ea typeface="Arial"/>
                <a:cs typeface="Arial"/>
              </a:defRPr>
            </a:lvl3pPr>
            <a:lvl4pPr>
              <a:defRPr sz="1350" b="0">
                <a:solidFill>
                  <a:srgbClr val="718087"/>
                </a:solidFill>
                <a:latin typeface="Arial"/>
                <a:ea typeface="Arial"/>
                <a:cs typeface="Arial"/>
              </a:defRPr>
            </a:lvl4pPr>
            <a:lvl5pPr>
              <a:defRPr sz="1350" b="0">
                <a:solidFill>
                  <a:srgbClr val="718087"/>
                </a:solidFill>
                <a:latin typeface="Arial"/>
                <a:ea typeface="Arial"/>
                <a:cs typeface="Arial"/>
              </a:defRPr>
            </a:lvl5pPr>
            <a:lvl6pPr>
              <a:defRPr sz="1350" b="0">
                <a:solidFill>
                  <a:srgbClr val="718087"/>
                </a:solidFill>
                <a:latin typeface="Arial"/>
                <a:ea typeface="Arial"/>
                <a:cs typeface="Arial"/>
              </a:defRPr>
            </a:lvl6pPr>
            <a:lvl7pPr>
              <a:defRPr sz="1350" b="0">
                <a:solidFill>
                  <a:srgbClr val="718087"/>
                </a:solidFill>
                <a:latin typeface="Arial"/>
                <a:ea typeface="Arial"/>
                <a:cs typeface="Arial"/>
              </a:defRPr>
            </a:lvl7pPr>
            <a:lvl8pPr>
              <a:defRPr sz="1350" b="0">
                <a:solidFill>
                  <a:srgbClr val="718087"/>
                </a:solidFill>
                <a:latin typeface="Arial"/>
                <a:ea typeface="Arial"/>
                <a:cs typeface="Arial"/>
              </a:defRPr>
            </a:lvl8pPr>
            <a:lvl9pPr>
              <a:defRPr sz="1350" b="0">
                <a:solidFill>
                  <a:srgbClr val="718087"/>
                </a:solidFill>
                <a:latin typeface="Arial"/>
                <a:ea typeface="Arial"/>
                <a:cs typeface="Arial"/>
              </a:defRPr>
            </a:lvl9pPr>
          </a:lstStyle>
          <a:p xmlns:a="http://schemas.openxmlformats.org/drawingml/2006/main">
            <a:pPr>
              <a:defRPr sz="1350" b="0">
                <a:solidFill>
                  <a:srgbClr val="718087"/>
                </a:solidFill>
                <a:latin typeface="Arial"/>
                <a:ea typeface="Arial"/>
                <a:cs typeface="Arial"/>
              </a:defRPr>
            </a:pPr>
            <a:r>
              <a:rPr sz="1350" b="0">
                <a:solidFill>
                  <a:srgbClr val="718087"/>
                </a:solidFill>
                <a:latin typeface="Arial"/>
                <a:ea typeface="Arial"/>
                <a:cs typeface="Arial"/>
              </a:rPr>
              <a:t>02</a:t>
            </a:r>
          </a:p>
        </p:txBody>
      </p:sp>
      <p:sp>
        <p:nvSpPr>
          <p:cNvPr id="3" name="source">
            <a:extLst xmlns:a="http://schemas.openxmlformats.org/drawingml/2006/main">
              <a:ext uri="{FF2B5EF4-FFF2-40B4-BE49-F238E27FC236}">
                <a16:creationId xmlns:a16="http://schemas.microsoft.com/office/drawing/2014/main" id="{9A1D126B-BA76-441E-9BFF-43C8098D4B58}"/>
              </a:ext>
            </a:extLst>
          </p:cNvPr>
          <p:cNvSpPr>
            <a:spLocks xmlns:a="http://schemas.openxmlformats.org/drawingml/2006/main" noGrp="1"/>
          </p:cNvSpPr>
          <p:nvPr/>
        </p:nvSpPr>
        <p:spPr>
          <a:xfrm xmlns:a="http://schemas.openxmlformats.org/drawingml/2006/main">
            <a:off x="685800" y="12001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718087"/>
                </a:solidFill>
                <a:latin typeface="Arial"/>
                <a:ea typeface="Arial"/>
                <a:cs typeface="Arial"/>
              </a:defRPr>
            </a:defPPr>
            <a:lvl1pPr>
              <a:defRPr sz="1950" b="0">
                <a:solidFill>
                  <a:srgbClr val="718087"/>
                </a:solidFill>
                <a:latin typeface="Arial"/>
                <a:ea typeface="Arial"/>
                <a:cs typeface="Arial"/>
              </a:defRPr>
            </a:lvl1pPr>
            <a:lvl2pPr>
              <a:defRPr sz="1950" b="0">
                <a:solidFill>
                  <a:srgbClr val="718087"/>
                </a:solidFill>
                <a:latin typeface="Arial"/>
                <a:ea typeface="Arial"/>
                <a:cs typeface="Arial"/>
              </a:defRPr>
            </a:lvl2pPr>
            <a:lvl3pPr>
              <a:defRPr sz="1950" b="0">
                <a:solidFill>
                  <a:srgbClr val="718087"/>
                </a:solidFill>
                <a:latin typeface="Arial"/>
                <a:ea typeface="Arial"/>
                <a:cs typeface="Arial"/>
              </a:defRPr>
            </a:lvl3pPr>
            <a:lvl4pPr>
              <a:defRPr sz="1950" b="0">
                <a:solidFill>
                  <a:srgbClr val="718087"/>
                </a:solidFill>
                <a:latin typeface="Arial"/>
                <a:ea typeface="Arial"/>
                <a:cs typeface="Arial"/>
              </a:defRPr>
            </a:lvl4pPr>
            <a:lvl5pPr>
              <a:defRPr sz="1950" b="0">
                <a:solidFill>
                  <a:srgbClr val="718087"/>
                </a:solidFill>
                <a:latin typeface="Arial"/>
                <a:ea typeface="Arial"/>
                <a:cs typeface="Arial"/>
              </a:defRPr>
            </a:lvl5pPr>
            <a:lvl6pPr>
              <a:defRPr sz="1950" b="0">
                <a:solidFill>
                  <a:srgbClr val="718087"/>
                </a:solidFill>
                <a:latin typeface="Arial"/>
                <a:ea typeface="Arial"/>
                <a:cs typeface="Arial"/>
              </a:defRPr>
            </a:lvl6pPr>
            <a:lvl7pPr>
              <a:defRPr sz="1950" b="0">
                <a:solidFill>
                  <a:srgbClr val="718087"/>
                </a:solidFill>
                <a:latin typeface="Arial"/>
                <a:ea typeface="Arial"/>
                <a:cs typeface="Arial"/>
              </a:defRPr>
            </a:lvl7pPr>
            <a:lvl8pPr>
              <a:defRPr sz="1950" b="0">
                <a:solidFill>
                  <a:srgbClr val="718087"/>
                </a:solidFill>
                <a:latin typeface="Arial"/>
                <a:ea typeface="Arial"/>
                <a:cs typeface="Arial"/>
              </a:defRPr>
            </a:lvl8pPr>
            <a:lvl9pPr>
              <a:defRPr sz="1950" b="0">
                <a:solidFill>
                  <a:srgbClr val="718087"/>
                </a:solidFill>
                <a:latin typeface="Arial"/>
                <a:ea typeface="Arial"/>
                <a:cs typeface="Arial"/>
              </a:defRPr>
            </a:lvl9pPr>
          </a:lstStyle>
          <a:p xmlns:a="http://schemas.openxmlformats.org/drawingml/2006/main">
            <a:pPr>
              <a:defRPr sz="1950" b="0">
                <a:solidFill>
                  <a:srgbClr val="718087"/>
                </a:solidFill>
                <a:latin typeface="Arial"/>
                <a:ea typeface="Arial"/>
                <a:cs typeface="Arial"/>
              </a:defRPr>
            </a:pPr>
            <a:r>
              <a:rPr sz="1950" b="0">
                <a:solidFill>
                  <a:srgbClr val="718087"/>
                </a:solidFill>
                <a:latin typeface="Arial"/>
                <a:ea typeface="Arial"/>
                <a:cs typeface="Arial"/>
              </a:rPr>
              <a:t>Четыре канала, 2023 – 2 октября 2026. Число упоминаний за день</a:t>
            </a:r>
          </a:p>
        </p:txBody>
      </p:sp>
      <p:sp>
        <p:nvSpPr>
          <p:cNvPr id="4" name="coverage">
            <a:extLst xmlns:a="http://schemas.openxmlformats.org/drawingml/2006/main">
              <a:ext uri="{FF2B5EF4-FFF2-40B4-BE49-F238E27FC236}">
                <a16:creationId xmlns:a16="http://schemas.microsoft.com/office/drawing/2014/main" id="{C0D6AC14-4067-482C-9FA2-0159AB85280A}"/>
              </a:ext>
            </a:extLst>
          </p:cNvPr>
          <p:cNvSpPr>
            <a:spLocks xmlns:a="http://schemas.openxmlformats.org/drawingml/2006/main" noGrp="1"/>
          </p:cNvSpPr>
          <p:nvPr/>
        </p:nvSpPr>
        <p:spPr>
          <a:xfrm xmlns:a="http://schemas.openxmlformats.org/drawingml/2006/main">
            <a:off x="685800" y="171450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0">
                <a:solidFill>
                  <a:srgbClr val="243C45"/>
                </a:solidFill>
                <a:latin typeface="Arial"/>
                <a:ea typeface="Arial"/>
                <a:cs typeface="Arial"/>
              </a:defRPr>
            </a:defPPr>
            <a:lvl1pPr>
              <a:defRPr sz="1800" b="0">
                <a:solidFill>
                  <a:srgbClr val="243C45"/>
                </a:solidFill>
                <a:latin typeface="Arial"/>
                <a:ea typeface="Arial"/>
                <a:cs typeface="Arial"/>
              </a:defRPr>
            </a:lvl1pPr>
            <a:lvl2pPr>
              <a:defRPr sz="1800" b="0">
                <a:solidFill>
                  <a:srgbClr val="243C45"/>
                </a:solidFill>
                <a:latin typeface="Arial"/>
                <a:ea typeface="Arial"/>
                <a:cs typeface="Arial"/>
              </a:defRPr>
            </a:lvl2pPr>
            <a:lvl3pPr>
              <a:defRPr sz="1800" b="0">
                <a:solidFill>
                  <a:srgbClr val="243C45"/>
                </a:solidFill>
                <a:latin typeface="Arial"/>
                <a:ea typeface="Arial"/>
                <a:cs typeface="Arial"/>
              </a:defRPr>
            </a:lvl3pPr>
            <a:lvl4pPr>
              <a:defRPr sz="1800" b="0">
                <a:solidFill>
                  <a:srgbClr val="243C45"/>
                </a:solidFill>
                <a:latin typeface="Arial"/>
                <a:ea typeface="Arial"/>
                <a:cs typeface="Arial"/>
              </a:defRPr>
            </a:lvl4pPr>
            <a:lvl5pPr>
              <a:defRPr sz="1800" b="0">
                <a:solidFill>
                  <a:srgbClr val="243C45"/>
                </a:solidFill>
                <a:latin typeface="Arial"/>
                <a:ea typeface="Arial"/>
                <a:cs typeface="Arial"/>
              </a:defRPr>
            </a:lvl5pPr>
            <a:lvl6pPr>
              <a:defRPr sz="1800" b="0">
                <a:solidFill>
                  <a:srgbClr val="243C45"/>
                </a:solidFill>
                <a:latin typeface="Arial"/>
                <a:ea typeface="Arial"/>
                <a:cs typeface="Arial"/>
              </a:defRPr>
            </a:lvl6pPr>
            <a:lvl7pPr>
              <a:defRPr sz="1800" b="0">
                <a:solidFill>
                  <a:srgbClr val="243C45"/>
                </a:solidFill>
                <a:latin typeface="Arial"/>
                <a:ea typeface="Arial"/>
                <a:cs typeface="Arial"/>
              </a:defRPr>
            </a:lvl7pPr>
            <a:lvl8pPr>
              <a:defRPr sz="1800" b="0">
                <a:solidFill>
                  <a:srgbClr val="243C45"/>
                </a:solidFill>
                <a:latin typeface="Arial"/>
                <a:ea typeface="Arial"/>
                <a:cs typeface="Arial"/>
              </a:defRPr>
            </a:lvl8pPr>
            <a:lvl9pPr>
              <a:defRPr sz="1800" b="0">
                <a:solidFill>
                  <a:srgbClr val="243C45"/>
                </a:solidFill>
                <a:latin typeface="Arial"/>
                <a:ea typeface="Arial"/>
                <a:cs typeface="Arial"/>
              </a:defRPr>
            </a:lvl9pPr>
          </a:lstStyle>
          <a:p xmlns:a="http://schemas.openxmlformats.org/drawingml/2006/main">
            <a:pPr>
              <a:defRPr sz="1800" b="0">
                <a:solidFill>
                  <a:srgbClr val="243C45"/>
                </a:solidFill>
                <a:latin typeface="Arial"/>
                <a:ea typeface="Arial"/>
                <a:cs typeface="Arial"/>
              </a:defRPr>
            </a:pPr>
            <a:r>
              <a:rPr sz="1800" b="0">
                <a:solidFill>
                  <a:srgbClr val="243C45"/>
                </a:solidFill>
                <a:latin typeface="Arial"/>
                <a:ea typeface="Arial"/>
                <a:cs typeface="Arial"/>
              </a:rPr>
              <a:t>5 334 из 5 484 полных дней канала. Неполные дни оставляем пропусками.</a:t>
            </a:r>
          </a:p>
        </p:txBody>
      </p:sp>
      <p:graphicFrame>
        <p:nvGraphicFramePr>
          <p:cNvPr id="5" name="Chart">
            <a:extLst xmlns:a="http://schemas.openxmlformats.org/drawingml/2006/main">
              <a:ext uri="{FF2B5EF4-FFF2-40B4-BE49-F238E27FC236}">
                <a16:creationId xmlns:a16="http://schemas.microsoft.com/office/drawing/2014/main" id="{D815F449-53A8-4A62-ACA0-AAE91DA0FBDA}"/>
              </a:ext>
            </a:extLst>
          </p:cNvPr>
          <p:cNvGraphicFramePr/>
          <p:nvPr/>
        </p:nvGraphicFramePr>
        <p:xfrm>
          <a:off xmlns:a="http://schemas.openxmlformats.org/drawingml/2006/main" x="571500" y="2333625"/>
          <a:ext xmlns:a="http://schemas.openxmlformats.org/drawingml/2006/main" cx="5381625" cy="2971800"/>
        </p:xfrm>
        <a:graphic xmlns:a="http://schemas.openxmlformats.org/drawingml/2006/main">
          <a:graphicData uri="http://schemas.openxmlformats.org/drawingml/2006/chart">
            <c:chart xmlns:r="http://schemas.openxmlformats.org/officeDocument/2006/relationships" xmlns:c="http://schemas.openxmlformats.org/drawingml/2006/chart" r:id="R8eacbbb30d5e4088"/>
          </a:graphicData>
        </a:graphic>
      </p:graphicFrame>
      <p:graphicFrame>
        <p:nvGraphicFramePr>
          <p:cNvPr id="6" name="Chart">
            <a:extLst xmlns:a="http://schemas.openxmlformats.org/drawingml/2006/main">
              <a:ext uri="{FF2B5EF4-FFF2-40B4-BE49-F238E27FC236}">
                <a16:creationId xmlns:a16="http://schemas.microsoft.com/office/drawing/2014/main" id="{946CDB46-B9AE-42B3-8575-8916E789069B}"/>
              </a:ext>
            </a:extLst>
          </p:cNvPr>
          <p:cNvGraphicFramePr/>
          <p:nvPr/>
        </p:nvGraphicFramePr>
        <p:xfrm>
          <a:off xmlns:a="http://schemas.openxmlformats.org/drawingml/2006/main" x="6238875" y="2333625"/>
          <a:ext xmlns:a="http://schemas.openxmlformats.org/drawingml/2006/main" cx="5381625" cy="2971800"/>
        </p:xfrm>
        <a:graphic xmlns:a="http://schemas.openxmlformats.org/drawingml/2006/main">
          <a:graphicData uri="http://schemas.openxmlformats.org/drawingml/2006/chart">
            <c:chart xmlns:r="http://schemas.openxmlformats.org/officeDocument/2006/relationships" xmlns:c="http://schemas.openxmlformats.org/drawingml/2006/chart" r:id="R062c0e7689d84bb6"/>
          </a:graphicData>
        </a:graphic>
      </p:graphicFrame>
      <p:sp>
        <p:nvSpPr>
          <p:cNvPr id="7" name="legend-raw">
            <a:extLst xmlns:a="http://schemas.openxmlformats.org/drawingml/2006/main">
              <a:ext uri="{FF2B5EF4-FFF2-40B4-BE49-F238E27FC236}">
                <a16:creationId xmlns:a16="http://schemas.microsoft.com/office/drawing/2014/main" id="{61195F11-2C97-43B5-A635-CD16EFC21B1A}"/>
              </a:ext>
            </a:extLst>
          </p:cNvPr>
          <p:cNvSpPr>
            <a:spLocks xmlns:a="http://schemas.openxmlformats.org/drawingml/2006/main" noGrp="1"/>
          </p:cNvSpPr>
          <p:nvPr/>
        </p:nvSpPr>
        <p:spPr>
          <a:xfrm xmlns:a="http://schemas.openxmlformats.org/drawingml/2006/main">
            <a:off x="742950" y="5448300"/>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0">
                <a:solidFill>
                  <a:srgbClr val="718087"/>
                </a:solidFill>
                <a:latin typeface="Arial"/>
                <a:ea typeface="Arial"/>
                <a:cs typeface="Arial"/>
              </a:defRPr>
            </a:defPPr>
            <a:lvl1pPr>
              <a:defRPr sz="1725" b="0">
                <a:solidFill>
                  <a:srgbClr val="718087"/>
                </a:solidFill>
                <a:latin typeface="Arial"/>
                <a:ea typeface="Arial"/>
                <a:cs typeface="Arial"/>
              </a:defRPr>
            </a:lvl1pPr>
            <a:lvl2pPr>
              <a:defRPr sz="1725" b="0">
                <a:solidFill>
                  <a:srgbClr val="718087"/>
                </a:solidFill>
                <a:latin typeface="Arial"/>
                <a:ea typeface="Arial"/>
                <a:cs typeface="Arial"/>
              </a:defRPr>
            </a:lvl2pPr>
            <a:lvl3pPr>
              <a:defRPr sz="1725" b="0">
                <a:solidFill>
                  <a:srgbClr val="718087"/>
                </a:solidFill>
                <a:latin typeface="Arial"/>
                <a:ea typeface="Arial"/>
                <a:cs typeface="Arial"/>
              </a:defRPr>
            </a:lvl3pPr>
            <a:lvl4pPr>
              <a:defRPr sz="1725" b="0">
                <a:solidFill>
                  <a:srgbClr val="718087"/>
                </a:solidFill>
                <a:latin typeface="Arial"/>
                <a:ea typeface="Arial"/>
                <a:cs typeface="Arial"/>
              </a:defRPr>
            </a:lvl4pPr>
            <a:lvl5pPr>
              <a:defRPr sz="1725" b="0">
                <a:solidFill>
                  <a:srgbClr val="718087"/>
                </a:solidFill>
                <a:latin typeface="Arial"/>
                <a:ea typeface="Arial"/>
                <a:cs typeface="Arial"/>
              </a:defRPr>
            </a:lvl5pPr>
            <a:lvl6pPr>
              <a:defRPr sz="1725" b="0">
                <a:solidFill>
                  <a:srgbClr val="718087"/>
                </a:solidFill>
                <a:latin typeface="Arial"/>
                <a:ea typeface="Arial"/>
                <a:cs typeface="Arial"/>
              </a:defRPr>
            </a:lvl6pPr>
            <a:lvl7pPr>
              <a:defRPr sz="1725" b="0">
                <a:solidFill>
                  <a:srgbClr val="718087"/>
                </a:solidFill>
                <a:latin typeface="Arial"/>
                <a:ea typeface="Arial"/>
                <a:cs typeface="Arial"/>
              </a:defRPr>
            </a:lvl7pPr>
            <a:lvl8pPr>
              <a:defRPr sz="1725" b="0">
                <a:solidFill>
                  <a:srgbClr val="718087"/>
                </a:solidFill>
                <a:latin typeface="Arial"/>
                <a:ea typeface="Arial"/>
                <a:cs typeface="Arial"/>
              </a:defRPr>
            </a:lvl8pPr>
            <a:lvl9pPr>
              <a:defRPr sz="1725" b="0">
                <a:solidFill>
                  <a:srgbClr val="718087"/>
                </a:solidFill>
                <a:latin typeface="Arial"/>
                <a:ea typeface="Arial"/>
                <a:cs typeface="Arial"/>
              </a:defRPr>
            </a:lvl9pPr>
          </a:lstStyle>
          <a:p xmlns:a="http://schemas.openxmlformats.org/drawingml/2006/main">
            <a:pPr>
              <a:defRPr sz="1725" b="0">
                <a:solidFill>
                  <a:srgbClr val="718087"/>
                </a:solidFill>
                <a:latin typeface="Arial"/>
                <a:ea typeface="Arial"/>
                <a:cs typeface="Arial"/>
              </a:defRPr>
            </a:pPr>
            <a:r>
              <a:rPr sz="1725" b="0">
                <a:solidFill>
                  <a:srgbClr val="718087"/>
                </a:solidFill>
                <a:latin typeface="Arial"/>
                <a:ea typeface="Arial"/>
                <a:cs typeface="Arial"/>
              </a:rPr>
              <a:t>Серый: все найденные фамильные формы</a:t>
            </a:r>
          </a:p>
        </p:txBody>
      </p:sp>
      <p:sp>
        <p:nvSpPr>
          <p:cNvPr id="8" name="legend-clean">
            <a:extLst xmlns:a="http://schemas.openxmlformats.org/drawingml/2006/main">
              <a:ext uri="{FF2B5EF4-FFF2-40B4-BE49-F238E27FC236}">
                <a16:creationId xmlns:a16="http://schemas.microsoft.com/office/drawing/2014/main" id="{F807C949-782A-434B-B4C7-739F9C7BECDC}"/>
              </a:ext>
            </a:extLst>
          </p:cNvPr>
          <p:cNvSpPr>
            <a:spLocks xmlns:a="http://schemas.openxmlformats.org/drawingml/2006/main" noGrp="1"/>
          </p:cNvSpPr>
          <p:nvPr/>
        </p:nvSpPr>
        <p:spPr>
          <a:xfrm xmlns:a="http://schemas.openxmlformats.org/drawingml/2006/main">
            <a:off x="742950" y="5800725"/>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0">
                <a:solidFill>
                  <a:srgbClr val="243C45"/>
                </a:solidFill>
                <a:latin typeface="Arial"/>
                <a:ea typeface="Arial"/>
                <a:cs typeface="Arial"/>
              </a:defRPr>
            </a:defPPr>
            <a:lvl1pPr>
              <a:defRPr sz="1725" b="0">
                <a:solidFill>
                  <a:srgbClr val="243C45"/>
                </a:solidFill>
                <a:latin typeface="Arial"/>
                <a:ea typeface="Arial"/>
                <a:cs typeface="Arial"/>
              </a:defRPr>
            </a:lvl1pPr>
            <a:lvl2pPr>
              <a:defRPr sz="1725" b="0">
                <a:solidFill>
                  <a:srgbClr val="243C45"/>
                </a:solidFill>
                <a:latin typeface="Arial"/>
                <a:ea typeface="Arial"/>
                <a:cs typeface="Arial"/>
              </a:defRPr>
            </a:lvl2pPr>
            <a:lvl3pPr>
              <a:defRPr sz="1725" b="0">
                <a:solidFill>
                  <a:srgbClr val="243C45"/>
                </a:solidFill>
                <a:latin typeface="Arial"/>
                <a:ea typeface="Arial"/>
                <a:cs typeface="Arial"/>
              </a:defRPr>
            </a:lvl3pPr>
            <a:lvl4pPr>
              <a:defRPr sz="1725" b="0">
                <a:solidFill>
                  <a:srgbClr val="243C45"/>
                </a:solidFill>
                <a:latin typeface="Arial"/>
                <a:ea typeface="Arial"/>
                <a:cs typeface="Arial"/>
              </a:defRPr>
            </a:lvl4pPr>
            <a:lvl5pPr>
              <a:defRPr sz="1725" b="0">
                <a:solidFill>
                  <a:srgbClr val="243C45"/>
                </a:solidFill>
                <a:latin typeface="Arial"/>
                <a:ea typeface="Arial"/>
                <a:cs typeface="Arial"/>
              </a:defRPr>
            </a:lvl5pPr>
            <a:lvl6pPr>
              <a:defRPr sz="1725" b="0">
                <a:solidFill>
                  <a:srgbClr val="243C45"/>
                </a:solidFill>
                <a:latin typeface="Arial"/>
                <a:ea typeface="Arial"/>
                <a:cs typeface="Arial"/>
              </a:defRPr>
            </a:lvl6pPr>
            <a:lvl7pPr>
              <a:defRPr sz="1725" b="0">
                <a:solidFill>
                  <a:srgbClr val="243C45"/>
                </a:solidFill>
                <a:latin typeface="Arial"/>
                <a:ea typeface="Arial"/>
                <a:cs typeface="Arial"/>
              </a:defRPr>
            </a:lvl7pPr>
            <a:lvl8pPr>
              <a:defRPr sz="1725" b="0">
                <a:solidFill>
                  <a:srgbClr val="243C45"/>
                </a:solidFill>
                <a:latin typeface="Arial"/>
                <a:ea typeface="Arial"/>
                <a:cs typeface="Arial"/>
              </a:defRPr>
            </a:lvl8pPr>
            <a:lvl9pPr>
              <a:defRPr sz="1725" b="0">
                <a:solidFill>
                  <a:srgbClr val="243C45"/>
                </a:solidFill>
                <a:latin typeface="Arial"/>
                <a:ea typeface="Arial"/>
                <a:cs typeface="Arial"/>
              </a:defRPr>
            </a:lvl9pPr>
          </a:lstStyle>
          <a:p xmlns:a="http://schemas.openxmlformats.org/drawingml/2006/main">
            <a:pPr>
              <a:defRPr sz="1725" b="0">
                <a:solidFill>
                  <a:srgbClr val="243C45"/>
                </a:solidFill>
                <a:latin typeface="Arial"/>
                <a:ea typeface="Arial"/>
                <a:cs typeface="Arial"/>
              </a:defRPr>
            </a:pPr>
            <a:r>
              <a:rPr sz="1725" b="0">
                <a:solidFill>
                  <a:srgbClr val="243C45"/>
                </a:solidFill>
                <a:latin typeface="Arial"/>
                <a:ea typeface="Arial"/>
                <a:cs typeface="Arial"/>
              </a:rPr>
              <a:t>Цвет: контексты исторического лица после очистки</a:t>
            </a:r>
          </a:p>
        </p:txBody>
      </p:sp>
    </p:spTree>
    <p:extLst>
      <p:ext uri="{BB962C8B-B14F-4D97-AF65-F5344CB8AC3E}">
        <p14:creationId xmlns:p14="http://schemas.microsoft.com/office/powerpoint/2010/main" val="1659845186"/>
      </p:ext>
    </p:extLst>
  </p:cSld>
</p:sld>
</file>

<file path=ppt/slides/slide3.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E68BE7CC-F877-4876-8EA7-ABE27C30E2B2}"/>
              </a:ext>
            </a:extLst>
          </p:cNvPr>
          <p:cNvSpPr>
            <a:spLocks xmlns:a="http://schemas.openxmlformats.org/drawingml/2006/main" noGrp="1"/>
          </p:cNvSpPr>
          <p:nvPr/>
        </p:nvSpPr>
        <p:spPr>
          <a:xfrm xmlns:a="http://schemas.openxmlformats.org/drawingml/2006/main">
            <a:off x="628650" y="400050"/>
            <a:ext cx="10934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300" b="0">
                <a:solidFill>
                  <a:srgbClr val="243C45"/>
                </a:solidFill>
                <a:latin typeface="Arial"/>
                <a:ea typeface="Arial"/>
                <a:cs typeface="Arial"/>
              </a:defRPr>
            </a:defPPr>
            <a:lvl1pPr>
              <a:defRPr sz="3300" b="0">
                <a:solidFill>
                  <a:srgbClr val="243C45"/>
                </a:solidFill>
                <a:latin typeface="Arial"/>
                <a:ea typeface="Arial"/>
                <a:cs typeface="Arial"/>
              </a:defRPr>
            </a:lvl1pPr>
            <a:lvl2pPr>
              <a:defRPr sz="3300" b="0">
                <a:solidFill>
                  <a:srgbClr val="243C45"/>
                </a:solidFill>
                <a:latin typeface="Arial"/>
                <a:ea typeface="Arial"/>
                <a:cs typeface="Arial"/>
              </a:defRPr>
            </a:lvl2pPr>
            <a:lvl3pPr>
              <a:defRPr sz="3300" b="0">
                <a:solidFill>
                  <a:srgbClr val="243C45"/>
                </a:solidFill>
                <a:latin typeface="Arial"/>
                <a:ea typeface="Arial"/>
                <a:cs typeface="Arial"/>
              </a:defRPr>
            </a:lvl3pPr>
            <a:lvl4pPr>
              <a:defRPr sz="3300" b="0">
                <a:solidFill>
                  <a:srgbClr val="243C45"/>
                </a:solidFill>
                <a:latin typeface="Arial"/>
                <a:ea typeface="Arial"/>
                <a:cs typeface="Arial"/>
              </a:defRPr>
            </a:lvl4pPr>
            <a:lvl5pPr>
              <a:defRPr sz="3300" b="0">
                <a:solidFill>
                  <a:srgbClr val="243C45"/>
                </a:solidFill>
                <a:latin typeface="Arial"/>
                <a:ea typeface="Arial"/>
                <a:cs typeface="Arial"/>
              </a:defRPr>
            </a:lvl5pPr>
            <a:lvl6pPr>
              <a:defRPr sz="3300" b="0">
                <a:solidFill>
                  <a:srgbClr val="243C45"/>
                </a:solidFill>
                <a:latin typeface="Arial"/>
                <a:ea typeface="Arial"/>
                <a:cs typeface="Arial"/>
              </a:defRPr>
            </a:lvl6pPr>
            <a:lvl7pPr>
              <a:defRPr sz="3300" b="0">
                <a:solidFill>
                  <a:srgbClr val="243C45"/>
                </a:solidFill>
                <a:latin typeface="Arial"/>
                <a:ea typeface="Arial"/>
                <a:cs typeface="Arial"/>
              </a:defRPr>
            </a:lvl7pPr>
            <a:lvl8pPr>
              <a:defRPr sz="3300" b="0">
                <a:solidFill>
                  <a:srgbClr val="243C45"/>
                </a:solidFill>
                <a:latin typeface="Arial"/>
                <a:ea typeface="Arial"/>
                <a:cs typeface="Arial"/>
              </a:defRPr>
            </a:lvl8pPr>
            <a:lvl9pPr>
              <a:defRPr sz="3300" b="0">
                <a:solidFill>
                  <a:srgbClr val="243C45"/>
                </a:solidFill>
                <a:latin typeface="Arial"/>
                <a:ea typeface="Arial"/>
                <a:cs typeface="Arial"/>
              </a:defRPr>
            </a:lvl9pPr>
          </a:lstStyle>
          <a:p xmlns:a="http://schemas.openxmlformats.org/drawingml/2006/main">
            <a:pPr>
              <a:defRPr sz="3300" b="0">
                <a:solidFill>
                  <a:srgbClr val="243C45"/>
                </a:solidFill>
                <a:latin typeface="Arial"/>
                <a:ea typeface="Arial"/>
                <a:cs typeface="Arial"/>
              </a:defRPr>
            </a:pPr>
            <a:r>
              <a:rPr sz="3300" b="0">
                <a:solidFill>
                  <a:srgbClr val="243C45"/>
                </a:solidFill>
                <a:latin typeface="Arial"/>
                <a:ea typeface="Arial"/>
                <a:cs typeface="Arial"/>
              </a:rPr>
              <a:t>Наблюдения и прогноз с интервалами</a:t>
            </a:r>
          </a:p>
        </p:txBody>
      </p:sp>
      <p:sp>
        <p:nvSpPr>
          <p:cNvPr id="2" name="page-number">
            <a:extLst xmlns:a="http://schemas.openxmlformats.org/drawingml/2006/main">
              <a:ext uri="{FF2B5EF4-FFF2-40B4-BE49-F238E27FC236}">
                <a16:creationId xmlns:a16="http://schemas.microsoft.com/office/drawing/2014/main" id="{1A058980-6FF4-45C4-AB49-AD8F9F86C80C}"/>
              </a:ext>
            </a:extLst>
          </p:cNvPr>
          <p:cNvSpPr>
            <a:spLocks xmlns:a="http://schemas.openxmlformats.org/drawingml/2006/main" noGrp="1"/>
          </p:cNvSpPr>
          <p:nvPr/>
        </p:nvSpPr>
        <p:spPr>
          <a:xfrm xmlns:a="http://schemas.openxmlformats.org/drawingml/2006/main">
            <a:off x="11077575" y="638175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718087"/>
                </a:solidFill>
                <a:latin typeface="Arial"/>
                <a:ea typeface="Arial"/>
                <a:cs typeface="Arial"/>
              </a:defRPr>
            </a:defPPr>
            <a:lvl1pPr>
              <a:defRPr sz="1350" b="0">
                <a:solidFill>
                  <a:srgbClr val="718087"/>
                </a:solidFill>
                <a:latin typeface="Arial"/>
                <a:ea typeface="Arial"/>
                <a:cs typeface="Arial"/>
              </a:defRPr>
            </a:lvl1pPr>
            <a:lvl2pPr>
              <a:defRPr sz="1350" b="0">
                <a:solidFill>
                  <a:srgbClr val="718087"/>
                </a:solidFill>
                <a:latin typeface="Arial"/>
                <a:ea typeface="Arial"/>
                <a:cs typeface="Arial"/>
              </a:defRPr>
            </a:lvl2pPr>
            <a:lvl3pPr>
              <a:defRPr sz="1350" b="0">
                <a:solidFill>
                  <a:srgbClr val="718087"/>
                </a:solidFill>
                <a:latin typeface="Arial"/>
                <a:ea typeface="Arial"/>
                <a:cs typeface="Arial"/>
              </a:defRPr>
            </a:lvl3pPr>
            <a:lvl4pPr>
              <a:defRPr sz="1350" b="0">
                <a:solidFill>
                  <a:srgbClr val="718087"/>
                </a:solidFill>
                <a:latin typeface="Arial"/>
                <a:ea typeface="Arial"/>
                <a:cs typeface="Arial"/>
              </a:defRPr>
            </a:lvl4pPr>
            <a:lvl5pPr>
              <a:defRPr sz="1350" b="0">
                <a:solidFill>
                  <a:srgbClr val="718087"/>
                </a:solidFill>
                <a:latin typeface="Arial"/>
                <a:ea typeface="Arial"/>
                <a:cs typeface="Arial"/>
              </a:defRPr>
            </a:lvl5pPr>
            <a:lvl6pPr>
              <a:defRPr sz="1350" b="0">
                <a:solidFill>
                  <a:srgbClr val="718087"/>
                </a:solidFill>
                <a:latin typeface="Arial"/>
                <a:ea typeface="Arial"/>
                <a:cs typeface="Arial"/>
              </a:defRPr>
            </a:lvl6pPr>
            <a:lvl7pPr>
              <a:defRPr sz="1350" b="0">
                <a:solidFill>
                  <a:srgbClr val="718087"/>
                </a:solidFill>
                <a:latin typeface="Arial"/>
                <a:ea typeface="Arial"/>
                <a:cs typeface="Arial"/>
              </a:defRPr>
            </a:lvl7pPr>
            <a:lvl8pPr>
              <a:defRPr sz="1350" b="0">
                <a:solidFill>
                  <a:srgbClr val="718087"/>
                </a:solidFill>
                <a:latin typeface="Arial"/>
                <a:ea typeface="Arial"/>
                <a:cs typeface="Arial"/>
              </a:defRPr>
            </a:lvl8pPr>
            <a:lvl9pPr>
              <a:defRPr sz="1350" b="0">
                <a:solidFill>
                  <a:srgbClr val="718087"/>
                </a:solidFill>
                <a:latin typeface="Arial"/>
                <a:ea typeface="Arial"/>
                <a:cs typeface="Arial"/>
              </a:defRPr>
            </a:lvl9pPr>
          </a:lstStyle>
          <a:p xmlns:a="http://schemas.openxmlformats.org/drawingml/2006/main">
            <a:pPr>
              <a:defRPr sz="1350" b="0">
                <a:solidFill>
                  <a:srgbClr val="718087"/>
                </a:solidFill>
                <a:latin typeface="Arial"/>
                <a:ea typeface="Arial"/>
                <a:cs typeface="Arial"/>
              </a:defRPr>
            </a:pPr>
            <a:r>
              <a:rPr sz="1350" b="0">
                <a:solidFill>
                  <a:srgbClr val="718087"/>
                </a:solidFill>
                <a:latin typeface="Arial"/>
                <a:ea typeface="Arial"/>
                <a:cs typeface="Arial"/>
              </a:rPr>
              <a:t>03</a:t>
            </a:r>
          </a:p>
        </p:txBody>
      </p:sp>
      <p:sp>
        <p:nvSpPr>
          <p:cNvPr id="3" name="scope">
            <a:extLst xmlns:a="http://schemas.openxmlformats.org/drawingml/2006/main">
              <a:ext uri="{FF2B5EF4-FFF2-40B4-BE49-F238E27FC236}">
                <a16:creationId xmlns:a16="http://schemas.microsoft.com/office/drawing/2014/main" id="{E9640966-E607-4916-A033-1A369E7FAC5A}"/>
              </a:ext>
            </a:extLst>
          </p:cNvPr>
          <p:cNvSpPr>
            <a:spLocks xmlns:a="http://schemas.openxmlformats.org/drawingml/2006/main" noGrp="1"/>
          </p:cNvSpPr>
          <p:nvPr/>
        </p:nvSpPr>
        <p:spPr>
          <a:xfrm xmlns:a="http://schemas.openxmlformats.org/drawingml/2006/main">
            <a:off x="685800" y="117157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718087"/>
                </a:solidFill>
                <a:latin typeface="Arial"/>
                <a:ea typeface="Arial"/>
                <a:cs typeface="Arial"/>
              </a:defRPr>
            </a:defPPr>
            <a:lvl1pPr>
              <a:defRPr sz="1950" b="0">
                <a:solidFill>
                  <a:srgbClr val="718087"/>
                </a:solidFill>
                <a:latin typeface="Arial"/>
                <a:ea typeface="Arial"/>
                <a:cs typeface="Arial"/>
              </a:defRPr>
            </a:lvl1pPr>
            <a:lvl2pPr>
              <a:defRPr sz="1950" b="0">
                <a:solidFill>
                  <a:srgbClr val="718087"/>
                </a:solidFill>
                <a:latin typeface="Arial"/>
                <a:ea typeface="Arial"/>
                <a:cs typeface="Arial"/>
              </a:defRPr>
            </a:lvl2pPr>
            <a:lvl3pPr>
              <a:defRPr sz="1950" b="0">
                <a:solidFill>
                  <a:srgbClr val="718087"/>
                </a:solidFill>
                <a:latin typeface="Arial"/>
                <a:ea typeface="Arial"/>
                <a:cs typeface="Arial"/>
              </a:defRPr>
            </a:lvl3pPr>
            <a:lvl4pPr>
              <a:defRPr sz="1950" b="0">
                <a:solidFill>
                  <a:srgbClr val="718087"/>
                </a:solidFill>
                <a:latin typeface="Arial"/>
                <a:ea typeface="Arial"/>
                <a:cs typeface="Arial"/>
              </a:defRPr>
            </a:lvl4pPr>
            <a:lvl5pPr>
              <a:defRPr sz="1950" b="0">
                <a:solidFill>
                  <a:srgbClr val="718087"/>
                </a:solidFill>
                <a:latin typeface="Arial"/>
                <a:ea typeface="Arial"/>
                <a:cs typeface="Arial"/>
              </a:defRPr>
            </a:lvl5pPr>
            <a:lvl6pPr>
              <a:defRPr sz="1950" b="0">
                <a:solidFill>
                  <a:srgbClr val="718087"/>
                </a:solidFill>
                <a:latin typeface="Arial"/>
                <a:ea typeface="Arial"/>
                <a:cs typeface="Arial"/>
              </a:defRPr>
            </a:lvl6pPr>
            <a:lvl7pPr>
              <a:defRPr sz="1950" b="0">
                <a:solidFill>
                  <a:srgbClr val="718087"/>
                </a:solidFill>
                <a:latin typeface="Arial"/>
                <a:ea typeface="Arial"/>
                <a:cs typeface="Arial"/>
              </a:defRPr>
            </a:lvl7pPr>
            <a:lvl8pPr>
              <a:defRPr sz="1950" b="0">
                <a:solidFill>
                  <a:srgbClr val="718087"/>
                </a:solidFill>
                <a:latin typeface="Arial"/>
                <a:ea typeface="Arial"/>
                <a:cs typeface="Arial"/>
              </a:defRPr>
            </a:lvl8pPr>
            <a:lvl9pPr>
              <a:defRPr sz="1950" b="0">
                <a:solidFill>
                  <a:srgbClr val="718087"/>
                </a:solidFill>
                <a:latin typeface="Arial"/>
                <a:ea typeface="Arial"/>
                <a:cs typeface="Arial"/>
              </a:defRPr>
            </a:lvl9pPr>
          </a:lstStyle>
          <a:p xmlns:a="http://schemas.openxmlformats.org/drawingml/2006/main">
            <a:pPr>
              <a:defRPr sz="1950" b="0">
                <a:solidFill>
                  <a:srgbClr val="718087"/>
                </a:solidFill>
                <a:latin typeface="Arial"/>
                <a:ea typeface="Arial"/>
                <a:cs typeface="Arial"/>
              </a:defRPr>
            </a:pPr>
            <a:r>
              <a:rPr sz="1950" b="0">
                <a:solidFill>
                  <a:srgbClr val="718087"/>
                </a:solidFill>
                <a:latin typeface="Arial"/>
                <a:ea typeface="Arial"/>
                <a:cs typeface="Arial"/>
              </a:rPr>
              <a:t>Россия 24. Пример двух целей для Ленина и Сталина, модель M3</a:t>
            </a:r>
          </a:p>
        </p:txBody>
      </p:sp>
      <p:sp>
        <p:nvSpPr>
          <p:cNvPr id="4" name="key">
            <a:extLst xmlns:a="http://schemas.openxmlformats.org/drawingml/2006/main">
              <a:ext uri="{FF2B5EF4-FFF2-40B4-BE49-F238E27FC236}">
                <a16:creationId xmlns:a16="http://schemas.microsoft.com/office/drawing/2014/main" id="{6AA57455-2D73-4A2E-81BB-0D218109F250}"/>
              </a:ext>
            </a:extLst>
          </p:cNvPr>
          <p:cNvSpPr>
            <a:spLocks xmlns:a="http://schemas.openxmlformats.org/drawingml/2006/main" noGrp="1"/>
          </p:cNvSpPr>
          <p:nvPr/>
        </p:nvSpPr>
        <p:spPr>
          <a:xfrm xmlns:a="http://schemas.openxmlformats.org/drawingml/2006/main">
            <a:off x="685800" y="160020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0">
                <a:solidFill>
                  <a:srgbClr val="243C45"/>
                </a:solidFill>
                <a:latin typeface="Arial"/>
                <a:ea typeface="Arial"/>
                <a:cs typeface="Arial"/>
              </a:defRPr>
            </a:defPPr>
            <a:lvl1pPr>
              <a:defRPr sz="1725" b="0">
                <a:solidFill>
                  <a:srgbClr val="243C45"/>
                </a:solidFill>
                <a:latin typeface="Arial"/>
                <a:ea typeface="Arial"/>
                <a:cs typeface="Arial"/>
              </a:defRPr>
            </a:lvl1pPr>
            <a:lvl2pPr>
              <a:defRPr sz="1725" b="0">
                <a:solidFill>
                  <a:srgbClr val="243C45"/>
                </a:solidFill>
                <a:latin typeface="Arial"/>
                <a:ea typeface="Arial"/>
                <a:cs typeface="Arial"/>
              </a:defRPr>
            </a:lvl2pPr>
            <a:lvl3pPr>
              <a:defRPr sz="1725" b="0">
                <a:solidFill>
                  <a:srgbClr val="243C45"/>
                </a:solidFill>
                <a:latin typeface="Arial"/>
                <a:ea typeface="Arial"/>
                <a:cs typeface="Arial"/>
              </a:defRPr>
            </a:lvl3pPr>
            <a:lvl4pPr>
              <a:defRPr sz="1725" b="0">
                <a:solidFill>
                  <a:srgbClr val="243C45"/>
                </a:solidFill>
                <a:latin typeface="Arial"/>
                <a:ea typeface="Arial"/>
                <a:cs typeface="Arial"/>
              </a:defRPr>
            </a:lvl4pPr>
            <a:lvl5pPr>
              <a:defRPr sz="1725" b="0">
                <a:solidFill>
                  <a:srgbClr val="243C45"/>
                </a:solidFill>
                <a:latin typeface="Arial"/>
                <a:ea typeface="Arial"/>
                <a:cs typeface="Arial"/>
              </a:defRPr>
            </a:lvl5pPr>
            <a:lvl6pPr>
              <a:defRPr sz="1725" b="0">
                <a:solidFill>
                  <a:srgbClr val="243C45"/>
                </a:solidFill>
                <a:latin typeface="Arial"/>
                <a:ea typeface="Arial"/>
                <a:cs typeface="Arial"/>
              </a:defRPr>
            </a:lvl6pPr>
            <a:lvl7pPr>
              <a:defRPr sz="1725" b="0">
                <a:solidFill>
                  <a:srgbClr val="243C45"/>
                </a:solidFill>
                <a:latin typeface="Arial"/>
                <a:ea typeface="Arial"/>
                <a:cs typeface="Arial"/>
              </a:defRPr>
            </a:lvl7pPr>
            <a:lvl8pPr>
              <a:defRPr sz="1725" b="0">
                <a:solidFill>
                  <a:srgbClr val="243C45"/>
                </a:solidFill>
                <a:latin typeface="Arial"/>
                <a:ea typeface="Arial"/>
                <a:cs typeface="Arial"/>
              </a:defRPr>
            </a:lvl8pPr>
            <a:lvl9pPr>
              <a:defRPr sz="1725" b="0">
                <a:solidFill>
                  <a:srgbClr val="243C45"/>
                </a:solidFill>
                <a:latin typeface="Arial"/>
                <a:ea typeface="Arial"/>
                <a:cs typeface="Arial"/>
              </a:defRPr>
            </a:lvl9pPr>
          </a:lstStyle>
          <a:p xmlns:a="http://schemas.openxmlformats.org/drawingml/2006/main">
            <a:pPr>
              <a:defRPr sz="1725" b="0">
                <a:solidFill>
                  <a:srgbClr val="243C45"/>
                </a:solidFill>
                <a:latin typeface="Arial"/>
                <a:ea typeface="Arial"/>
                <a:cs typeface="Arial"/>
              </a:defRPr>
            </a:pPr>
            <a:r>
              <a:rPr sz="1725" b="0">
                <a:solidFill>
                  <a:srgbClr val="243C45"/>
                </a:solidFill>
                <a:latin typeface="Arial"/>
                <a:ea typeface="Arial"/>
                <a:cs typeface="Arial"/>
              </a:rPr>
              <a:t>Серый: факт. Цвет: среднее. Светлые линии: границы 80%-го интервала.</a:t>
            </a:r>
          </a:p>
        </p:txBody>
      </p:sp>
      <p:graphicFrame>
        <p:nvGraphicFramePr>
          <p:cNvPr id="5" name="Chart">
            <a:extLst xmlns:a="http://schemas.openxmlformats.org/drawingml/2006/main">
              <a:ext uri="{FF2B5EF4-FFF2-40B4-BE49-F238E27FC236}">
                <a16:creationId xmlns:a16="http://schemas.microsoft.com/office/drawing/2014/main" id="{9A0691A6-890D-4669-AF68-1C5DFFE47181}"/>
              </a:ext>
            </a:extLst>
          </p:cNvPr>
          <p:cNvGraphicFramePr/>
          <p:nvPr/>
        </p:nvGraphicFramePr>
        <p:xfrm>
          <a:off xmlns:a="http://schemas.openxmlformats.org/drawingml/2006/main" x="571500" y="2105025"/>
          <a:ext xmlns:a="http://schemas.openxmlformats.org/drawingml/2006/main" cx="5381625" cy="1828800"/>
        </p:xfrm>
        <a:graphic xmlns:a="http://schemas.openxmlformats.org/drawingml/2006/main">
          <a:graphicData uri="http://schemas.openxmlformats.org/drawingml/2006/chart">
            <c:chart xmlns:r="http://schemas.openxmlformats.org/officeDocument/2006/relationships" xmlns:c="http://schemas.openxmlformats.org/drawingml/2006/chart" r:id="R88c0188c4a7e4f8d"/>
          </a:graphicData>
        </a:graphic>
      </p:graphicFrame>
      <p:graphicFrame>
        <p:nvGraphicFramePr>
          <p:cNvPr id="6" name="Chart">
            <a:extLst xmlns:a="http://schemas.openxmlformats.org/drawingml/2006/main">
              <a:ext uri="{FF2B5EF4-FFF2-40B4-BE49-F238E27FC236}">
                <a16:creationId xmlns:a16="http://schemas.microsoft.com/office/drawing/2014/main" id="{3E1AAEA9-3269-47F9-A0E1-38C229FF9F80}"/>
              </a:ext>
            </a:extLst>
          </p:cNvPr>
          <p:cNvGraphicFramePr/>
          <p:nvPr/>
        </p:nvGraphicFramePr>
        <p:xfrm>
          <a:off xmlns:a="http://schemas.openxmlformats.org/drawingml/2006/main" x="6238875" y="2105025"/>
          <a:ext xmlns:a="http://schemas.openxmlformats.org/drawingml/2006/main" cx="5381625" cy="1828800"/>
        </p:xfrm>
        <a:graphic xmlns:a="http://schemas.openxmlformats.org/drawingml/2006/main">
          <a:graphicData uri="http://schemas.openxmlformats.org/drawingml/2006/chart">
            <c:chart xmlns:r="http://schemas.openxmlformats.org/officeDocument/2006/relationships" xmlns:c="http://schemas.openxmlformats.org/drawingml/2006/chart" r:id="R5985254104954c2f"/>
          </a:graphicData>
        </a:graphic>
      </p:graphicFrame>
      <p:graphicFrame>
        <p:nvGraphicFramePr>
          <p:cNvPr id="7" name="Chart">
            <a:extLst xmlns:a="http://schemas.openxmlformats.org/drawingml/2006/main">
              <a:ext uri="{FF2B5EF4-FFF2-40B4-BE49-F238E27FC236}">
                <a16:creationId xmlns:a16="http://schemas.microsoft.com/office/drawing/2014/main" id="{B8B90B3C-6F57-4FA7-8086-459AB632ADA8}"/>
              </a:ext>
            </a:extLst>
          </p:cNvPr>
          <p:cNvGraphicFramePr/>
          <p:nvPr/>
        </p:nvGraphicFramePr>
        <p:xfrm>
          <a:off xmlns:a="http://schemas.openxmlformats.org/drawingml/2006/main" x="571500" y="4029075"/>
          <a:ext xmlns:a="http://schemas.openxmlformats.org/drawingml/2006/main" cx="5381625" cy="1828800"/>
        </p:xfrm>
        <a:graphic xmlns:a="http://schemas.openxmlformats.org/drawingml/2006/main">
          <a:graphicData uri="http://schemas.openxmlformats.org/drawingml/2006/chart">
            <c:chart xmlns:r="http://schemas.openxmlformats.org/officeDocument/2006/relationships" xmlns:c="http://schemas.openxmlformats.org/drawingml/2006/chart" r:id="R8cd5b22d320844bb"/>
          </a:graphicData>
        </a:graphic>
      </p:graphicFrame>
      <p:graphicFrame>
        <p:nvGraphicFramePr>
          <p:cNvPr id="8" name="Chart">
            <a:extLst xmlns:a="http://schemas.openxmlformats.org/drawingml/2006/main">
              <a:ext uri="{FF2B5EF4-FFF2-40B4-BE49-F238E27FC236}">
                <a16:creationId xmlns:a16="http://schemas.microsoft.com/office/drawing/2014/main" id="{B2159106-BFF4-441D-95C6-29DFCFA14ECD}"/>
              </a:ext>
            </a:extLst>
          </p:cNvPr>
          <p:cNvGraphicFramePr/>
          <p:nvPr/>
        </p:nvGraphicFramePr>
        <p:xfrm>
          <a:off xmlns:a="http://schemas.openxmlformats.org/drawingml/2006/main" x="6238875" y="4029075"/>
          <a:ext xmlns:a="http://schemas.openxmlformats.org/drawingml/2006/main" cx="5381625" cy="1828800"/>
        </p:xfrm>
        <a:graphic xmlns:a="http://schemas.openxmlformats.org/drawingml/2006/main">
          <a:graphicData uri="http://schemas.openxmlformats.org/drawingml/2006/chart">
            <c:chart xmlns:r="http://schemas.openxmlformats.org/officeDocument/2006/relationships" xmlns:c="http://schemas.openxmlformats.org/drawingml/2006/chart" r:id="Ra9961f974092450c"/>
          </a:graphicData>
        </a:graphic>
      </p:graphicFrame>
      <p:sp>
        <p:nvSpPr>
          <p:cNvPr id="9" name="forecast-note">
            <a:extLst xmlns:a="http://schemas.openxmlformats.org/drawingml/2006/main">
              <a:ext uri="{FF2B5EF4-FFF2-40B4-BE49-F238E27FC236}">
                <a16:creationId xmlns:a16="http://schemas.microsoft.com/office/drawing/2014/main" id="{525AC62C-8F68-4697-9712-5AF58BC00448}"/>
              </a:ext>
            </a:extLst>
          </p:cNvPr>
          <p:cNvSpPr>
            <a:spLocks xmlns:a="http://schemas.openxmlformats.org/drawingml/2006/main" noGrp="1"/>
          </p:cNvSpPr>
          <p:nvPr/>
        </p:nvSpPr>
        <p:spPr>
          <a:xfrm xmlns:a="http://schemas.openxmlformats.org/drawingml/2006/main">
            <a:off x="704850" y="6067425"/>
            <a:ext cx="10810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50" b="0">
                <a:solidFill>
                  <a:srgbClr val="718087"/>
                </a:solidFill>
                <a:latin typeface="Arial"/>
                <a:ea typeface="Arial"/>
                <a:cs typeface="Arial"/>
              </a:defRPr>
            </a:defPPr>
            <a:lvl1pPr>
              <a:defRPr sz="1650" b="0">
                <a:solidFill>
                  <a:srgbClr val="718087"/>
                </a:solidFill>
                <a:latin typeface="Arial"/>
                <a:ea typeface="Arial"/>
                <a:cs typeface="Arial"/>
              </a:defRPr>
            </a:lvl1pPr>
            <a:lvl2pPr>
              <a:defRPr sz="1650" b="0">
                <a:solidFill>
                  <a:srgbClr val="718087"/>
                </a:solidFill>
                <a:latin typeface="Arial"/>
                <a:ea typeface="Arial"/>
                <a:cs typeface="Arial"/>
              </a:defRPr>
            </a:lvl2pPr>
            <a:lvl3pPr>
              <a:defRPr sz="1650" b="0">
                <a:solidFill>
                  <a:srgbClr val="718087"/>
                </a:solidFill>
                <a:latin typeface="Arial"/>
                <a:ea typeface="Arial"/>
                <a:cs typeface="Arial"/>
              </a:defRPr>
            </a:lvl3pPr>
            <a:lvl4pPr>
              <a:defRPr sz="1650" b="0">
                <a:solidFill>
                  <a:srgbClr val="718087"/>
                </a:solidFill>
                <a:latin typeface="Arial"/>
                <a:ea typeface="Arial"/>
                <a:cs typeface="Arial"/>
              </a:defRPr>
            </a:lvl4pPr>
            <a:lvl5pPr>
              <a:defRPr sz="1650" b="0">
                <a:solidFill>
                  <a:srgbClr val="718087"/>
                </a:solidFill>
                <a:latin typeface="Arial"/>
                <a:ea typeface="Arial"/>
                <a:cs typeface="Arial"/>
              </a:defRPr>
            </a:lvl5pPr>
            <a:lvl6pPr>
              <a:defRPr sz="1650" b="0">
                <a:solidFill>
                  <a:srgbClr val="718087"/>
                </a:solidFill>
                <a:latin typeface="Arial"/>
                <a:ea typeface="Arial"/>
                <a:cs typeface="Arial"/>
              </a:defRPr>
            </a:lvl6pPr>
            <a:lvl7pPr>
              <a:defRPr sz="1650" b="0">
                <a:solidFill>
                  <a:srgbClr val="718087"/>
                </a:solidFill>
                <a:latin typeface="Arial"/>
                <a:ea typeface="Arial"/>
                <a:cs typeface="Arial"/>
              </a:defRPr>
            </a:lvl7pPr>
            <a:lvl8pPr>
              <a:defRPr sz="1650" b="0">
                <a:solidFill>
                  <a:srgbClr val="718087"/>
                </a:solidFill>
                <a:latin typeface="Arial"/>
                <a:ea typeface="Arial"/>
                <a:cs typeface="Arial"/>
              </a:defRPr>
            </a:lvl8pPr>
            <a:lvl9pPr>
              <a:defRPr sz="1650" b="0">
                <a:solidFill>
                  <a:srgbClr val="718087"/>
                </a:solidFill>
                <a:latin typeface="Arial"/>
                <a:ea typeface="Arial"/>
                <a:cs typeface="Arial"/>
              </a:defRPr>
            </a:lvl9pPr>
          </a:lstStyle>
          <a:p xmlns:a="http://schemas.openxmlformats.org/drawingml/2006/main">
            <a:pPr>
              <a:defRPr sz="1650" b="0">
                <a:solidFill>
                  <a:srgbClr val="718087"/>
                </a:solidFill>
                <a:latin typeface="Arial"/>
                <a:ea typeface="Arial"/>
                <a:cs typeface="Arial"/>
              </a:defRPr>
            </a:pPr>
            <a:r>
              <a:rPr sz="1650" b="0">
                <a:solidFill>
                  <a:srgbClr val="718087"/>
                </a:solidFill>
                <a:latin typeface="Arial"/>
                <a:ea typeface="Arial"/>
                <a:cs typeface="Arial"/>
              </a:rPr>
              <a:t>Прогноз: 3 октября – 2 ноября 2026. Модель учитывает только информацию до 2 октября.</a:t>
            </a:r>
          </a:p>
        </p:txBody>
      </p:sp>
    </p:spTree>
    <p:extLst>
      <p:ext uri="{BB962C8B-B14F-4D97-AF65-F5344CB8AC3E}">
        <p14:creationId xmlns:p14="http://schemas.microsoft.com/office/powerpoint/2010/main" val="1349288590"/>
      </p:ext>
    </p:extLst>
  </p:cSld>
</p:sld>
</file>

<file path=ppt/slides/slide4.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6639F6E9-4C39-4B79-9832-1A11F451AADE}"/>
              </a:ext>
            </a:extLst>
          </p:cNvPr>
          <p:cNvSpPr>
            <a:spLocks xmlns:a="http://schemas.openxmlformats.org/drawingml/2006/main" noGrp="1"/>
          </p:cNvSpPr>
          <p:nvPr/>
        </p:nvSpPr>
        <p:spPr>
          <a:xfrm xmlns:a="http://schemas.openxmlformats.org/drawingml/2006/main">
            <a:off x="628650" y="400050"/>
            <a:ext cx="10934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300" b="0">
                <a:solidFill>
                  <a:srgbClr val="243C45"/>
                </a:solidFill>
                <a:latin typeface="Arial"/>
                <a:ea typeface="Arial"/>
                <a:cs typeface="Arial"/>
              </a:defRPr>
            </a:defPPr>
            <a:lvl1pPr>
              <a:defRPr sz="3300" b="0">
                <a:solidFill>
                  <a:srgbClr val="243C45"/>
                </a:solidFill>
                <a:latin typeface="Arial"/>
                <a:ea typeface="Arial"/>
                <a:cs typeface="Arial"/>
              </a:defRPr>
            </a:lvl1pPr>
            <a:lvl2pPr>
              <a:defRPr sz="3300" b="0">
                <a:solidFill>
                  <a:srgbClr val="243C45"/>
                </a:solidFill>
                <a:latin typeface="Arial"/>
                <a:ea typeface="Arial"/>
                <a:cs typeface="Arial"/>
              </a:defRPr>
            </a:lvl2pPr>
            <a:lvl3pPr>
              <a:defRPr sz="3300" b="0">
                <a:solidFill>
                  <a:srgbClr val="243C45"/>
                </a:solidFill>
                <a:latin typeface="Arial"/>
                <a:ea typeface="Arial"/>
                <a:cs typeface="Arial"/>
              </a:defRPr>
            </a:lvl3pPr>
            <a:lvl4pPr>
              <a:defRPr sz="3300" b="0">
                <a:solidFill>
                  <a:srgbClr val="243C45"/>
                </a:solidFill>
                <a:latin typeface="Arial"/>
                <a:ea typeface="Arial"/>
                <a:cs typeface="Arial"/>
              </a:defRPr>
            </a:lvl4pPr>
            <a:lvl5pPr>
              <a:defRPr sz="3300" b="0">
                <a:solidFill>
                  <a:srgbClr val="243C45"/>
                </a:solidFill>
                <a:latin typeface="Arial"/>
                <a:ea typeface="Arial"/>
                <a:cs typeface="Arial"/>
              </a:defRPr>
            </a:lvl5pPr>
            <a:lvl6pPr>
              <a:defRPr sz="3300" b="0">
                <a:solidFill>
                  <a:srgbClr val="243C45"/>
                </a:solidFill>
                <a:latin typeface="Arial"/>
                <a:ea typeface="Arial"/>
                <a:cs typeface="Arial"/>
              </a:defRPr>
            </a:lvl6pPr>
            <a:lvl7pPr>
              <a:defRPr sz="3300" b="0">
                <a:solidFill>
                  <a:srgbClr val="243C45"/>
                </a:solidFill>
                <a:latin typeface="Arial"/>
                <a:ea typeface="Arial"/>
                <a:cs typeface="Arial"/>
              </a:defRPr>
            </a:lvl7pPr>
            <a:lvl8pPr>
              <a:defRPr sz="3300" b="0">
                <a:solidFill>
                  <a:srgbClr val="243C45"/>
                </a:solidFill>
                <a:latin typeface="Arial"/>
                <a:ea typeface="Arial"/>
                <a:cs typeface="Arial"/>
              </a:defRPr>
            </a:lvl8pPr>
            <a:lvl9pPr>
              <a:defRPr sz="3300" b="0">
                <a:solidFill>
                  <a:srgbClr val="243C45"/>
                </a:solidFill>
                <a:latin typeface="Arial"/>
                <a:ea typeface="Arial"/>
                <a:cs typeface="Arial"/>
              </a:defRPr>
            </a:lvl9pPr>
          </a:lstStyle>
          <a:p xmlns:a="http://schemas.openxmlformats.org/drawingml/2006/main">
            <a:pPr>
              <a:defRPr sz="3300" b="0">
                <a:solidFill>
                  <a:srgbClr val="243C45"/>
                </a:solidFill>
                <a:latin typeface="Arial"/>
                <a:ea typeface="Arial"/>
                <a:cs typeface="Arial"/>
              </a:defRPr>
            </a:pPr>
            <a:r>
              <a:rPr sz="3300" b="0">
                <a:solidFill>
                  <a:srgbClr val="243C45"/>
                </a:solidFill>
                <a:latin typeface="Arial"/>
                <a:ea typeface="Arial"/>
                <a:cs typeface="Arial"/>
              </a:rPr>
              <a:t>Качество дневного прогноза</a:t>
            </a:r>
          </a:p>
        </p:txBody>
      </p:sp>
      <p:sp>
        <p:nvSpPr>
          <p:cNvPr id="2" name="page-number">
            <a:extLst xmlns:a="http://schemas.openxmlformats.org/drawingml/2006/main">
              <a:ext uri="{FF2B5EF4-FFF2-40B4-BE49-F238E27FC236}">
                <a16:creationId xmlns:a16="http://schemas.microsoft.com/office/drawing/2014/main" id="{C6CB9C86-A228-413B-839B-00414BB6EC8C}"/>
              </a:ext>
            </a:extLst>
          </p:cNvPr>
          <p:cNvSpPr>
            <a:spLocks xmlns:a="http://schemas.openxmlformats.org/drawingml/2006/main" noGrp="1"/>
          </p:cNvSpPr>
          <p:nvPr/>
        </p:nvSpPr>
        <p:spPr>
          <a:xfrm xmlns:a="http://schemas.openxmlformats.org/drawingml/2006/main">
            <a:off x="11077575" y="638175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718087"/>
                </a:solidFill>
                <a:latin typeface="Arial"/>
                <a:ea typeface="Arial"/>
                <a:cs typeface="Arial"/>
              </a:defRPr>
            </a:defPPr>
            <a:lvl1pPr>
              <a:defRPr sz="1350" b="0">
                <a:solidFill>
                  <a:srgbClr val="718087"/>
                </a:solidFill>
                <a:latin typeface="Arial"/>
                <a:ea typeface="Arial"/>
                <a:cs typeface="Arial"/>
              </a:defRPr>
            </a:lvl1pPr>
            <a:lvl2pPr>
              <a:defRPr sz="1350" b="0">
                <a:solidFill>
                  <a:srgbClr val="718087"/>
                </a:solidFill>
                <a:latin typeface="Arial"/>
                <a:ea typeface="Arial"/>
                <a:cs typeface="Arial"/>
              </a:defRPr>
            </a:lvl2pPr>
            <a:lvl3pPr>
              <a:defRPr sz="1350" b="0">
                <a:solidFill>
                  <a:srgbClr val="718087"/>
                </a:solidFill>
                <a:latin typeface="Arial"/>
                <a:ea typeface="Arial"/>
                <a:cs typeface="Arial"/>
              </a:defRPr>
            </a:lvl3pPr>
            <a:lvl4pPr>
              <a:defRPr sz="1350" b="0">
                <a:solidFill>
                  <a:srgbClr val="718087"/>
                </a:solidFill>
                <a:latin typeface="Arial"/>
                <a:ea typeface="Arial"/>
                <a:cs typeface="Arial"/>
              </a:defRPr>
            </a:lvl4pPr>
            <a:lvl5pPr>
              <a:defRPr sz="1350" b="0">
                <a:solidFill>
                  <a:srgbClr val="718087"/>
                </a:solidFill>
                <a:latin typeface="Arial"/>
                <a:ea typeface="Arial"/>
                <a:cs typeface="Arial"/>
              </a:defRPr>
            </a:lvl5pPr>
            <a:lvl6pPr>
              <a:defRPr sz="1350" b="0">
                <a:solidFill>
                  <a:srgbClr val="718087"/>
                </a:solidFill>
                <a:latin typeface="Arial"/>
                <a:ea typeface="Arial"/>
                <a:cs typeface="Arial"/>
              </a:defRPr>
            </a:lvl6pPr>
            <a:lvl7pPr>
              <a:defRPr sz="1350" b="0">
                <a:solidFill>
                  <a:srgbClr val="718087"/>
                </a:solidFill>
                <a:latin typeface="Arial"/>
                <a:ea typeface="Arial"/>
                <a:cs typeface="Arial"/>
              </a:defRPr>
            </a:lvl7pPr>
            <a:lvl8pPr>
              <a:defRPr sz="1350" b="0">
                <a:solidFill>
                  <a:srgbClr val="718087"/>
                </a:solidFill>
                <a:latin typeface="Arial"/>
                <a:ea typeface="Arial"/>
                <a:cs typeface="Arial"/>
              </a:defRPr>
            </a:lvl8pPr>
            <a:lvl9pPr>
              <a:defRPr sz="1350" b="0">
                <a:solidFill>
                  <a:srgbClr val="718087"/>
                </a:solidFill>
                <a:latin typeface="Arial"/>
                <a:ea typeface="Arial"/>
                <a:cs typeface="Arial"/>
              </a:defRPr>
            </a:lvl9pPr>
          </a:lstStyle>
          <a:p xmlns:a="http://schemas.openxmlformats.org/drawingml/2006/main">
            <a:pPr>
              <a:defRPr sz="1350" b="0">
                <a:solidFill>
                  <a:srgbClr val="718087"/>
                </a:solidFill>
                <a:latin typeface="Arial"/>
                <a:ea typeface="Arial"/>
                <a:cs typeface="Arial"/>
              </a:defRPr>
            </a:pPr>
            <a:r>
              <a:rPr sz="1350" b="0">
                <a:solidFill>
                  <a:srgbClr val="718087"/>
                </a:solidFill>
                <a:latin typeface="Arial"/>
                <a:ea typeface="Arial"/>
                <a:cs typeface="Arial"/>
              </a:rPr>
              <a:t>04</a:t>
            </a:r>
          </a:p>
        </p:txBody>
      </p:sp>
      <p:sp>
        <p:nvSpPr>
          <p:cNvPr id="3" name="test">
            <a:extLst xmlns:a="http://schemas.openxmlformats.org/drawingml/2006/main">
              <a:ext uri="{FF2B5EF4-FFF2-40B4-BE49-F238E27FC236}">
                <a16:creationId xmlns:a16="http://schemas.microsoft.com/office/drawing/2014/main" id="{321CB3C9-E444-45F9-A39A-F7BC48641BEC}"/>
              </a:ext>
            </a:extLst>
          </p:cNvPr>
          <p:cNvSpPr>
            <a:spLocks xmlns:a="http://schemas.openxmlformats.org/drawingml/2006/main" noGrp="1"/>
          </p:cNvSpPr>
          <p:nvPr/>
        </p:nvSpPr>
        <p:spPr>
          <a:xfrm xmlns:a="http://schemas.openxmlformats.org/drawingml/2006/main">
            <a:off x="685800" y="1200150"/>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b="0">
                <a:solidFill>
                  <a:srgbClr val="718087"/>
                </a:solidFill>
                <a:latin typeface="Arial"/>
                <a:ea typeface="Arial"/>
                <a:cs typeface="Arial"/>
              </a:defRPr>
            </a:defPPr>
            <a:lvl1pPr>
              <a:defRPr sz="1875" b="0">
                <a:solidFill>
                  <a:srgbClr val="718087"/>
                </a:solidFill>
                <a:latin typeface="Arial"/>
                <a:ea typeface="Arial"/>
                <a:cs typeface="Arial"/>
              </a:defRPr>
            </a:lvl1pPr>
            <a:lvl2pPr>
              <a:defRPr sz="1875" b="0">
                <a:solidFill>
                  <a:srgbClr val="718087"/>
                </a:solidFill>
                <a:latin typeface="Arial"/>
                <a:ea typeface="Arial"/>
                <a:cs typeface="Arial"/>
              </a:defRPr>
            </a:lvl2pPr>
            <a:lvl3pPr>
              <a:defRPr sz="1875" b="0">
                <a:solidFill>
                  <a:srgbClr val="718087"/>
                </a:solidFill>
                <a:latin typeface="Arial"/>
                <a:ea typeface="Arial"/>
                <a:cs typeface="Arial"/>
              </a:defRPr>
            </a:lvl3pPr>
            <a:lvl4pPr>
              <a:defRPr sz="1875" b="0">
                <a:solidFill>
                  <a:srgbClr val="718087"/>
                </a:solidFill>
                <a:latin typeface="Arial"/>
                <a:ea typeface="Arial"/>
                <a:cs typeface="Arial"/>
              </a:defRPr>
            </a:lvl4pPr>
            <a:lvl5pPr>
              <a:defRPr sz="1875" b="0">
                <a:solidFill>
                  <a:srgbClr val="718087"/>
                </a:solidFill>
                <a:latin typeface="Arial"/>
                <a:ea typeface="Arial"/>
                <a:cs typeface="Arial"/>
              </a:defRPr>
            </a:lvl5pPr>
            <a:lvl6pPr>
              <a:defRPr sz="1875" b="0">
                <a:solidFill>
                  <a:srgbClr val="718087"/>
                </a:solidFill>
                <a:latin typeface="Arial"/>
                <a:ea typeface="Arial"/>
                <a:cs typeface="Arial"/>
              </a:defRPr>
            </a:lvl6pPr>
            <a:lvl7pPr>
              <a:defRPr sz="1875" b="0">
                <a:solidFill>
                  <a:srgbClr val="718087"/>
                </a:solidFill>
                <a:latin typeface="Arial"/>
                <a:ea typeface="Arial"/>
                <a:cs typeface="Arial"/>
              </a:defRPr>
            </a:lvl7pPr>
            <a:lvl8pPr>
              <a:defRPr sz="1875" b="0">
                <a:solidFill>
                  <a:srgbClr val="718087"/>
                </a:solidFill>
                <a:latin typeface="Arial"/>
                <a:ea typeface="Arial"/>
                <a:cs typeface="Arial"/>
              </a:defRPr>
            </a:lvl8pPr>
            <a:lvl9pPr>
              <a:defRPr sz="1875" b="0">
                <a:solidFill>
                  <a:srgbClr val="718087"/>
                </a:solidFill>
                <a:latin typeface="Arial"/>
                <a:ea typeface="Arial"/>
                <a:cs typeface="Arial"/>
              </a:defRPr>
            </a:lvl9pPr>
          </a:lstStyle>
          <a:p xmlns:a="http://schemas.openxmlformats.org/drawingml/2006/main">
            <a:pPr>
              <a:defRPr sz="1875" b="0">
                <a:solidFill>
                  <a:srgbClr val="718087"/>
                </a:solidFill>
                <a:latin typeface="Arial"/>
                <a:ea typeface="Arial"/>
                <a:cs typeface="Arial"/>
              </a:defRPr>
            </a:pPr>
            <a:r>
              <a:rPr sz="1875" b="0">
                <a:solidFill>
                  <a:srgbClr val="718087"/>
                </a:solidFill>
                <a:latin typeface="Arial"/>
                <a:ea typeface="Arial"/>
                <a:cs typeface="Arial"/>
              </a:rPr>
              <a:t>Внешний тест: январь 2025 – сентябрь 2026, 21 месяц. Меньше — лучше.</a:t>
            </a:r>
          </a:p>
        </p:txBody>
      </p:sp>
      <p:sp>
        <p:nvSpPr>
          <p:cNvPr id="4" name="hierarchy">
            <a:extLst xmlns:a="http://schemas.openxmlformats.org/drawingml/2006/main">
              <a:ext uri="{FF2B5EF4-FFF2-40B4-BE49-F238E27FC236}">
                <a16:creationId xmlns:a16="http://schemas.microsoft.com/office/drawing/2014/main" id="{C628DA68-A47D-4180-BCC8-4DB7FC0F8E92}"/>
              </a:ext>
            </a:extLst>
          </p:cNvPr>
          <p:cNvSpPr>
            <a:spLocks xmlns:a="http://schemas.openxmlformats.org/drawingml/2006/main" noGrp="1"/>
          </p:cNvSpPr>
          <p:nvPr/>
        </p:nvSpPr>
        <p:spPr>
          <a:xfrm xmlns:a="http://schemas.openxmlformats.org/drawingml/2006/main">
            <a:off x="685800" y="1704975"/>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025" b="0">
                <a:solidFill>
                  <a:srgbClr val="277978"/>
                </a:solidFill>
                <a:latin typeface="Arial"/>
                <a:ea typeface="Arial"/>
                <a:cs typeface="Arial"/>
              </a:defRPr>
            </a:defPPr>
            <a:lvl1pPr>
              <a:defRPr sz="2025" b="0">
                <a:solidFill>
                  <a:srgbClr val="277978"/>
                </a:solidFill>
                <a:latin typeface="Arial"/>
                <a:ea typeface="Arial"/>
                <a:cs typeface="Arial"/>
              </a:defRPr>
            </a:lvl1pPr>
            <a:lvl2pPr>
              <a:defRPr sz="2025" b="0">
                <a:solidFill>
                  <a:srgbClr val="277978"/>
                </a:solidFill>
                <a:latin typeface="Arial"/>
                <a:ea typeface="Arial"/>
                <a:cs typeface="Arial"/>
              </a:defRPr>
            </a:lvl2pPr>
            <a:lvl3pPr>
              <a:defRPr sz="2025" b="0">
                <a:solidFill>
                  <a:srgbClr val="277978"/>
                </a:solidFill>
                <a:latin typeface="Arial"/>
                <a:ea typeface="Arial"/>
                <a:cs typeface="Arial"/>
              </a:defRPr>
            </a:lvl3pPr>
            <a:lvl4pPr>
              <a:defRPr sz="2025" b="0">
                <a:solidFill>
                  <a:srgbClr val="277978"/>
                </a:solidFill>
                <a:latin typeface="Arial"/>
                <a:ea typeface="Arial"/>
                <a:cs typeface="Arial"/>
              </a:defRPr>
            </a:lvl4pPr>
            <a:lvl5pPr>
              <a:defRPr sz="2025" b="0">
                <a:solidFill>
                  <a:srgbClr val="277978"/>
                </a:solidFill>
                <a:latin typeface="Arial"/>
                <a:ea typeface="Arial"/>
                <a:cs typeface="Arial"/>
              </a:defRPr>
            </a:lvl5pPr>
            <a:lvl6pPr>
              <a:defRPr sz="2025" b="0">
                <a:solidFill>
                  <a:srgbClr val="277978"/>
                </a:solidFill>
                <a:latin typeface="Arial"/>
                <a:ea typeface="Arial"/>
                <a:cs typeface="Arial"/>
              </a:defRPr>
            </a:lvl6pPr>
            <a:lvl7pPr>
              <a:defRPr sz="2025" b="0">
                <a:solidFill>
                  <a:srgbClr val="277978"/>
                </a:solidFill>
                <a:latin typeface="Arial"/>
                <a:ea typeface="Arial"/>
                <a:cs typeface="Arial"/>
              </a:defRPr>
            </a:lvl7pPr>
            <a:lvl8pPr>
              <a:defRPr sz="2025" b="0">
                <a:solidFill>
                  <a:srgbClr val="277978"/>
                </a:solidFill>
                <a:latin typeface="Arial"/>
                <a:ea typeface="Arial"/>
                <a:cs typeface="Arial"/>
              </a:defRPr>
            </a:lvl8pPr>
            <a:lvl9pPr>
              <a:defRPr sz="2025" b="0">
                <a:solidFill>
                  <a:srgbClr val="277978"/>
                </a:solidFill>
                <a:latin typeface="Arial"/>
                <a:ea typeface="Arial"/>
                <a:cs typeface="Arial"/>
              </a:defRPr>
            </a:lvl9pPr>
          </a:lstStyle>
          <a:p xmlns:a="http://schemas.openxmlformats.org/drawingml/2006/main">
            <a:pPr>
              <a:defRPr sz="2025" b="0">
                <a:solidFill>
                  <a:srgbClr val="277978"/>
                </a:solidFill>
                <a:latin typeface="Arial"/>
                <a:ea typeface="Arial"/>
                <a:cs typeface="Arial"/>
              </a:defRPr>
            </a:pPr>
            <a:r>
              <a:rPr sz="2025" b="0">
                <a:solidFill>
                  <a:srgbClr val="277978"/>
                </a:solidFill>
                <a:latin typeface="Arial"/>
                <a:ea typeface="Arial"/>
                <a:cs typeface="Arial"/>
              </a:rPr>
              <a:t>Совместная схема: p(N) × p(B | N) × p(C | B),   C = B + E</a:t>
            </a:r>
          </a:p>
        </p:txBody>
      </p:sp>
      <p:graphicFrame>
        <p:nvGraphicFramePr>
          <p:cNvPr id="5" name="Chart">
            <a:extLst xmlns:a="http://schemas.openxmlformats.org/drawingml/2006/main">
              <a:ext uri="{FF2B5EF4-FFF2-40B4-BE49-F238E27FC236}">
                <a16:creationId xmlns:a16="http://schemas.microsoft.com/office/drawing/2014/main" id="{B0C2FE50-47DB-4412-9523-DBE23A4A1B89}"/>
              </a:ext>
            </a:extLst>
          </p:cNvPr>
          <p:cNvGraphicFramePr/>
          <p:nvPr/>
        </p:nvGraphicFramePr>
        <p:xfrm>
          <a:off xmlns:a="http://schemas.openxmlformats.org/drawingml/2006/main" x="571500" y="2190750"/>
          <a:ext xmlns:a="http://schemas.openxmlformats.org/drawingml/2006/main" cx="5381625" cy="3057525"/>
        </p:xfrm>
        <a:graphic xmlns:a="http://schemas.openxmlformats.org/drawingml/2006/main">
          <a:graphicData uri="http://schemas.openxmlformats.org/drawingml/2006/chart">
            <c:chart xmlns:r="http://schemas.openxmlformats.org/officeDocument/2006/relationships" xmlns:c="http://schemas.openxmlformats.org/drawingml/2006/chart" r:id="Rc820617abf324741"/>
          </a:graphicData>
        </a:graphic>
      </p:graphicFrame>
      <p:graphicFrame>
        <p:nvGraphicFramePr>
          <p:cNvPr id="6" name="Chart">
            <a:extLst xmlns:a="http://schemas.openxmlformats.org/drawingml/2006/main">
              <a:ext uri="{FF2B5EF4-FFF2-40B4-BE49-F238E27FC236}">
                <a16:creationId xmlns:a16="http://schemas.microsoft.com/office/drawing/2014/main" id="{8024586A-1052-42BE-8858-D46B6D7C9E90}"/>
              </a:ext>
            </a:extLst>
          </p:cNvPr>
          <p:cNvGraphicFramePr/>
          <p:nvPr/>
        </p:nvGraphicFramePr>
        <p:xfrm>
          <a:off xmlns:a="http://schemas.openxmlformats.org/drawingml/2006/main" x="6238875" y="2190750"/>
          <a:ext xmlns:a="http://schemas.openxmlformats.org/drawingml/2006/main" cx="5381625" cy="3057525"/>
        </p:xfrm>
        <a:graphic xmlns:a="http://schemas.openxmlformats.org/drawingml/2006/main">
          <a:graphicData uri="http://schemas.openxmlformats.org/drawingml/2006/chart">
            <c:chart xmlns:r="http://schemas.openxmlformats.org/officeDocument/2006/relationships" xmlns:c="http://schemas.openxmlformats.org/drawingml/2006/chart" r:id="Re529da9e36c04089"/>
          </a:graphicData>
        </a:graphic>
      </p:graphicFrame>
      <p:sp>
        <p:nvSpPr>
          <p:cNvPr id="7" name="model-legend">
            <a:extLst xmlns:a="http://schemas.openxmlformats.org/drawingml/2006/main">
              <a:ext uri="{FF2B5EF4-FFF2-40B4-BE49-F238E27FC236}">
                <a16:creationId xmlns:a16="http://schemas.microsoft.com/office/drawing/2014/main" id="{05C54B54-AD10-4B39-84C5-7B8E029A50B1}"/>
              </a:ext>
            </a:extLst>
          </p:cNvPr>
          <p:cNvSpPr>
            <a:spLocks xmlns:a="http://schemas.openxmlformats.org/drawingml/2006/main" noGrp="1"/>
          </p:cNvSpPr>
          <p:nvPr/>
        </p:nvSpPr>
        <p:spPr>
          <a:xfrm xmlns:a="http://schemas.openxmlformats.org/drawingml/2006/main">
            <a:off x="714375" y="5457825"/>
            <a:ext cx="10763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0">
                <a:solidFill>
                  <a:srgbClr val="243C45"/>
                </a:solidFill>
                <a:latin typeface="Arial"/>
                <a:ea typeface="Arial"/>
                <a:cs typeface="Arial"/>
              </a:defRPr>
            </a:defPPr>
            <a:lvl1pPr>
              <a:defRPr sz="1725" b="0">
                <a:solidFill>
                  <a:srgbClr val="243C45"/>
                </a:solidFill>
                <a:latin typeface="Arial"/>
                <a:ea typeface="Arial"/>
                <a:cs typeface="Arial"/>
              </a:defRPr>
            </a:lvl1pPr>
            <a:lvl2pPr>
              <a:defRPr sz="1725" b="0">
                <a:solidFill>
                  <a:srgbClr val="243C45"/>
                </a:solidFill>
                <a:latin typeface="Arial"/>
                <a:ea typeface="Arial"/>
                <a:cs typeface="Arial"/>
              </a:defRPr>
            </a:lvl2pPr>
            <a:lvl3pPr>
              <a:defRPr sz="1725" b="0">
                <a:solidFill>
                  <a:srgbClr val="243C45"/>
                </a:solidFill>
                <a:latin typeface="Arial"/>
                <a:ea typeface="Arial"/>
                <a:cs typeface="Arial"/>
              </a:defRPr>
            </a:lvl3pPr>
            <a:lvl4pPr>
              <a:defRPr sz="1725" b="0">
                <a:solidFill>
                  <a:srgbClr val="243C45"/>
                </a:solidFill>
                <a:latin typeface="Arial"/>
                <a:ea typeface="Arial"/>
                <a:cs typeface="Arial"/>
              </a:defRPr>
            </a:lvl4pPr>
            <a:lvl5pPr>
              <a:defRPr sz="1725" b="0">
                <a:solidFill>
                  <a:srgbClr val="243C45"/>
                </a:solidFill>
                <a:latin typeface="Arial"/>
                <a:ea typeface="Arial"/>
                <a:cs typeface="Arial"/>
              </a:defRPr>
            </a:lvl5pPr>
            <a:lvl6pPr>
              <a:defRPr sz="1725" b="0">
                <a:solidFill>
                  <a:srgbClr val="243C45"/>
                </a:solidFill>
                <a:latin typeface="Arial"/>
                <a:ea typeface="Arial"/>
                <a:cs typeface="Arial"/>
              </a:defRPr>
            </a:lvl6pPr>
            <a:lvl7pPr>
              <a:defRPr sz="1725" b="0">
                <a:solidFill>
                  <a:srgbClr val="243C45"/>
                </a:solidFill>
                <a:latin typeface="Arial"/>
                <a:ea typeface="Arial"/>
                <a:cs typeface="Arial"/>
              </a:defRPr>
            </a:lvl7pPr>
            <a:lvl8pPr>
              <a:defRPr sz="1725" b="0">
                <a:solidFill>
                  <a:srgbClr val="243C45"/>
                </a:solidFill>
                <a:latin typeface="Arial"/>
                <a:ea typeface="Arial"/>
                <a:cs typeface="Arial"/>
              </a:defRPr>
            </a:lvl8pPr>
            <a:lvl9pPr>
              <a:defRPr sz="1725" b="0">
                <a:solidFill>
                  <a:srgbClr val="243C45"/>
                </a:solidFill>
                <a:latin typeface="Arial"/>
                <a:ea typeface="Arial"/>
                <a:cs typeface="Arial"/>
              </a:defRPr>
            </a:lvl9pPr>
          </a:lstStyle>
          <a:p xmlns:a="http://schemas.openxmlformats.org/drawingml/2006/main">
            <a:pPr>
              <a:defRPr sz="1725" b="0">
                <a:solidFill>
                  <a:srgbClr val="243C45"/>
                </a:solidFill>
                <a:latin typeface="Arial"/>
                <a:ea typeface="Arial"/>
                <a:cs typeface="Arial"/>
              </a:defRPr>
            </a:pPr>
            <a:r>
              <a:rPr sz="1725" b="0">
                <a:solidFill>
                  <a:srgbClr val="243C45"/>
                </a:solidFill>
                <a:latin typeface="Arial"/>
                <a:ea typeface="Arial"/>
                <a:cs typeface="Arial"/>
              </a:rPr>
              <a:t>M1: базовая   M2: сверхдисперсия   M3: календарь и тренд   M4: динамика</a:t>
            </a:r>
          </a:p>
        </p:txBody>
      </p:sp>
      <p:sp>
        <p:nvSpPr>
          <p:cNvPr id="8" name="takeaway">
            <a:extLst xmlns:a="http://schemas.openxmlformats.org/drawingml/2006/main">
              <a:ext uri="{FF2B5EF4-FFF2-40B4-BE49-F238E27FC236}">
                <a16:creationId xmlns:a16="http://schemas.microsoft.com/office/drawing/2014/main" id="{7B426BE5-CBF2-49CA-963B-7EA5B9AEC535}"/>
              </a:ext>
            </a:extLst>
          </p:cNvPr>
          <p:cNvSpPr>
            <a:spLocks xmlns:a="http://schemas.openxmlformats.org/drawingml/2006/main" noGrp="1"/>
          </p:cNvSpPr>
          <p:nvPr/>
        </p:nvSpPr>
        <p:spPr>
          <a:xfrm xmlns:a="http://schemas.openxmlformats.org/drawingml/2006/main">
            <a:off x="714375" y="58959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025" b="0">
                <a:solidFill>
                  <a:srgbClr val="277978"/>
                </a:solidFill>
                <a:latin typeface="Arial"/>
                <a:ea typeface="Arial"/>
                <a:cs typeface="Arial"/>
              </a:defRPr>
            </a:defPPr>
            <a:lvl1pPr>
              <a:defRPr sz="2025" b="0">
                <a:solidFill>
                  <a:srgbClr val="277978"/>
                </a:solidFill>
                <a:latin typeface="Arial"/>
                <a:ea typeface="Arial"/>
                <a:cs typeface="Arial"/>
              </a:defRPr>
            </a:lvl1pPr>
            <a:lvl2pPr>
              <a:defRPr sz="2025" b="0">
                <a:solidFill>
                  <a:srgbClr val="277978"/>
                </a:solidFill>
                <a:latin typeface="Arial"/>
                <a:ea typeface="Arial"/>
                <a:cs typeface="Arial"/>
              </a:defRPr>
            </a:lvl2pPr>
            <a:lvl3pPr>
              <a:defRPr sz="2025" b="0">
                <a:solidFill>
                  <a:srgbClr val="277978"/>
                </a:solidFill>
                <a:latin typeface="Arial"/>
                <a:ea typeface="Arial"/>
                <a:cs typeface="Arial"/>
              </a:defRPr>
            </a:lvl3pPr>
            <a:lvl4pPr>
              <a:defRPr sz="2025" b="0">
                <a:solidFill>
                  <a:srgbClr val="277978"/>
                </a:solidFill>
                <a:latin typeface="Arial"/>
                <a:ea typeface="Arial"/>
                <a:cs typeface="Arial"/>
              </a:defRPr>
            </a:lvl4pPr>
            <a:lvl5pPr>
              <a:defRPr sz="2025" b="0">
                <a:solidFill>
                  <a:srgbClr val="277978"/>
                </a:solidFill>
                <a:latin typeface="Arial"/>
                <a:ea typeface="Arial"/>
                <a:cs typeface="Arial"/>
              </a:defRPr>
            </a:lvl5pPr>
            <a:lvl6pPr>
              <a:defRPr sz="2025" b="0">
                <a:solidFill>
                  <a:srgbClr val="277978"/>
                </a:solidFill>
                <a:latin typeface="Arial"/>
                <a:ea typeface="Arial"/>
                <a:cs typeface="Arial"/>
              </a:defRPr>
            </a:lvl6pPr>
            <a:lvl7pPr>
              <a:defRPr sz="2025" b="0">
                <a:solidFill>
                  <a:srgbClr val="277978"/>
                </a:solidFill>
                <a:latin typeface="Arial"/>
                <a:ea typeface="Arial"/>
                <a:cs typeface="Arial"/>
              </a:defRPr>
            </a:lvl7pPr>
            <a:lvl8pPr>
              <a:defRPr sz="2025" b="0">
                <a:solidFill>
                  <a:srgbClr val="277978"/>
                </a:solidFill>
                <a:latin typeface="Arial"/>
                <a:ea typeface="Arial"/>
                <a:cs typeface="Arial"/>
              </a:defRPr>
            </a:lvl8pPr>
            <a:lvl9pPr>
              <a:defRPr sz="2025" b="0">
                <a:solidFill>
                  <a:srgbClr val="277978"/>
                </a:solidFill>
                <a:latin typeface="Arial"/>
                <a:ea typeface="Arial"/>
                <a:cs typeface="Arial"/>
              </a:defRPr>
            </a:lvl9pPr>
          </a:lstStyle>
          <a:p xmlns:a="http://schemas.openxmlformats.org/drawingml/2006/main">
            <a:pPr>
              <a:defRPr sz="2025" b="0">
                <a:solidFill>
                  <a:srgbClr val="277978"/>
                </a:solidFill>
                <a:latin typeface="Arial"/>
                <a:ea typeface="Arial"/>
                <a:cs typeface="Arial"/>
              </a:defRPr>
            </a:pPr>
            <a:r>
              <a:rPr sz="2025" b="0">
                <a:solidFill>
                  <a:srgbClr val="277978"/>
                </a:solidFill>
                <a:latin typeface="Arial"/>
                <a:ea typeface="Arial"/>
                <a:cs typeface="Arial"/>
              </a:rPr>
              <a:t>M3 снижает CRPS на 10,2%, RMSE на 1,7% относительно M1.</a:t>
            </a:r>
          </a:p>
        </p:txBody>
      </p:sp>
    </p:spTree>
    <p:extLst>
      <p:ext uri="{BB962C8B-B14F-4D97-AF65-F5344CB8AC3E}">
        <p14:creationId xmlns:p14="http://schemas.microsoft.com/office/powerpoint/2010/main" val="2016142996"/>
      </p:ext>
    </p:extLst>
  </p:cSld>
</p:sld>
</file>

<file path=ppt/slides/slide5.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DEEACBDF-89E5-42BA-B9D6-2E45FC906AA1}"/>
              </a:ext>
            </a:extLst>
          </p:cNvPr>
          <p:cNvSpPr>
            <a:spLocks xmlns:a="http://schemas.openxmlformats.org/drawingml/2006/main" noGrp="1"/>
          </p:cNvSpPr>
          <p:nvPr/>
        </p:nvSpPr>
        <p:spPr>
          <a:xfrm xmlns:a="http://schemas.openxmlformats.org/drawingml/2006/main">
            <a:off x="628650" y="400050"/>
            <a:ext cx="10934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300" b="0">
                <a:solidFill>
                  <a:srgbClr val="243C45"/>
                </a:solidFill>
                <a:latin typeface="Arial"/>
                <a:ea typeface="Arial"/>
                <a:cs typeface="Arial"/>
              </a:defRPr>
            </a:defPPr>
            <a:lvl1pPr>
              <a:defRPr sz="3300" b="0">
                <a:solidFill>
                  <a:srgbClr val="243C45"/>
                </a:solidFill>
                <a:latin typeface="Arial"/>
                <a:ea typeface="Arial"/>
                <a:cs typeface="Arial"/>
              </a:defRPr>
            </a:lvl1pPr>
            <a:lvl2pPr>
              <a:defRPr sz="3300" b="0">
                <a:solidFill>
                  <a:srgbClr val="243C45"/>
                </a:solidFill>
                <a:latin typeface="Arial"/>
                <a:ea typeface="Arial"/>
                <a:cs typeface="Arial"/>
              </a:defRPr>
            </a:lvl2pPr>
            <a:lvl3pPr>
              <a:defRPr sz="3300" b="0">
                <a:solidFill>
                  <a:srgbClr val="243C45"/>
                </a:solidFill>
                <a:latin typeface="Arial"/>
                <a:ea typeface="Arial"/>
                <a:cs typeface="Arial"/>
              </a:defRPr>
            </a:lvl3pPr>
            <a:lvl4pPr>
              <a:defRPr sz="3300" b="0">
                <a:solidFill>
                  <a:srgbClr val="243C45"/>
                </a:solidFill>
                <a:latin typeface="Arial"/>
                <a:ea typeface="Arial"/>
                <a:cs typeface="Arial"/>
              </a:defRPr>
            </a:lvl4pPr>
            <a:lvl5pPr>
              <a:defRPr sz="3300" b="0">
                <a:solidFill>
                  <a:srgbClr val="243C45"/>
                </a:solidFill>
                <a:latin typeface="Arial"/>
                <a:ea typeface="Arial"/>
                <a:cs typeface="Arial"/>
              </a:defRPr>
            </a:lvl5pPr>
            <a:lvl6pPr>
              <a:defRPr sz="3300" b="0">
                <a:solidFill>
                  <a:srgbClr val="243C45"/>
                </a:solidFill>
                <a:latin typeface="Arial"/>
                <a:ea typeface="Arial"/>
                <a:cs typeface="Arial"/>
              </a:defRPr>
            </a:lvl6pPr>
            <a:lvl7pPr>
              <a:defRPr sz="3300" b="0">
                <a:solidFill>
                  <a:srgbClr val="243C45"/>
                </a:solidFill>
                <a:latin typeface="Arial"/>
                <a:ea typeface="Arial"/>
                <a:cs typeface="Arial"/>
              </a:defRPr>
            </a:lvl7pPr>
            <a:lvl8pPr>
              <a:defRPr sz="3300" b="0">
                <a:solidFill>
                  <a:srgbClr val="243C45"/>
                </a:solidFill>
                <a:latin typeface="Arial"/>
                <a:ea typeface="Arial"/>
                <a:cs typeface="Arial"/>
              </a:defRPr>
            </a:lvl8pPr>
            <a:lvl9pPr>
              <a:defRPr sz="3300" b="0">
                <a:solidFill>
                  <a:srgbClr val="243C45"/>
                </a:solidFill>
                <a:latin typeface="Arial"/>
                <a:ea typeface="Arial"/>
                <a:cs typeface="Arial"/>
              </a:defRPr>
            </a:lvl9pPr>
          </a:lstStyle>
          <a:p xmlns:a="http://schemas.openxmlformats.org/drawingml/2006/main">
            <a:pPr>
              <a:defRPr sz="3300" b="0">
                <a:solidFill>
                  <a:srgbClr val="243C45"/>
                </a:solidFill>
                <a:latin typeface="Arial"/>
                <a:ea typeface="Arial"/>
                <a:cs typeface="Arial"/>
              </a:defRPr>
            </a:pPr>
            <a:r>
              <a:rPr sz="3300" b="0">
                <a:solidFill>
                  <a:srgbClr val="243C45"/>
                </a:solidFill>
                <a:latin typeface="Arial"/>
                <a:ea typeface="Arial"/>
                <a:cs typeface="Arial"/>
              </a:rPr>
              <a:t>Покрытие интервалов месячных сумм</a:t>
            </a:r>
          </a:p>
        </p:txBody>
      </p:sp>
      <p:sp>
        <p:nvSpPr>
          <p:cNvPr id="2" name="page-number">
            <a:extLst xmlns:a="http://schemas.openxmlformats.org/drawingml/2006/main">
              <a:ext uri="{FF2B5EF4-FFF2-40B4-BE49-F238E27FC236}">
                <a16:creationId xmlns:a16="http://schemas.microsoft.com/office/drawing/2014/main" id="{7805AFF8-408C-4FA4-AC7D-EC07B6F8BB73}"/>
              </a:ext>
            </a:extLst>
          </p:cNvPr>
          <p:cNvSpPr>
            <a:spLocks xmlns:a="http://schemas.openxmlformats.org/drawingml/2006/main" noGrp="1"/>
          </p:cNvSpPr>
          <p:nvPr/>
        </p:nvSpPr>
        <p:spPr>
          <a:xfrm xmlns:a="http://schemas.openxmlformats.org/drawingml/2006/main">
            <a:off x="11077575" y="638175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718087"/>
                </a:solidFill>
                <a:latin typeface="Arial"/>
                <a:ea typeface="Arial"/>
                <a:cs typeface="Arial"/>
              </a:defRPr>
            </a:defPPr>
            <a:lvl1pPr>
              <a:defRPr sz="1350" b="0">
                <a:solidFill>
                  <a:srgbClr val="718087"/>
                </a:solidFill>
                <a:latin typeface="Arial"/>
                <a:ea typeface="Arial"/>
                <a:cs typeface="Arial"/>
              </a:defRPr>
            </a:lvl1pPr>
            <a:lvl2pPr>
              <a:defRPr sz="1350" b="0">
                <a:solidFill>
                  <a:srgbClr val="718087"/>
                </a:solidFill>
                <a:latin typeface="Arial"/>
                <a:ea typeface="Arial"/>
                <a:cs typeface="Arial"/>
              </a:defRPr>
            </a:lvl2pPr>
            <a:lvl3pPr>
              <a:defRPr sz="1350" b="0">
                <a:solidFill>
                  <a:srgbClr val="718087"/>
                </a:solidFill>
                <a:latin typeface="Arial"/>
                <a:ea typeface="Arial"/>
                <a:cs typeface="Arial"/>
              </a:defRPr>
            </a:lvl3pPr>
            <a:lvl4pPr>
              <a:defRPr sz="1350" b="0">
                <a:solidFill>
                  <a:srgbClr val="718087"/>
                </a:solidFill>
                <a:latin typeface="Arial"/>
                <a:ea typeface="Arial"/>
                <a:cs typeface="Arial"/>
              </a:defRPr>
            </a:lvl4pPr>
            <a:lvl5pPr>
              <a:defRPr sz="1350" b="0">
                <a:solidFill>
                  <a:srgbClr val="718087"/>
                </a:solidFill>
                <a:latin typeface="Arial"/>
                <a:ea typeface="Arial"/>
                <a:cs typeface="Arial"/>
              </a:defRPr>
            </a:lvl5pPr>
            <a:lvl6pPr>
              <a:defRPr sz="1350" b="0">
                <a:solidFill>
                  <a:srgbClr val="718087"/>
                </a:solidFill>
                <a:latin typeface="Arial"/>
                <a:ea typeface="Arial"/>
                <a:cs typeface="Arial"/>
              </a:defRPr>
            </a:lvl6pPr>
            <a:lvl7pPr>
              <a:defRPr sz="1350" b="0">
                <a:solidFill>
                  <a:srgbClr val="718087"/>
                </a:solidFill>
                <a:latin typeface="Arial"/>
                <a:ea typeface="Arial"/>
                <a:cs typeface="Arial"/>
              </a:defRPr>
            </a:lvl7pPr>
            <a:lvl8pPr>
              <a:defRPr sz="1350" b="0">
                <a:solidFill>
                  <a:srgbClr val="718087"/>
                </a:solidFill>
                <a:latin typeface="Arial"/>
                <a:ea typeface="Arial"/>
                <a:cs typeface="Arial"/>
              </a:defRPr>
            </a:lvl8pPr>
            <a:lvl9pPr>
              <a:defRPr sz="1350" b="0">
                <a:solidFill>
                  <a:srgbClr val="718087"/>
                </a:solidFill>
                <a:latin typeface="Arial"/>
                <a:ea typeface="Arial"/>
                <a:cs typeface="Arial"/>
              </a:defRPr>
            </a:lvl9pPr>
          </a:lstStyle>
          <a:p xmlns:a="http://schemas.openxmlformats.org/drawingml/2006/main">
            <a:pPr>
              <a:defRPr sz="1350" b="0">
                <a:solidFill>
                  <a:srgbClr val="718087"/>
                </a:solidFill>
                <a:latin typeface="Arial"/>
                <a:ea typeface="Arial"/>
                <a:cs typeface="Arial"/>
              </a:defRPr>
            </a:pPr>
            <a:r>
              <a:rPr sz="1350" b="0">
                <a:solidFill>
                  <a:srgbClr val="718087"/>
                </a:solidFill>
                <a:latin typeface="Arial"/>
                <a:ea typeface="Arial"/>
                <a:cs typeface="Arial"/>
              </a:rPr>
              <a:t>05</a:t>
            </a:r>
          </a:p>
        </p:txBody>
      </p:sp>
      <p:sp>
        <p:nvSpPr>
          <p:cNvPr id="3" name="test">
            <a:extLst xmlns:a="http://schemas.openxmlformats.org/drawingml/2006/main">
              <a:ext uri="{FF2B5EF4-FFF2-40B4-BE49-F238E27FC236}">
                <a16:creationId xmlns:a16="http://schemas.microsoft.com/office/drawing/2014/main" id="{F6EE6F32-D084-4933-A630-C57E89F96E9E}"/>
              </a:ext>
            </a:extLst>
          </p:cNvPr>
          <p:cNvSpPr>
            <a:spLocks xmlns:a="http://schemas.openxmlformats.org/drawingml/2006/main" noGrp="1"/>
          </p:cNvSpPr>
          <p:nvPr/>
        </p:nvSpPr>
        <p:spPr>
          <a:xfrm xmlns:a="http://schemas.openxmlformats.org/drawingml/2006/main">
            <a:off x="685800" y="1200150"/>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b="0">
                <a:solidFill>
                  <a:srgbClr val="718087"/>
                </a:solidFill>
                <a:latin typeface="Arial"/>
                <a:ea typeface="Arial"/>
                <a:cs typeface="Arial"/>
              </a:defRPr>
            </a:defPPr>
            <a:lvl1pPr>
              <a:defRPr sz="1875" b="0">
                <a:solidFill>
                  <a:srgbClr val="718087"/>
                </a:solidFill>
                <a:latin typeface="Arial"/>
                <a:ea typeface="Arial"/>
                <a:cs typeface="Arial"/>
              </a:defRPr>
            </a:lvl1pPr>
            <a:lvl2pPr>
              <a:defRPr sz="1875" b="0">
                <a:solidFill>
                  <a:srgbClr val="718087"/>
                </a:solidFill>
                <a:latin typeface="Arial"/>
                <a:ea typeface="Arial"/>
                <a:cs typeface="Arial"/>
              </a:defRPr>
            </a:lvl2pPr>
            <a:lvl3pPr>
              <a:defRPr sz="1875" b="0">
                <a:solidFill>
                  <a:srgbClr val="718087"/>
                </a:solidFill>
                <a:latin typeface="Arial"/>
                <a:ea typeface="Arial"/>
                <a:cs typeface="Arial"/>
              </a:defRPr>
            </a:lvl3pPr>
            <a:lvl4pPr>
              <a:defRPr sz="1875" b="0">
                <a:solidFill>
                  <a:srgbClr val="718087"/>
                </a:solidFill>
                <a:latin typeface="Arial"/>
                <a:ea typeface="Arial"/>
                <a:cs typeface="Arial"/>
              </a:defRPr>
            </a:lvl4pPr>
            <a:lvl5pPr>
              <a:defRPr sz="1875" b="0">
                <a:solidFill>
                  <a:srgbClr val="718087"/>
                </a:solidFill>
                <a:latin typeface="Arial"/>
                <a:ea typeface="Arial"/>
                <a:cs typeface="Arial"/>
              </a:defRPr>
            </a:lvl5pPr>
            <a:lvl6pPr>
              <a:defRPr sz="1875" b="0">
                <a:solidFill>
                  <a:srgbClr val="718087"/>
                </a:solidFill>
                <a:latin typeface="Arial"/>
                <a:ea typeface="Arial"/>
                <a:cs typeface="Arial"/>
              </a:defRPr>
            </a:lvl6pPr>
            <a:lvl7pPr>
              <a:defRPr sz="1875" b="0">
                <a:solidFill>
                  <a:srgbClr val="718087"/>
                </a:solidFill>
                <a:latin typeface="Arial"/>
                <a:ea typeface="Arial"/>
                <a:cs typeface="Arial"/>
              </a:defRPr>
            </a:lvl7pPr>
            <a:lvl8pPr>
              <a:defRPr sz="1875" b="0">
                <a:solidFill>
                  <a:srgbClr val="718087"/>
                </a:solidFill>
                <a:latin typeface="Arial"/>
                <a:ea typeface="Arial"/>
                <a:cs typeface="Arial"/>
              </a:defRPr>
            </a:lvl8pPr>
            <a:lvl9pPr>
              <a:defRPr sz="1875" b="0">
                <a:solidFill>
                  <a:srgbClr val="718087"/>
                </a:solidFill>
                <a:latin typeface="Arial"/>
                <a:ea typeface="Arial"/>
                <a:cs typeface="Arial"/>
              </a:defRPr>
            </a:lvl9pPr>
          </a:lstStyle>
          <a:p xmlns:a="http://schemas.openxmlformats.org/drawingml/2006/main">
            <a:pPr>
              <a:defRPr sz="1875" b="0">
                <a:solidFill>
                  <a:srgbClr val="718087"/>
                </a:solidFill>
                <a:latin typeface="Arial"/>
                <a:ea typeface="Arial"/>
                <a:cs typeface="Arial"/>
              </a:defRPr>
            </a:pPr>
            <a:r>
              <a:rPr sz="1875" b="0">
                <a:solidFill>
                  <a:srgbClr val="718087"/>
                </a:solidFill>
                <a:latin typeface="Arial"/>
                <a:ea typeface="Arial"/>
                <a:cs typeface="Arial"/>
              </a:rPr>
              <a:t>Внешний тест: 280 полных месячных итогов. Выше линия — больше покрытие.</a:t>
            </a:r>
          </a:p>
        </p:txBody>
      </p:sp>
      <p:graphicFrame>
        <p:nvGraphicFramePr>
          <p:cNvPr id="4" name="Chart">
            <a:extLst xmlns:a="http://schemas.openxmlformats.org/drawingml/2006/main">
              <a:ext uri="{FF2B5EF4-FFF2-40B4-BE49-F238E27FC236}">
                <a16:creationId xmlns:a16="http://schemas.microsoft.com/office/drawing/2014/main" id="{C5029E1E-3894-4166-B3A7-4A32B04D609A}"/>
              </a:ext>
            </a:extLst>
          </p:cNvPr>
          <p:cNvGraphicFramePr/>
          <p:nvPr/>
        </p:nvGraphicFramePr>
        <p:xfrm>
          <a:off xmlns:a="http://schemas.openxmlformats.org/drawingml/2006/main" x="571500" y="2114550"/>
          <a:ext xmlns:a="http://schemas.openxmlformats.org/drawingml/2006/main" cx="5381625" cy="3124200"/>
        </p:xfrm>
        <a:graphic xmlns:a="http://schemas.openxmlformats.org/drawingml/2006/main">
          <a:graphicData uri="http://schemas.openxmlformats.org/drawingml/2006/chart">
            <c:chart xmlns:r="http://schemas.openxmlformats.org/officeDocument/2006/relationships" xmlns:c="http://schemas.openxmlformats.org/drawingml/2006/chart" r:id="R33f59205c9df4ec1"/>
          </a:graphicData>
        </a:graphic>
      </p:graphicFrame>
      <p:graphicFrame>
        <p:nvGraphicFramePr>
          <p:cNvPr id="5" name="Chart">
            <a:extLst xmlns:a="http://schemas.openxmlformats.org/drawingml/2006/main">
              <a:ext uri="{FF2B5EF4-FFF2-40B4-BE49-F238E27FC236}">
                <a16:creationId xmlns:a16="http://schemas.microsoft.com/office/drawing/2014/main" id="{2CD6E233-F853-4739-8400-BC97273DFD67}"/>
              </a:ext>
            </a:extLst>
          </p:cNvPr>
          <p:cNvGraphicFramePr/>
          <p:nvPr/>
        </p:nvGraphicFramePr>
        <p:xfrm>
          <a:off xmlns:a="http://schemas.openxmlformats.org/drawingml/2006/main" x="6238875" y="2114550"/>
          <a:ext xmlns:a="http://schemas.openxmlformats.org/drawingml/2006/main" cx="5381625" cy="3124200"/>
        </p:xfrm>
        <a:graphic xmlns:a="http://schemas.openxmlformats.org/drawingml/2006/main">
          <a:graphicData uri="http://schemas.openxmlformats.org/drawingml/2006/chart">
            <c:chart xmlns:r="http://schemas.openxmlformats.org/officeDocument/2006/relationships" xmlns:c="http://schemas.openxmlformats.org/drawingml/2006/chart" r:id="R48112cd65dc6479c"/>
          </a:graphicData>
        </a:graphic>
      </p:graphicFrame>
      <p:sp>
        <p:nvSpPr>
          <p:cNvPr id="6" name="coverage-key">
            <a:extLst xmlns:a="http://schemas.openxmlformats.org/drawingml/2006/main">
              <a:ext uri="{FF2B5EF4-FFF2-40B4-BE49-F238E27FC236}">
                <a16:creationId xmlns:a16="http://schemas.microsoft.com/office/drawing/2014/main" id="{4756164F-174F-457D-99EA-525C606A0981}"/>
              </a:ext>
            </a:extLst>
          </p:cNvPr>
          <p:cNvSpPr>
            <a:spLocks xmlns:a="http://schemas.openxmlformats.org/drawingml/2006/main" noGrp="1"/>
          </p:cNvSpPr>
          <p:nvPr/>
        </p:nvSpPr>
        <p:spPr>
          <a:xfrm xmlns:a="http://schemas.openxmlformats.org/drawingml/2006/main">
            <a:off x="714375" y="541020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0">
                <a:solidFill>
                  <a:srgbClr val="718087"/>
                </a:solidFill>
                <a:latin typeface="Arial"/>
                <a:ea typeface="Arial"/>
                <a:cs typeface="Arial"/>
              </a:defRPr>
            </a:defPPr>
            <a:lvl1pPr>
              <a:defRPr sz="1725" b="0">
                <a:solidFill>
                  <a:srgbClr val="718087"/>
                </a:solidFill>
                <a:latin typeface="Arial"/>
                <a:ea typeface="Arial"/>
                <a:cs typeface="Arial"/>
              </a:defRPr>
            </a:lvl1pPr>
            <a:lvl2pPr>
              <a:defRPr sz="1725" b="0">
                <a:solidFill>
                  <a:srgbClr val="718087"/>
                </a:solidFill>
                <a:latin typeface="Arial"/>
                <a:ea typeface="Arial"/>
                <a:cs typeface="Arial"/>
              </a:defRPr>
            </a:lvl2pPr>
            <a:lvl3pPr>
              <a:defRPr sz="1725" b="0">
                <a:solidFill>
                  <a:srgbClr val="718087"/>
                </a:solidFill>
                <a:latin typeface="Arial"/>
                <a:ea typeface="Arial"/>
                <a:cs typeface="Arial"/>
              </a:defRPr>
            </a:lvl3pPr>
            <a:lvl4pPr>
              <a:defRPr sz="1725" b="0">
                <a:solidFill>
                  <a:srgbClr val="718087"/>
                </a:solidFill>
                <a:latin typeface="Arial"/>
                <a:ea typeface="Arial"/>
                <a:cs typeface="Arial"/>
              </a:defRPr>
            </a:lvl4pPr>
            <a:lvl5pPr>
              <a:defRPr sz="1725" b="0">
                <a:solidFill>
                  <a:srgbClr val="718087"/>
                </a:solidFill>
                <a:latin typeface="Arial"/>
                <a:ea typeface="Arial"/>
                <a:cs typeface="Arial"/>
              </a:defRPr>
            </a:lvl5pPr>
            <a:lvl6pPr>
              <a:defRPr sz="1725" b="0">
                <a:solidFill>
                  <a:srgbClr val="718087"/>
                </a:solidFill>
                <a:latin typeface="Arial"/>
                <a:ea typeface="Arial"/>
                <a:cs typeface="Arial"/>
              </a:defRPr>
            </a:lvl6pPr>
            <a:lvl7pPr>
              <a:defRPr sz="1725" b="0">
                <a:solidFill>
                  <a:srgbClr val="718087"/>
                </a:solidFill>
                <a:latin typeface="Arial"/>
                <a:ea typeface="Arial"/>
                <a:cs typeface="Arial"/>
              </a:defRPr>
            </a:lvl7pPr>
            <a:lvl8pPr>
              <a:defRPr sz="1725" b="0">
                <a:solidFill>
                  <a:srgbClr val="718087"/>
                </a:solidFill>
                <a:latin typeface="Arial"/>
                <a:ea typeface="Arial"/>
                <a:cs typeface="Arial"/>
              </a:defRPr>
            </a:lvl8pPr>
            <a:lvl9pPr>
              <a:defRPr sz="1725" b="0">
                <a:solidFill>
                  <a:srgbClr val="718087"/>
                </a:solidFill>
                <a:latin typeface="Arial"/>
                <a:ea typeface="Arial"/>
                <a:cs typeface="Arial"/>
              </a:defRPr>
            </a:lvl9pPr>
          </a:lstStyle>
          <a:p xmlns:a="http://schemas.openxmlformats.org/drawingml/2006/main">
            <a:pPr>
              <a:defRPr sz="1725" b="0">
                <a:solidFill>
                  <a:srgbClr val="718087"/>
                </a:solidFill>
                <a:latin typeface="Arial"/>
                <a:ea typeface="Arial"/>
                <a:cs typeface="Arial"/>
              </a:defRPr>
            </a:pPr>
            <a:r>
              <a:rPr sz="1725" b="0">
                <a:solidFill>
                  <a:srgbClr val="718087"/>
                </a:solidFill>
                <a:latin typeface="Arial"/>
                <a:ea typeface="Arial"/>
                <a:cs typeface="Arial"/>
              </a:rPr>
              <a:t>Серый: заявленные 80% и 95%. Зелёный: доля итогов внутри интервала.</a:t>
            </a:r>
          </a:p>
        </p:txBody>
      </p:sp>
      <p:sp>
        <p:nvSpPr>
          <p:cNvPr id="7" name="limitation">
            <a:extLst xmlns:a="http://schemas.openxmlformats.org/drawingml/2006/main">
              <a:ext uri="{FF2B5EF4-FFF2-40B4-BE49-F238E27FC236}">
                <a16:creationId xmlns:a16="http://schemas.microsoft.com/office/drawing/2014/main" id="{1317F7A9-F3C4-4B62-8AF2-8832C95BBCFA}"/>
              </a:ext>
            </a:extLst>
          </p:cNvPr>
          <p:cNvSpPr>
            <a:spLocks xmlns:a="http://schemas.openxmlformats.org/drawingml/2006/main" noGrp="1"/>
          </p:cNvSpPr>
          <p:nvPr/>
        </p:nvSpPr>
        <p:spPr>
          <a:xfrm xmlns:a="http://schemas.openxmlformats.org/drawingml/2006/main">
            <a:off x="714375" y="5867400"/>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025" b="0">
                <a:solidFill>
                  <a:srgbClr val="B46A48"/>
                </a:solidFill>
                <a:latin typeface="Arial"/>
                <a:ea typeface="Arial"/>
                <a:cs typeface="Arial"/>
              </a:defRPr>
            </a:defPPr>
            <a:lvl1pPr>
              <a:defRPr sz="2025" b="0">
                <a:solidFill>
                  <a:srgbClr val="B46A48"/>
                </a:solidFill>
                <a:latin typeface="Arial"/>
                <a:ea typeface="Arial"/>
                <a:cs typeface="Arial"/>
              </a:defRPr>
            </a:lvl1pPr>
            <a:lvl2pPr>
              <a:defRPr sz="2025" b="0">
                <a:solidFill>
                  <a:srgbClr val="B46A48"/>
                </a:solidFill>
                <a:latin typeface="Arial"/>
                <a:ea typeface="Arial"/>
                <a:cs typeface="Arial"/>
              </a:defRPr>
            </a:lvl2pPr>
            <a:lvl3pPr>
              <a:defRPr sz="2025" b="0">
                <a:solidFill>
                  <a:srgbClr val="B46A48"/>
                </a:solidFill>
                <a:latin typeface="Arial"/>
                <a:ea typeface="Arial"/>
                <a:cs typeface="Arial"/>
              </a:defRPr>
            </a:lvl3pPr>
            <a:lvl4pPr>
              <a:defRPr sz="2025" b="0">
                <a:solidFill>
                  <a:srgbClr val="B46A48"/>
                </a:solidFill>
                <a:latin typeface="Arial"/>
                <a:ea typeface="Arial"/>
                <a:cs typeface="Arial"/>
              </a:defRPr>
            </a:lvl4pPr>
            <a:lvl5pPr>
              <a:defRPr sz="2025" b="0">
                <a:solidFill>
                  <a:srgbClr val="B46A48"/>
                </a:solidFill>
                <a:latin typeface="Arial"/>
                <a:ea typeface="Arial"/>
                <a:cs typeface="Arial"/>
              </a:defRPr>
            </a:lvl5pPr>
            <a:lvl6pPr>
              <a:defRPr sz="2025" b="0">
                <a:solidFill>
                  <a:srgbClr val="B46A48"/>
                </a:solidFill>
                <a:latin typeface="Arial"/>
                <a:ea typeface="Arial"/>
                <a:cs typeface="Arial"/>
              </a:defRPr>
            </a:lvl6pPr>
            <a:lvl7pPr>
              <a:defRPr sz="2025" b="0">
                <a:solidFill>
                  <a:srgbClr val="B46A48"/>
                </a:solidFill>
                <a:latin typeface="Arial"/>
                <a:ea typeface="Arial"/>
                <a:cs typeface="Arial"/>
              </a:defRPr>
            </a:lvl7pPr>
            <a:lvl8pPr>
              <a:defRPr sz="2025" b="0">
                <a:solidFill>
                  <a:srgbClr val="B46A48"/>
                </a:solidFill>
                <a:latin typeface="Arial"/>
                <a:ea typeface="Arial"/>
                <a:cs typeface="Arial"/>
              </a:defRPr>
            </a:lvl8pPr>
            <a:lvl9pPr>
              <a:defRPr sz="2025" b="0">
                <a:solidFill>
                  <a:srgbClr val="B46A48"/>
                </a:solidFill>
                <a:latin typeface="Arial"/>
                <a:ea typeface="Arial"/>
                <a:cs typeface="Arial"/>
              </a:defRPr>
            </a:lvl9pPr>
          </a:lstStyle>
          <a:p xmlns:a="http://schemas.openxmlformats.org/drawingml/2006/main">
            <a:pPr>
              <a:defRPr sz="2025" b="0">
                <a:solidFill>
                  <a:srgbClr val="B46A48"/>
                </a:solidFill>
                <a:latin typeface="Arial"/>
                <a:ea typeface="Arial"/>
                <a:cs typeface="Arial"/>
              </a:defRPr>
            </a:pPr>
            <a:r>
              <a:rPr sz="2025" b="0">
                <a:solidFill>
                  <a:srgbClr val="B46A48"/>
                </a:solidFill>
                <a:latin typeface="Arial"/>
                <a:ea typeface="Arial"/>
                <a:cs typeface="Arial"/>
              </a:rPr>
              <a:t>Интервалы M3 слишком узкие. M4 ближе к заявленному уровню.</a:t>
            </a:r>
          </a:p>
        </p:txBody>
      </p:sp>
    </p:spTree>
    <p:extLst>
      <p:ext uri="{BB962C8B-B14F-4D97-AF65-F5344CB8AC3E}">
        <p14:creationId xmlns:p14="http://schemas.microsoft.com/office/powerpoint/2010/main" val="19705494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2026-10-18T08:40:14.0080000Z</dcterms:created>
  <dcterms:modified xsi:type="dcterms:W3CDTF">2026-10-18T08:40:14.0080000Z</dcterms:modified>
</coreProperties>
</file>