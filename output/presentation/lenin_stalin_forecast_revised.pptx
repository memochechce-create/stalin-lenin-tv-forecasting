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5.xml" ContentType="application/vnd.openxmlformats-officedocument.presentationml.notesSlide+xml"/>
  <Override PartName="/ppt/slides/charts/chart1.xlsx" ContentType="application/vnd.openxmlformats-officedocument.spreadsheetml.sheet"/>
  <Override PartName="/ppt/slides/charts/chart2.xlsx" ContentType="application/vnd.openxmlformats-officedocument.spreadsheetml.sheet"/>
  <Override PartName="/ppt/slides/charts/chart3.xlsx" ContentType="application/vnd.openxmlformats-officedocument.spreadsheetml.sheet"/>
  <Override PartName="/ppt/slides/charts/chart4.xlsx" ContentType="application/vnd.openxmlformats-officedocument.spreadsheetml.sheet"/>
  <Override PartName="/ppt/slides/charts/chart5.xlsx" ContentType="application/vnd.openxmlformats-officedocument.spreadsheetml.sheet"/>
  <Override PartName="/ppt/slides/charts/chart6.xlsx" ContentType="application/vnd.openxmlformats-officedocument.spreadsheetml.sheet"/>
  <Override PartName="/ppt/slides/charts/chart7.xlsx" ContentType="application/vnd.openxmlformats-officedocument.spreadsheetml.sheet"/>
  <Override PartName="/ppt/slides/charts/chart8.xlsx" ContentType="application/vnd.openxmlformats-officedocument.spreadsheetml.sheet"/>
  <Override PartName="/ppt/slides/charts/chart9.xlsx" ContentType="application/vnd.openxmlformats-officedocument.spreadsheetml.sheet"/>
  <Override PartName="/ppt/slides/charts/chart10.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55d8e6950445c8" /><Relationship Type="http://schemas.openxmlformats.org/officeDocument/2006/relationships/extended-properties" Target="/docProps/app.xml" Id="R73a279d458204b9f" /><Relationship Type="http://schemas.openxmlformats.org/officeDocument/2006/relationships/officeDocument" Target="/ppt/presentation.xml" Id="Rb48340cf946c48d7" /></Relationships>
</file>

<file path=ppt/presentation.xml><?xml version="1.0" encoding="utf-8"?>
<p:presentation xmlns:p="http://schemas.openxmlformats.org/presentationml/2006/main">
  <p:sldMasterIdLst>
    <p:sldMasterId xmlns:r="http://schemas.openxmlformats.org/officeDocument/2006/relationships" id="2147483648" r:id="R874b92ff46d145e3"/>
  </p:sldMasterIdLst>
  <p:notesMasterIdLst>
    <p:notesMasterId xmlns:r="http://schemas.openxmlformats.org/officeDocument/2006/relationships" r:id="Re9b02c24e2c5440f"/>
  </p:notesMasterIdLst>
  <p:sldIdLst>
    <p:sldId xmlns:r="http://schemas.openxmlformats.org/officeDocument/2006/relationships" id="256" r:id="R214b68487eb2462d"/>
    <p:sldId xmlns:r="http://schemas.openxmlformats.org/officeDocument/2006/relationships" id="257" r:id="Rfcf8286e41ce4805"/>
    <p:sldId xmlns:r="http://schemas.openxmlformats.org/officeDocument/2006/relationships" id="258" r:id="R16ea982d565640a4"/>
    <p:sldId xmlns:r="http://schemas.openxmlformats.org/officeDocument/2006/relationships" id="259" r:id="R3f504ea31c044698"/>
    <p:sldId xmlns:r="http://schemas.openxmlformats.org/officeDocument/2006/relationships" id="260" r:id="Rc0deb6b9e24142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10d76266c44b92" /><Relationship Type="http://schemas.openxmlformats.org/officeDocument/2006/relationships/slideMaster" Target="/ppt/slideMasters/slideMaster1.xml" Id="R874b92ff46d145e3" /><Relationship Type="http://schemas.openxmlformats.org/officeDocument/2006/relationships/notesMaster" Target="/ppt/notesMasters/notesMaster1.xml" Id="Re9b02c24e2c5440f" /><Relationship Type="http://schemas.openxmlformats.org/officeDocument/2006/relationships/presProps" Target="/ppt/presProps.xml" Id="R3b763785d4124eea" /><Relationship Type="http://schemas.openxmlformats.org/officeDocument/2006/relationships/tableStyles" Target="/ppt/tableStyles.xml" Id="R06ad4f9189a74363" /><Relationship Type="http://schemas.openxmlformats.org/officeDocument/2006/relationships/slide" Target="/ppt/slides/slide1.xml" Id="R214b68487eb2462d" /><Relationship Type="http://schemas.openxmlformats.org/officeDocument/2006/relationships/slide" Target="/ppt/slides/slide2.xml" Id="Rfcf8286e41ce4805" /><Relationship Type="http://schemas.openxmlformats.org/officeDocument/2006/relationships/slide" Target="/ppt/slides/slide3.xml" Id="R16ea982d565640a4" /><Relationship Type="http://schemas.openxmlformats.org/officeDocument/2006/relationships/slide" Target="/ppt/slides/slide4.xml" Id="R3f504ea31c044698" /><Relationship Type="http://schemas.openxmlformats.org/officeDocument/2006/relationships/slide" Target="/ppt/slides/slide5.xml" Id="Rc0deb6b9e24142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127ef10e864b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e621a240e744af" /><Relationship Type="http://schemas.openxmlformats.org/officeDocument/2006/relationships/notesMaster" Target="/ppt/notesMasters/notesMaster1.xml" Id="R216df3cfbc6440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bce6ea5c924aff" /><Relationship Type="http://schemas.openxmlformats.org/officeDocument/2006/relationships/notesMaster" Target="/ppt/notesMasters/notesMaster1.xml" Id="R6a740036b4714c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a58e627470483e" /><Relationship Type="http://schemas.openxmlformats.org/officeDocument/2006/relationships/notesMaster" Target="/ppt/notesMasters/notesMaster1.xml" Id="Rccc9727385354e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4282237a044739" /><Relationship Type="http://schemas.openxmlformats.org/officeDocument/2006/relationships/notesMaster" Target="/ppt/notesMasters/notesMaster1.xml" Id="R2d15a58d9e0a43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70d092d9e645fe" /><Relationship Type="http://schemas.openxmlformats.org/officeDocument/2006/relationships/notesMaster" Target="/ppt/notesMasters/notesMaster1.xml" Id="Re15ce5edac304c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Вступление, 1 минута.</a:t>
            </a:r>
          </a:p>
          <a:p xmlns:a="http://schemas.openxmlformats.org/drawingml/2006/main">
            <a:r>
              <a:t/>
            </a:r>
          </a:p>
          <a:p xmlns:a="http://schemas.openxmlformats.org/drawingml/2006/main">
            <a:r>
              <a:t>Мы прогнозируем, как часто фамилии Ленина и Сталина появятся в архивных текстах четырёх российских телеканалов. Ссылки на советских лидеров дают измеримую характеристику телевизионной риторики. Но сами счётчики не позволяют установить политический курс или причинный эффект событий.</a:t>
            </a:r>
          </a:p>
          <a:p xmlns:a="http://schemas.openxmlformats.org/drawingml/2006/main">
            <a:r>
              <a:t/>
            </a:r>
          </a:p>
          <a:p xmlns:a="http://schemas.openxmlformats.org/drawingml/2006/main">
            <a:r>
              <a:t>Для каждого человека и канала у нас две цели: общее число упоминаний и число архивных записей хотя бы с одним упоминанием. Если фамилия прозвучала пять раз в одной записи, первая цель увеличится на пять, вторая на один. Итого получаются шестнадцать рядов.</a:t>
            </a:r>
          </a:p>
          <a:p xmlns:a="http://schemas.openxmlformats.org/drawingml/2006/main">
            <a:r>
              <a:t/>
            </a:r>
          </a:p>
          <a:p xmlns:a="http://schemas.openxmlformats.org/drawingml/2006/main">
            <a:r>
              <a:t>Горизонт по заявке: 31 день, с 3 октября по 2 ноября 2026 года. Мы фиксируем информацию на 2 октября. Это ретроспективное воспроизведение прогноза из этой точки, без использования последующих исходов.</a:t>
            </a:r>
          </a:p>
          <a:p xmlns:a="http://schemas.openxmlformats.org/drawingml/2006/main">
            <a:r>
              <a:t/>
            </a:r>
          </a:p>
          <a:p xmlns:a="http://schemas.openxmlformats.org/drawingml/2006/main">
            <a:r>
              <a:t>Источники: output/proposal/forecasting_proposal.tex; output/joint_forecast/manifest.json. Требования к выступлению: coursework/Instructions on group projects presentations.pdf, 8 минут плюс 2 минуты вопросов.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1:00–2:40. Несглаженные дневные ряды. Каждый график суммирует четыре канала только в даты, когда полны все четыре дня канала. Если хотя бы один канал неполон, совокупный итог отсутствует. Неполные даты исключены. Линии соединяют доступные наблюдения без сглаживания и без заполнения пропусков нулями. Серым показаны raw_candidates_observed_part, то есть все фамильные кандидаты до контекстного исключения и удаления доказанных дублей. Цветом показана основная модельная цель *_mentions. Различие отражает названные объекты, неясные контексты, однофамильцев и дубли. Ни одна линия не сглажена и не является прогнозом.</a:t>
            </a:r>
          </a:p>
          <a:p xmlns:a="http://schemas.openxmlformats.org/drawingml/2006/main">
            <a:r>
              <a:t/>
            </a:r>
          </a:p>
          <a:p xmlns:a="http://schemas.openxmlformats.org/drawingml/2006/main">
            <a:r>
              <a:t>Ленин и площадь Ленина получают разные метки. Контекстные правила предварительны и не проверены независимой человеческой разметкой. Неясные случаи рассматриваем отдельным сценарием. Единица источника — архивная запись, а не уникальная телепередача. Источники: data/cleaned/tv_daily_targets.csv.gz; output/data_cleaning/README.md. GDELT: https://gdeltproject.org/.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2:40–4:20. Слева в каждом графике наблюдения с 15 августа, справа прогноз на 31 день из фиксированной точки 2 октября 2026. Светлые линии показывают границы ежедневного центрального 80-процентного предиктивного интервала для будущего счётчика, цветная линия — среднее. Верхний ряд — число упоминаний, нижний — число архивных записей хотя бы с одним упоминанием. Это несглаженные ежедневные данные. Пример России 24 выбран для демонстрации обеих целей, не как канал с лучшей точностью. Отдельные шкалы необходимы для различающихся счётчиков. Месячные интервалы считаются по суммам целых траекторий, а не сложением дневных границ.</a:t>
            </a:r>
          </a:p>
          <a:p xmlns:a="http://schemas.openxmlformats.org/drawingml/2006/main">
            <a:r>
              <a:t/>
            </a:r>
          </a:p>
          <a:p xmlns:a="http://schemas.openxmlformats.org/drawingml/2006/main">
            <a:r>
              <a:t>По всем четырём каналам прогнозы находятся в отчёте. Месячные средние и 80% интервалы:</a:t>
            </a:r>
          </a:p>
          <a:p xmlns:a="http://schemas.openxmlformats.org/drawingml/2006/main">
            <a:r>
              <a:t>1TV, lenin_broadcasts: 12.8 [7, 19]</a:t>
            </a:r>
          </a:p>
          <a:p xmlns:a="http://schemas.openxmlformats.org/drawingml/2006/main">
            <a:r>
              <a:t>NTV, lenin_broadcasts: 9.5 [5, 14]</a:t>
            </a:r>
          </a:p>
          <a:p xmlns:a="http://schemas.openxmlformats.org/drawingml/2006/main">
            <a:r>
              <a:t>RUSSIA1, lenin_broadcasts: 13.9 [8, 20]</a:t>
            </a:r>
          </a:p>
          <a:p xmlns:a="http://schemas.openxmlformats.org/drawingml/2006/main">
            <a:r>
              <a:t>RUSSIA24, lenin_broadcasts: 24.1 [15, 34]</a:t>
            </a:r>
          </a:p>
          <a:p xmlns:a="http://schemas.openxmlformats.org/drawingml/2006/main">
            <a:r>
              <a:t>1TV, lenin_mentions: 25.5 [11, 43]</a:t>
            </a:r>
          </a:p>
          <a:p xmlns:a="http://schemas.openxmlformats.org/drawingml/2006/main">
            <a:r>
              <a:t>NTV, lenin_mentions: 24.0 [8, 45]</a:t>
            </a:r>
          </a:p>
          <a:p xmlns:a="http://schemas.openxmlformats.org/drawingml/2006/main">
            <a:r>
              <a:t>RUSSIA1, lenin_mentions: 26.0 [12, 43]</a:t>
            </a:r>
          </a:p>
          <a:p xmlns:a="http://schemas.openxmlformats.org/drawingml/2006/main">
            <a:r>
              <a:t>RUSSIA24, lenin_mentions: 38.0 [21, 58]</a:t>
            </a:r>
          </a:p>
          <a:p xmlns:a="http://schemas.openxmlformats.org/drawingml/2006/main">
            <a:r>
              <a:t>1TV, stalin_broadcasts: 16.8 [10, 24]</a:t>
            </a:r>
          </a:p>
          <a:p xmlns:a="http://schemas.openxmlformats.org/drawingml/2006/main">
            <a:r>
              <a:t>NTV, stalin_broadcasts: 8.2 [4, 13]</a:t>
            </a:r>
          </a:p>
          <a:p xmlns:a="http://schemas.openxmlformats.org/drawingml/2006/main">
            <a:r>
              <a:t>RUSSIA1, stalin_broadcasts: 18.2 [12, 25]</a:t>
            </a:r>
          </a:p>
          <a:p xmlns:a="http://schemas.openxmlformats.org/drawingml/2006/main">
            <a:r>
              <a:t>RUSSIA24, stalin_broadcasts: 36.0 [24, 49]</a:t>
            </a:r>
          </a:p>
          <a:p xmlns:a="http://schemas.openxmlformats.org/drawingml/2006/main">
            <a:r>
              <a:t>1TV, stalin_mentions: 46.6 [21, 77]</a:t>
            </a:r>
          </a:p>
          <a:p xmlns:a="http://schemas.openxmlformats.org/drawingml/2006/main">
            <a:r>
              <a:t>NTV, stalin_mentions: 31.3 [8, 61]</a:t>
            </a:r>
          </a:p>
          <a:p xmlns:a="http://schemas.openxmlformats.org/drawingml/2006/main">
            <a:r>
              <a:t>RUSSIA1, stalin_mentions: 37.6 [20, 58]</a:t>
            </a:r>
          </a:p>
          <a:p xmlns:a="http://schemas.openxmlformats.org/drawingml/2006/main">
            <a:r>
              <a:t>RUSSIA24, stalin_mentions: 67.1 [40, 97]</a:t>
            </a:r>
          </a:p>
          <a:p xmlns:a="http://schemas.openxmlformats.org/drawingml/2006/main">
            <a:r>
              <a:t/>
            </a:r>
          </a:p>
          <a:p xmlns:a="http://schemas.openxmlformats.org/drawingml/2006/main">
            <a:r>
              <a:t>Источник: output/joint_forecast/forecast_daily.csv, scenario=main, model=M3; data/cleaned/tv_daily_targets.csv.gz; forecast_month.csv. Последующие исходы не использованы. Интервалы модельные, их фактическое покрытие проверяем на слайде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4:20–6:10. Модели сохраняют зависимость, предложенную преподавателем. N — число всех архивных записей, B — записи с упоминанием, C — все упоминания. Сначала моделируем N, затем B условно на N, затем C=B+E условно на B. Всегда 0≤B≤N, C≥B, а при B=0 C=0.</a:t>
            </a:r>
          </a:p>
          <a:p xmlns:a="http://schemas.openxmlformats.org/drawingml/2006/main">
            <a:r>
              <a:t/>
            </a:r>
          </a:p>
          <a:p xmlns:a="http://schemas.openxmlformats.org/drawingml/2006/main">
            <a:r>
              <a:t>M1 использует постоянные Poisson/Binomial уровни и Gamma/Beta приоры. M2 добавляет NB/Beta-binomial сверхдисперсию. M3 добавляет тренд, месяцы, дни недели и даты, включая 7 ноября, 8 и 9 мая, со сжатием эффектов. M4 добавляет динамический латентный уровень с условным фильтром частиц. Это модульное приближение, не полный совместный Bayes. Смесь выбирает одну из четырёх целых траекторий с одинаковыми весами. Статические posterior для M2/M3 получены MH, четыре цепи, R-hat и ESS.</a:t>
            </a:r>
          </a:p>
          <a:p xmlns:a="http://schemas.openxmlformats.org/drawingml/2006/main">
            <a:r>
              <a:t/>
            </a:r>
          </a:p>
          <a:p xmlns:a="http://schemas.openxmlformats.org/drawingml/2006/main">
            <a:r>
              <a:t>Графики показывают внешнюю оценку на одинаковых 10052 дневных наблюдениях шестнадцати рядов. Перед каждым тестовым месяцем обучение использует только прошлое. CRPS оценивает всё предиктивное распределение. Для сравнения масштабов делим его на max(1, среднее обучающего ряда). RMSE оценивает точечный прогноз в исходных единицах. Обе оси начинаются с нуля, поэтому заметно, что RMSE меняется мало. M3 снижает нормированный CRPS на 10,2%, RMSE на 1,7%, а M4 почти не меняет дневную точность. M3 и q=0.015 выбраны заранее на validation июля–декабря 2024.</a:t>
            </a:r>
          </a:p>
          <a:p xmlns:a="http://schemas.openxmlformats.org/drawingml/2006/main">
            <a:r>
              <a:t/>
            </a:r>
          </a:p>
          <a:p xmlns:a="http://schemas.openxmlformats.org/drawingml/2006/main">
            <a:r>
              <a:t>Источники: output/joint_forecast/evaluation.csv; selection.json; analysis/joint_count_models.py. N не входит в эти 16 оцениваемых целевых рядов.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6:10–8:00. Мы отдельно проверяем неопределённость месячных сумм. Дневное покрытие не заменяет эту проверку. Каждая точка — доля полностью наблюдаемых месячных итогов, попавших в соответствующий предиктивный интервал. Серые линии — номинальные 80 и 95 процентов. Зелёные линии соединяют модели только для удобства сравнения, порядок моделей категориальный, не временной.</a:t>
            </a:r>
          </a:p>
          <a:p xmlns:a="http://schemas.openxmlformats.org/drawingml/2006/main">
            <a:r>
              <a:t/>
            </a:r>
          </a:p>
          <a:p xmlns:a="http://schemas.openxmlformats.org/drawingml/2006/main">
            <a:r>
              <a:t>Для M3 фактическое покрытие равно 72,1% вместо 80% и 90,0% вместо 95%. M4 ближе: 77,9% и 91,8%. Динамика помогает учитывать зависимость внутри месяца. Месячный CRPS тоже чуть лучше для M4: 8,160 против 8,236 у M3. Это не повод выбирать модель задним числом на внешнем тесте, поэтому основная модель остаётся M3, выбранная на раннем validation.</a:t>
            </a:r>
          </a:p>
          <a:p xmlns:a="http://schemas.openxmlformats.org/drawingml/2006/main">
            <a:r>
              <a:t/>
            </a:r>
          </a:p>
          <a:p xmlns:a="http://schemas.openxmlformats.org/drawingml/2006/main">
            <a:r>
              <a:t>280 итогов относятся к 21 месяцу и шестнадцати рядам, это не 280 независимых экспериментов. Внутри временных блоков есть зависимость. Backtest использует одну исправленную версию архива, историческая доступность каждой версии не подтверждена. Семантическая точность контекстных правил не измерена на независимой человеческой разметке. Вывод: календарь улучшает дневной вероятностный прогноз, но месячная калибровка остаётся ограничением.</a:t>
            </a:r>
          </a:p>
          <a:p xmlns:a="http://schemas.openxmlformats.org/drawingml/2006/main">
            <a:r>
              <a:t/>
            </a:r>
          </a:p>
          <a:p xmlns:a="http://schemas.openxmlformats.org/drawingml/2006/main">
            <a:r>
              <a:t>Источник: output/joint_forecast/evaluation_monthly.csv; backtest_monthly.csv; selection.json. Показатели рассчитаны на одном и том же наборе 280 полных month-target cases для каждой модели.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ea67df714844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1607d9f55248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031a20019740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f10e6430934c5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26a75d6ff946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9d5ed0514f44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2E4AF4-359F-4267-B427-A7D8BF0793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43980E-6281-4DF6-AFEC-54932F85797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03B90F5-525D-4C42-A31F-F711D8AC6C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CA89F9-22B1-43D7-8181-5DDCE3C58A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5159EF-35D0-431E-AF50-DBF0921842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545236-806C-42DF-9059-54FEFD494B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B01285-1DE1-44EB-BA3F-B54EC114E2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4744BC-F465-4A07-BCE0-4FA2B83473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68E857-0B99-4628-AA0B-D4817054E5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CAEBBF-8D1D-4D3E-96CF-DB6D5D296EA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99a6274bb94d80" /><Relationship Type="http://schemas.openxmlformats.org/officeDocument/2006/relationships/slideLayout" Target="/ppt/slideLayouts/slideLayout1.xml" Id="R610d0dceab90443b" /><Relationship Type="http://schemas.openxmlformats.org/officeDocument/2006/relationships/slideLayout" Target="/ppt/slideLayouts/slideLayout2.xml" Id="R9280d3967d06435f" /><Relationship Type="http://schemas.openxmlformats.org/officeDocument/2006/relationships/slideLayout" Target="/ppt/slideLayouts/slideLayout3.xml" Id="R0410e9b9537c4525" /><Relationship Type="http://schemas.openxmlformats.org/officeDocument/2006/relationships/slideLayout" Target="/ppt/slideLayouts/slideLayout4.xml" Id="R26c93bbce6ab4360" /><Relationship Type="http://schemas.openxmlformats.org/officeDocument/2006/relationships/slideLayout" Target="/ppt/slideLayouts/slideLayout5.xml" Id="R095896a33a304d43" /><Relationship Type="http://schemas.openxmlformats.org/officeDocument/2006/relationships/slideLayout" Target="/ppt/slideLayouts/slideLayout6.xml" Id="Rdae2dd548c914e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0d0dceab90443b"/>
    <p:sldLayoutId xmlns:r="http://schemas.openxmlformats.org/officeDocument/2006/relationships" id="2147483650" r:id="R9280d3967d06435f"/>
    <p:sldLayoutId xmlns:r="http://schemas.openxmlformats.org/officeDocument/2006/relationships" id="2147483651" r:id="R0410e9b9537c4525"/>
    <p:sldLayoutId xmlns:r="http://schemas.openxmlformats.org/officeDocument/2006/relationships" id="2147483652" r:id="R26c93bbce6ab4360"/>
    <p:sldLayoutId xmlns:r="http://schemas.openxmlformats.org/officeDocument/2006/relationships" id="2147483653" r:id="R095896a33a304d43"/>
    <p:sldLayoutId xmlns:r="http://schemas.openxmlformats.org/officeDocument/2006/relationships" id="2147483654" r:id="Rdae2dd548c914e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eac4503a5404bd9" /><Relationship Type="http://schemas.openxmlformats.org/officeDocument/2006/relationships/notesSlide" Target="/ppt/notesSlides/notesSlide1.xml" Id="R7360fa61e4e74f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6ffa0c588e4fa2" /><Relationship Type="http://schemas.openxmlformats.org/officeDocument/2006/relationships/chart" Target="/ppt/slides/charts/chart1.xml" Id="R2a89d86ab0c5457c" /><Relationship Type="http://schemas.openxmlformats.org/officeDocument/2006/relationships/chart" Target="/ppt/slides/charts/chart2.xml" Id="Rde2fb13d89f04179" /><Relationship Type="http://schemas.openxmlformats.org/officeDocument/2006/relationships/notesSlide" Target="/ppt/notesSlides/notesSlide2.xml" Id="R68b75d50f2eb4e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873b373e1e942a4" /><Relationship Type="http://schemas.openxmlformats.org/officeDocument/2006/relationships/chart" Target="/ppt/slides/charts/chart3.xml" Id="R430c5ad18341462f" /><Relationship Type="http://schemas.openxmlformats.org/officeDocument/2006/relationships/chart" Target="/ppt/slides/charts/chart4.xml" Id="R149d4619cd0f43cc" /><Relationship Type="http://schemas.openxmlformats.org/officeDocument/2006/relationships/chart" Target="/ppt/slides/charts/chart5.xml" Id="Re5d9b828ee57419c" /><Relationship Type="http://schemas.openxmlformats.org/officeDocument/2006/relationships/chart" Target="/ppt/slides/charts/chart6.xml" Id="R8e96d3a0be5c4692" /><Relationship Type="http://schemas.openxmlformats.org/officeDocument/2006/relationships/notesSlide" Target="/ppt/notesSlides/notesSlide3.xml" Id="R6f37e823ede64b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95d9c9a7084323" /><Relationship Type="http://schemas.openxmlformats.org/officeDocument/2006/relationships/chart" Target="/ppt/slides/charts/chart7.xml" Id="R0d087cb6cd314fa1" /><Relationship Type="http://schemas.openxmlformats.org/officeDocument/2006/relationships/chart" Target="/ppt/slides/charts/chart8.xml" Id="R1af2b318feca4459" /><Relationship Type="http://schemas.openxmlformats.org/officeDocument/2006/relationships/notesSlide" Target="/ppt/notesSlides/notesSlide4.xml" Id="Rdb62faf9fadf4c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75a6736b584ef1" /><Relationship Type="http://schemas.openxmlformats.org/officeDocument/2006/relationships/chart" Target="/ppt/slides/charts/chart9.xml" Id="R49f52d18f12848ad" /><Relationship Type="http://schemas.openxmlformats.org/officeDocument/2006/relationships/chart" Target="/ppt/slides/charts/chart10.xml" Id="R8d38789b737a4072" /><Relationship Type="http://schemas.openxmlformats.org/officeDocument/2006/relationships/notesSlide" Target="/ppt/notesSlides/notesSlide5.xml" Id="Rb414dd6444d34baa" /></Relationships>
</file>

<file path=ppt/slides/charts/_rels/chart1.xml.rels><?xml version='1.0' encoding='utf-8'?>
<ns0:Relationships xmlns:ns0="http://schemas.openxmlformats.org/package/2006/relationships"><ns0:Relationship Id="rIdWorkbook" Type="http://schemas.openxmlformats.org/officeDocument/2006/relationships/package" Target="chart1.xlsx" /></ns0:Relationships>
</file>

<file path=ppt/slides/charts/_rels/chart2.xml.rels><?xml version='1.0' encoding='utf-8'?>
<ns0:Relationships xmlns:ns0="http://schemas.openxmlformats.org/package/2006/relationships"><ns0:Relationship Id="rIdWorkbook" Type="http://schemas.openxmlformats.org/officeDocument/2006/relationships/package" Target="chart2.xlsx" /></ns0:Relationships>
</file>

<file path=ppt/slides/charts/_rels/chart3.xml.rels><?xml version='1.0' encoding='utf-8'?>
<ns0:Relationships xmlns:ns0="http://schemas.openxmlformats.org/package/2006/relationships"><ns0:Relationship Id="rIdWorkbook" Type="http://schemas.openxmlformats.org/officeDocument/2006/relationships/package" Target="chart3.xlsx" /></ns0:Relationships>
</file>

<file path=ppt/slides/charts/_rels/chart4.xml.rels><?xml version='1.0' encoding='utf-8'?>
<ns0:Relationships xmlns:ns0="http://schemas.openxmlformats.org/package/2006/relationships"><ns0:Relationship Id="rIdWorkbook" Type="http://schemas.openxmlformats.org/officeDocument/2006/relationships/package" Target="chart4.xlsx" /></ns0:Relationships>
</file>

<file path=ppt/slides/charts/_rels/chart5.xml.rels><?xml version='1.0' encoding='utf-8'?>
<ns0:Relationships xmlns:ns0="http://schemas.openxmlformats.org/package/2006/relationships"><ns0:Relationship Id="rIdWorkbook" Type="http://schemas.openxmlformats.org/officeDocument/2006/relationships/package" Target="chart5.xlsx" /></ns0:Relationships>
</file>

<file path=ppt/slides/charts/_rels/chart6.xml.rels><?xml version='1.0' encoding='utf-8'?>
<ns0:Relationships xmlns:ns0="http://schemas.openxmlformats.org/package/2006/relationships"><ns0:Relationship Id="rIdWorkbook" Type="http://schemas.openxmlformats.org/officeDocument/2006/relationships/package" Target="chart6.xlsx" /></ns0:Relationships>
</file>

<file path=ppt/slides/charts/_rels/chart7.xml.rels><?xml version='1.0' encoding='utf-8'?>
<ns0:Relationships xmlns:ns0="http://schemas.openxmlformats.org/package/2006/relationships"><ns0:Relationship Id="rIdWorkbook" Type="http://schemas.openxmlformats.org/officeDocument/2006/relationships/package" Target="chart7.xlsx" /></ns0:Relationships>
</file>

<file path=ppt/slides/charts/_rels/chart8.xml.rels><?xml version='1.0' encoding='utf-8'?>
<ns0:Relationships xmlns:ns0="http://schemas.openxmlformats.org/package/2006/relationships"><ns0:Relationship Id="rIdWorkbook" Type="http://schemas.openxmlformats.org/officeDocument/2006/relationships/package" Target="chart8.xlsx" /></ns0:Relationships>
</file>

<file path=ppt/slides/charts/_rels/chart9.xml.rels><?xml version='1.0' encoding='utf-8'?>
<ns0:Relationships xmlns:ns0="http://schemas.openxmlformats.org/package/2006/relationships"><ns0:Relationship Id="rIdWorkbook" Type="http://schemas.openxmlformats.org/officeDocument/2006/relationships/package" Target="chart9.xlsx" /></ns0:Relationships>
</file>

<file path=ppt/slides/charts/_rels/chart10.xml.rels><?xml version='1.0' encoding='utf-8'?>
<ns0:Relationships xmlns:ns0="http://schemas.openxmlformats.org/package/2006/relationships"><ns0:Relationship Id="rIdWorkbook" Type="http://schemas.openxmlformats.org/officeDocument/2006/relationships/package" Target="chart10.xlsx" /></ns0: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До очистки</c:v>
          </c:tx>
          <c:spPr>
            <ns1:solidFill>
              <ns1:srgbClr val="AFB9BA"/>
            </ns1:solidFill>
            <ns1:ln w="11430">
              <ns1:solidFill>
                <ns1:srgbClr val="AFB9BA"/>
              </ns1:solidFill>
            </ns1:ln>
          </c:spPr>
          <c:marker>
            <c:symbol val="none"/>
          </c:marker>
          <c:xVal>
            <c:numRef>
              <c:f>'Chart Data'!$A$2:$A$1283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Data'!$B$2:$B$1283</c:f>
              <c:numCache>
                <c:formatCode>0</c:formatCode>
                <c:ptCount val="1282"/>
                <c:pt idx="0">
                  <c:v>5</c:v>
                </c:pt>
                <c:pt idx="1">
                  <c:v>4</c:v>
                </c:pt>
                <c:pt idx="2">
                  <c:v>4</c:v>
                </c:pt>
                <c:pt idx="3">
                  <c:v>4</c:v>
                </c:pt>
                <c:pt idx="4">
                  <c:v>20</c:v>
                </c:pt>
                <c:pt idx="5">
                  <c:v>2</c:v>
                </c:pt>
                <c:pt idx="6">
                  <c:v>7</c:v>
                </c:pt>
                <c:pt idx="7">
                  <c:v>15</c:v>
                </c:pt>
                <c:pt idx="8">
                  <c:v>3</c:v>
                </c:pt>
                <c:pt idx="9">
                  <c:v>14</c:v>
                </c:pt>
                <c:pt idx="10">
                  <c:v>4</c:v>
                </c:pt>
                <c:pt idx="11">
                  <c:v>4</c:v>
                </c:pt>
                <c:pt idx="12">
                  <c:v>0</c:v>
                </c:pt>
                <c:pt idx="13">
                  <c:v>7</c:v>
                </c:pt>
                <c:pt idx="14">
                  <c:v>2</c:v>
                </c:pt>
                <c:pt idx="15">
                  <c:v>5</c:v>
                </c:pt>
                <c:pt idx="16">
                  <c:v>10</c:v>
                </c:pt>
                <c:pt idx="17">
                  <c:v>6</c:v>
                </c:pt>
                <c:pt idx="18">
                  <c:v>8</c:v>
                </c:pt>
                <c:pt idx="19">
                  <c:v>12</c:v>
                </c:pt>
                <c:pt idx="20">
                  <c:v>5</c:v>
                </c:pt>
                <c:pt idx="21">
                  <c:v>12</c:v>
                </c:pt>
                <c:pt idx="22">
                  <c:v>7</c:v>
                </c:pt>
                <c:pt idx="23">
                  <c:v>7</c:v>
                </c:pt>
                <c:pt idx="24">
                  <c:v>11</c:v>
                </c:pt>
                <c:pt idx="25">
                  <c:v>7</c:v>
                </c:pt>
                <c:pt idx="26">
                  <c:v>12</c:v>
                </c:pt>
                <c:pt idx="27">
                  <c:v>6</c:v>
                </c:pt>
                <c:pt idx="28">
                  <c:v>5</c:v>
                </c:pt>
                <c:pt idx="29">
                  <c:v>9</c:v>
                </c:pt>
                <c:pt idx="30">
                  <c:v>8</c:v>
                </c:pt>
                <c:pt idx="31">
                  <c:v>6</c:v>
                </c:pt>
                <c:pt idx="32">
                  <c:v>6</c:v>
                </c:pt>
                <c:pt idx="33">
                  <c:v>10</c:v>
                </c:pt>
                <c:pt idx="34">
                  <c:v>5</c:v>
                </c:pt>
                <c:pt idx="35">
                  <c:v>6</c:v>
                </c:pt>
                <c:pt idx="36">
                  <c:v>3</c:v>
                </c:pt>
                <c:pt idx="37">
                  <c:v>4</c:v>
                </c:pt>
                <c:pt idx="38">
                  <c:v>8</c:v>
                </c:pt>
                <c:pt idx="39">
                  <c:v>10</c:v>
                </c:pt>
                <c:pt idx="40">
                  <c:v>5</c:v>
                </c:pt>
                <c:pt idx="41">
                  <c:v>3</c:v>
                </c:pt>
                <c:pt idx="42">
                  <c:v>9</c:v>
                </c:pt>
                <c:pt idx="43">
                  <c:v>7</c:v>
                </c:pt>
                <c:pt idx="44">
                  <c:v>24</c:v>
                </c:pt>
                <c:pt idx="45">
                  <c:v>2</c:v>
                </c:pt>
                <c:pt idx="46">
                  <c:v>1</c:v>
                </c:pt>
                <c:pt idx="47">
                  <c:v>3</c:v>
                </c:pt>
                <c:pt idx="48">
                  <c:v>10</c:v>
                </c:pt>
                <c:pt idx="49">
                  <c:v>11</c:v>
                </c:pt>
                <c:pt idx="50">
                  <c:v>18</c:v>
                </c:pt>
                <c:pt idx="51">
                  <c:v>12</c:v>
                </c:pt>
                <c:pt idx="52">
                  <c:v>2</c:v>
                </c:pt>
                <c:pt idx="53">
                  <c:v>1</c:v>
                </c:pt>
                <c:pt idx="54">
                  <c:v>5</c:v>
                </c:pt>
                <c:pt idx="55">
                  <c:v>15</c:v>
                </c:pt>
                <c:pt idx="56">
                  <c:v>7</c:v>
                </c:pt>
                <c:pt idx="57">
                  <c:v>7</c:v>
                </c:pt>
                <c:pt idx="58">
                  <c:v>12</c:v>
                </c:pt>
                <c:pt idx="59">
                  <c:v>9</c:v>
                </c:pt>
                <c:pt idx="60">
                  <c:v>2</c:v>
                </c:pt>
                <c:pt idx="61">
                  <c:v>11</c:v>
                </c:pt>
                <c:pt idx="62">
                  <c:v>4</c:v>
                </c:pt>
                <c:pt idx="63">
                  <c:v>5</c:v>
                </c:pt>
                <c:pt idx="64">
                  <c:v>8</c:v>
                </c:pt>
                <c:pt idx="65">
                  <c:v>3</c:v>
                </c:pt>
                <c:pt idx="66">
                  <c:v>1</c:v>
                </c:pt>
                <c:pt idx="67">
                  <c:v>3</c:v>
                </c:pt>
                <c:pt idx="68">
                  <c:v>7</c:v>
                </c:pt>
                <c:pt idx="69">
                  <c:v>1</c:v>
                </c:pt>
                <c:pt idx="70">
                  <c:v>6</c:v>
                </c:pt>
                <c:pt idx="71">
                  <c:v>8</c:v>
                </c:pt>
                <c:pt idx="72">
                  <c:v>4</c:v>
                </c:pt>
                <c:pt idx="73">
                  <c:v>1</c:v>
                </c:pt>
                <c:pt idx="74">
                  <c:v>5</c:v>
                </c:pt>
                <c:pt idx="75">
                  <c:v>3</c:v>
                </c:pt>
                <c:pt idx="76">
                  <c:v>3</c:v>
                </c:pt>
                <c:pt idx="77">
                  <c:v>1</c:v>
                </c:pt>
                <c:pt idx="78">
                  <c:v>1</c:v>
                </c:pt>
                <c:pt idx="79">
                  <c:v>14</c:v>
                </c:pt>
                <c:pt idx="80">
                  <c:v>1</c:v>
                </c:pt>
                <c:pt idx="81">
                  <c:v>12</c:v>
                </c:pt>
                <c:pt idx="82">
                  <c:v>12</c:v>
                </c:pt>
                <c:pt idx="83">
                  <c:v>0</c:v>
                </c:pt>
                <c:pt idx="84">
                  <c:v>3</c:v>
                </c:pt>
                <c:pt idx="85">
                  <c:v>1</c:v>
                </c:pt>
                <c:pt idx="86">
                  <c:v>12</c:v>
                </c:pt>
                <c:pt idx="87">
                  <c:v>24</c:v>
                </c:pt>
                <c:pt idx="88">
                  <c:v>10</c:v>
                </c:pt>
                <c:pt idx="89">
                  <c:v>3</c:v>
                </c:pt>
                <c:pt idx="90">
                  <c:v>0</c:v>
                </c:pt>
                <c:pt idx="91">
                  <c:v>10</c:v>
                </c:pt>
                <c:pt idx="92">
                  <c:v>3</c:v>
                </c:pt>
                <c:pt idx="93">
                  <c:v>1</c:v>
                </c:pt>
                <c:pt idx="94">
                  <c:v>3</c:v>
                </c:pt>
                <c:pt idx="95">
                  <c:v>9</c:v>
                </c:pt>
                <c:pt idx="96">
                  <c:v>13</c:v>
                </c:pt>
                <c:pt idx="97">
                  <c:v>63</c:v>
                </c:pt>
                <c:pt idx="98">
                  <c:v>3</c:v>
                </c:pt>
                <c:pt idx="99">
                  <c:v>7</c:v>
                </c:pt>
                <c:pt idx="100">
                  <c:v>6</c:v>
                </c:pt>
                <c:pt idx="101">
                  <c:v>3</c:v>
                </c:pt>
                <c:pt idx="102">
                  <c:v>0</c:v>
                </c:pt>
                <c:pt idx="103">
                  <c:v>20</c:v>
                </c:pt>
                <c:pt idx="104">
                  <c:v>3</c:v>
                </c:pt>
                <c:pt idx="105">
                  <c:v>2</c:v>
                </c:pt>
                <c:pt idx="106">
                  <c:v>19</c:v>
                </c:pt>
                <c:pt idx="107">
                  <c:v>8</c:v>
                </c:pt>
                <c:pt idx="108">
                  <c:v>7</c:v>
                </c:pt>
                <c:pt idx="109">
                  <c:v>12</c:v>
                </c:pt>
                <c:pt idx="110">
                  <c:v>3</c:v>
                </c:pt>
                <c:pt idx="111">
                  <c:v>6</c:v>
                </c:pt>
                <c:pt idx="112">
                  <c:v>11</c:v>
                </c:pt>
                <c:pt idx="113">
                  <c:v>9</c:v>
                </c:pt>
                <c:pt idx="114">
                  <c:v>37</c:v>
                </c:pt>
                <c:pt idx="115">
                  <c:v>7</c:v>
                </c:pt>
                <c:pt idx="116">
                  <c:v>2</c:v>
                </c:pt>
                <c:pt idx="117">
                  <c:v>0</c:v>
                </c:pt>
                <c:pt idx="118">
                  <c:v>5</c:v>
                </c:pt>
                <c:pt idx="119">
                  <c:v>8</c:v>
                </c:pt>
                <c:pt idx="120">
                  <c:v>13</c:v>
                </c:pt>
                <c:pt idx="121">
                  <c:v>7</c:v>
                </c:pt>
                <c:pt idx="122">
                  <c:v>2</c:v>
                </c:pt>
                <c:pt idx="123">
                  <c:v>8</c:v>
                </c:pt>
                <c:pt idx="124">
                  <c:v>13</c:v>
                </c:pt>
                <c:pt idx="125">
                  <c:v>4</c:v>
                </c:pt>
                <c:pt idx="126">
                  <c:v>2</c:v>
                </c:pt>
                <c:pt idx="127">
                  <c:v>4</c:v>
                </c:pt>
                <c:pt idx="128">
                  <c:v>3</c:v>
                </c:pt>
                <c:pt idx="129">
                  <c:v>6</c:v>
                </c:pt>
                <c:pt idx="130">
                  <c:v>5</c:v>
                </c:pt>
                <c:pt idx="131">
                  <c:v>4</c:v>
                </c:pt>
                <c:pt idx="132">
                  <c:v>7</c:v>
                </c:pt>
                <c:pt idx="133">
                  <c:v>0</c:v>
                </c:pt>
                <c:pt idx="134">
                  <c:v>8</c:v>
                </c:pt>
                <c:pt idx="135">
                  <c:v>20</c:v>
                </c:pt>
                <c:pt idx="136">
                  <c:v>7</c:v>
                </c:pt>
                <c:pt idx="137">
                  <c:v>2</c:v>
                </c:pt>
                <c:pt idx="138">
                  <c:v>5</c:v>
                </c:pt>
                <c:pt idx="139">
                  <c:v>6</c:v>
                </c:pt>
                <c:pt idx="140">
                  <c:v>1</c:v>
                </c:pt>
                <c:pt idx="141">
                  <c:v>3</c:v>
                </c:pt>
                <c:pt idx="142">
                  <c:v>17</c:v>
                </c:pt>
                <c:pt idx="143">
                  <c:v>7</c:v>
                </c:pt>
                <c:pt idx="144">
                  <c:v>6</c:v>
                </c:pt>
                <c:pt idx="145">
                  <c:v>1</c:v>
                </c:pt>
                <c:pt idx="146">
                  <c:v>7</c:v>
                </c:pt>
                <c:pt idx="147">
                  <c:v>2</c:v>
                </c:pt>
                <c:pt idx="148">
                  <c:v>0</c:v>
                </c:pt>
                <c:pt idx="149">
                  <c:v>18</c:v>
                </c:pt>
                <c:pt idx="150">
                  <c:v>13</c:v>
                </c:pt>
                <c:pt idx="151">
                  <c:v>8</c:v>
                </c:pt>
                <c:pt idx="152">
                  <c:v>2</c:v>
                </c:pt>
                <c:pt idx="153">
                  <c:v>4</c:v>
                </c:pt>
                <c:pt idx="154">
                  <c:v>5</c:v>
                </c:pt>
                <c:pt idx="155">
                  <c:v>1</c:v>
                </c:pt>
                <c:pt idx="156">
                  <c:v>1</c:v>
                </c:pt>
                <c:pt idx="157">
                  <c:v>2</c:v>
                </c:pt>
                <c:pt idx="158">
                  <c:v>3</c:v>
                </c:pt>
                <c:pt idx="159">
                  <c:v>4</c:v>
                </c:pt>
                <c:pt idx="160">
                  <c:v>3</c:v>
                </c:pt>
                <c:pt idx="161">
                  <c:v>2</c:v>
                </c:pt>
                <c:pt idx="162">
                  <c:v>2</c:v>
                </c:pt>
                <c:pt idx="163">
                  <c:v>2</c:v>
                </c:pt>
                <c:pt idx="164">
                  <c:v>2</c:v>
                </c:pt>
                <c:pt idx="165">
                  <c:v>1</c:v>
                </c:pt>
                <c:pt idx="166">
                  <c:v>1</c:v>
                </c:pt>
                <c:pt idx="167">
                  <c:v>3</c:v>
                </c:pt>
                <c:pt idx="168">
                  <c:v>17</c:v>
                </c:pt>
                <c:pt idx="169">
                  <c:v>5</c:v>
                </c:pt>
                <c:pt idx="170">
                  <c:v>5</c:v>
                </c:pt>
                <c:pt idx="171">
                  <c:v>1</c:v>
                </c:pt>
                <c:pt idx="172">
                  <c:v>4</c:v>
                </c:pt>
                <c:pt idx="173">
                  <c:v>2</c:v>
                </c:pt>
                <c:pt idx="174">
                  <c:v>1</c:v>
                </c:pt>
                <c:pt idx="175">
                  <c:v>3</c:v>
                </c:pt>
                <c:pt idx="176">
                  <c:v>4</c:v>
                </c:pt>
                <c:pt idx="177">
                  <c:v>2</c:v>
                </c:pt>
                <c:pt idx="178">
                  <c:v>5</c:v>
                </c:pt>
                <c:pt idx="179">
                  <c:v>3</c:v>
                </c:pt>
                <c:pt idx="180">
                  <c:v>2</c:v>
                </c:pt>
                <c:pt idx="181">
                  <c:v>1</c:v>
                </c:pt>
                <c:pt idx="182">
                  <c:v>0</c:v>
                </c:pt>
                <c:pt idx="183">
                  <c:v>0</c:v>
                </c:pt>
                <c:pt idx="184">
                  <c:v>1</c:v>
                </c:pt>
                <c:pt idx="185">
                  <c:v>0</c:v>
                </c:pt>
                <c:pt idx="186">
                  <c:v>2</c:v>
                </c:pt>
                <c:pt idx="187">
                  <c:v>9</c:v>
                </c:pt>
                <c:pt idx="188">
                  <c:v>6</c:v>
                </c:pt>
                <c:pt idx="189">
                  <c:v>19</c:v>
                </c:pt>
                <c:pt idx="190">
                  <c:v>4</c:v>
                </c:pt>
                <c:pt idx="191">
                  <c:v>0</c:v>
                </c:pt>
                <c:pt idx="192">
                  <c:v>0</c:v>
                </c:pt>
                <c:pt idx="193">
                  <c:v>4</c:v>
                </c:pt>
                <c:pt idx="194">
                  <c:v>1</c:v>
                </c:pt>
                <c:pt idx="195">
                  <c:v>4</c:v>
                </c:pt>
                <c:pt idx="196">
                  <c:v>12</c:v>
                </c:pt>
                <c:pt idx="197">
                  <c:v>13</c:v>
                </c:pt>
                <c:pt idx="198">
                  <c:v>7</c:v>
                </c:pt>
                <c:pt idx="199">
                  <c:v>12</c:v>
                </c:pt>
                <c:pt idx="200">
                  <c:v>2</c:v>
                </c:pt>
                <c:pt idx="201">
                  <c:v>7</c:v>
                </c:pt>
                <c:pt idx="202">
                  <c:v>3</c:v>
                </c:pt>
                <c:pt idx="203">
                  <c:v>2</c:v>
                </c:pt>
                <c:pt idx="204">
                  <c:v>3</c:v>
                </c:pt>
                <c:pt idx="205">
                  <c:v>0</c:v>
                </c:pt>
                <c:pt idx="206">
                  <c:v>3</c:v>
                </c:pt>
                <c:pt idx="207">
                  <c:v>7</c:v>
                </c:pt>
                <c:pt idx="208">
                  <c:v>1</c:v>
                </c:pt>
                <c:pt idx="209">
                  <c:v>1</c:v>
                </c:pt>
                <c:pt idx="210">
                  <c:v>4</c:v>
                </c:pt>
                <c:pt idx="211">
                  <c:v>8</c:v>
                </c:pt>
                <c:pt idx="212">
                  <c:v>7</c:v>
                </c:pt>
                <c:pt idx="213">
                  <c:v>3</c:v>
                </c:pt>
                <c:pt idx="214">
                  <c:v>6</c:v>
                </c:pt>
                <c:pt idx="215">
                  <c:v>1</c:v>
                </c:pt>
                <c:pt idx="216">
                  <c:v>0</c:v>
                </c:pt>
                <c:pt idx="217">
                  <c:v>7</c:v>
                </c:pt>
                <c:pt idx="218">
                  <c:v>5</c:v>
                </c:pt>
                <c:pt idx="219">
                  <c:v>5</c:v>
                </c:pt>
                <c:pt idx="220">
                  <c:v>21</c:v>
                </c:pt>
                <c:pt idx="221">
                  <c:v>8</c:v>
                </c:pt>
                <c:pt idx="222">
                  <c:v>5</c:v>
                </c:pt>
                <c:pt idx="223">
                  <c:v>2</c:v>
                </c:pt>
                <c:pt idx="224">
                  <c:v>8</c:v>
                </c:pt>
                <c:pt idx="225">
                  <c:v>9</c:v>
                </c:pt>
                <c:pt idx="226">
                  <c:v>10</c:v>
                </c:pt>
                <c:pt idx="227">
                  <c:v>8</c:v>
                </c:pt>
                <c:pt idx="228">
                  <c:v>5</c:v>
                </c:pt>
                <c:pt idx="229">
                  <c:v>8</c:v>
                </c:pt>
                <c:pt idx="230">
                  <c:v>10</c:v>
                </c:pt>
                <c:pt idx="231">
                  <c:v>1</c:v>
                </c:pt>
                <c:pt idx="232">
                  <c:v>2</c:v>
                </c:pt>
                <c:pt idx="233">
                  <c:v>4</c:v>
                </c:pt>
                <c:pt idx="234">
                  <c:v>3</c:v>
                </c:pt>
                <c:pt idx="235">
                  <c:v>19</c:v>
                </c:pt>
                <c:pt idx="236">
                  <c:v>43</c:v>
                </c:pt>
                <c:pt idx="237">
                  <c:v>15</c:v>
                </c:pt>
                <c:pt idx="238">
                  <c:v>18</c:v>
                </c:pt>
                <c:pt idx="239">
                  <c:v>4</c:v>
                </c:pt>
                <c:pt idx="240">
                  <c:v>8</c:v>
                </c:pt>
                <c:pt idx="241">
                  <c:v>3</c:v>
                </c:pt>
                <c:pt idx="242">
                  <c:v>1</c:v>
                </c:pt>
                <c:pt idx="243">
                  <c:v>5</c:v>
                </c:pt>
                <c:pt idx="244">
                  <c:v>17</c:v>
                </c:pt>
                <c:pt idx="245">
                  <c:v>0</c:v>
                </c:pt>
                <c:pt idx="246">
                  <c:v>3</c:v>
                </c:pt>
                <c:pt idx="247">
                  <c:v>6</c:v>
                </c:pt>
                <c:pt idx="248">
                  <c:v>2</c:v>
                </c:pt>
                <c:pt idx="249">
                  <c:v>8</c:v>
                </c:pt>
                <c:pt idx="250">
                  <c:v>8</c:v>
                </c:pt>
                <c:pt idx="251">
                  <c:v>1</c:v>
                </c:pt>
                <c:pt idx="252">
                  <c:v>3</c:v>
                </c:pt>
                <c:pt idx="253">
                  <c:v>24</c:v>
                </c:pt>
                <c:pt idx="254">
                  <c:v>4</c:v>
                </c:pt>
                <c:pt idx="255">
                  <c:v>7</c:v>
                </c:pt>
                <c:pt idx="256">
                  <c:v>4</c:v>
                </c:pt>
                <c:pt idx="257">
                  <c:v>15</c:v>
                </c:pt>
                <c:pt idx="258">
                  <c:v>2</c:v>
                </c:pt>
                <c:pt idx="259">
                  <c:v>3</c:v>
                </c:pt>
                <c:pt idx="260">
                  <c:v>24</c:v>
                </c:pt>
                <c:pt idx="261">
                  <c:v>2</c:v>
                </c:pt>
                <c:pt idx="262">
                  <c:v>5</c:v>
                </c:pt>
                <c:pt idx="263">
                  <c:v>15</c:v>
                </c:pt>
                <c:pt idx="264">
                  <c:v>65</c:v>
                </c:pt>
                <c:pt idx="265">
                  <c:v>4</c:v>
                </c:pt>
                <c:pt idx="266">
                  <c:v>4</c:v>
                </c:pt>
                <c:pt idx="267">
                  <c:v>11</c:v>
                </c:pt>
                <c:pt idx="268">
                  <c:v>10</c:v>
                </c:pt>
                <c:pt idx="269">
                  <c:v>12</c:v>
                </c:pt>
                <c:pt idx="270">
                  <c:v>4</c:v>
                </c:pt>
                <c:pt idx="271">
                  <c:v>5</c:v>
                </c:pt>
                <c:pt idx="272">
                  <c:v>8</c:v>
                </c:pt>
                <c:pt idx="273">
                  <c:v>18</c:v>
                </c:pt>
                <c:pt idx="274">
                  <c:v>14</c:v>
                </c:pt>
                <c:pt idx="275">
                  <c:v>2</c:v>
                </c:pt>
                <c:pt idx="276">
                  <c:v>10</c:v>
                </c:pt>
                <c:pt idx="277">
                  <c:v>2</c:v>
                </c:pt>
                <c:pt idx="278">
                  <c:v>4</c:v>
                </c:pt>
                <c:pt idx="279">
                  <c:v>9</c:v>
                </c:pt>
                <c:pt idx="280">
                  <c:v>2</c:v>
                </c:pt>
                <c:pt idx="281">
                  <c:v>5</c:v>
                </c:pt>
                <c:pt idx="282">
                  <c:v>3</c:v>
                </c:pt>
                <c:pt idx="283">
                  <c:v>4</c:v>
                </c:pt>
                <c:pt idx="284">
                  <c:v>4</c:v>
                </c:pt>
                <c:pt idx="285">
                  <c:v>3</c:v>
                </c:pt>
                <c:pt idx="286">
                  <c:v>1</c:v>
                </c:pt>
                <c:pt idx="287">
                  <c:v>5</c:v>
                </c:pt>
                <c:pt idx="288">
                  <c:v>1</c:v>
                </c:pt>
                <c:pt idx="289">
                  <c:v>3</c:v>
                </c:pt>
                <c:pt idx="290">
                  <c:v>10</c:v>
                </c:pt>
                <c:pt idx="291">
                  <c:v>12</c:v>
                </c:pt>
                <c:pt idx="292">
                  <c:v>7</c:v>
                </c:pt>
                <c:pt idx="293">
                  <c:v>13</c:v>
                </c:pt>
                <c:pt idx="294">
                  <c:v>4</c:v>
                </c:pt>
                <c:pt idx="295">
                  <c:v>7</c:v>
                </c:pt>
                <c:pt idx="296">
                  <c:v>6</c:v>
                </c:pt>
                <c:pt idx="297">
                  <c:v>94</c:v>
                </c:pt>
                <c:pt idx="298">
                  <c:v>1</c:v>
                </c:pt>
                <c:pt idx="299">
                  <c:v>13</c:v>
                </c:pt>
                <c:pt idx="300">
                  <c:v>7</c:v>
                </c:pt>
                <c:pt idx="301">
                  <c:v>2</c:v>
                </c:pt>
                <c:pt idx="302">
                  <c:v>10</c:v>
                </c:pt>
                <c:pt idx="303">
                  <c:v>0</c:v>
                </c:pt>
                <c:pt idx="304">
                  <c:v>0</c:v>
                </c:pt>
                <c:pt idx="305">
                  <c:v>4</c:v>
                </c:pt>
                <c:pt idx="306">
                  <c:v>5</c:v>
                </c:pt>
                <c:pt idx="307">
                  <c:v>7</c:v>
                </c:pt>
                <c:pt idx="308">
                  <c:v>5</c:v>
                </c:pt>
                <c:pt idx="309">
                  <c:v>3</c:v>
                </c:pt>
                <c:pt idx="310">
                  <c:v>3</c:v>
                </c:pt>
                <c:pt idx="311">
                  <c:v>0</c:v>
                </c:pt>
                <c:pt idx="312">
                  <c:v>6</c:v>
                </c:pt>
                <c:pt idx="313">
                  <c:v>5</c:v>
                </c:pt>
                <c:pt idx="314">
                  <c:v>6</c:v>
                </c:pt>
                <c:pt idx="315">
                  <c:v>3</c:v>
                </c:pt>
                <c:pt idx="316">
                  <c:v>13</c:v>
                </c:pt>
                <c:pt idx="317">
                  <c:v>1</c:v>
                </c:pt>
                <c:pt idx="318">
                  <c:v>1</c:v>
                </c:pt>
                <c:pt idx="319">
                  <c:v>3</c:v>
                </c:pt>
                <c:pt idx="320">
                  <c:v>0</c:v>
                </c:pt>
                <c:pt idx="321">
                  <c:v>25</c:v>
                </c:pt>
                <c:pt idx="322">
                  <c:v>2</c:v>
                </c:pt>
                <c:pt idx="323">
                  <c:v>7</c:v>
                </c:pt>
                <c:pt idx="324">
                  <c:v>8</c:v>
                </c:pt>
                <c:pt idx="325">
                  <c:v>8</c:v>
                </c:pt>
                <c:pt idx="326">
                  <c:v>3</c:v>
                </c:pt>
                <c:pt idx="327">
                  <c:v>11</c:v>
                </c:pt>
                <c:pt idx="328">
                  <c:v>5</c:v>
                </c:pt>
                <c:pt idx="329">
                  <c:v>5</c:v>
                </c:pt>
                <c:pt idx="330">
                  <c:v>6</c:v>
                </c:pt>
                <c:pt idx="331">
                  <c:v>3</c:v>
                </c:pt>
                <c:pt idx="332">
                  <c:v>0</c:v>
                </c:pt>
                <c:pt idx="333">
                  <c:v>4</c:v>
                </c:pt>
                <c:pt idx="334">
                  <c:v>3</c:v>
                </c:pt>
                <c:pt idx="335">
                  <c:v>3</c:v>
                </c:pt>
                <c:pt idx="336">
                  <c:v>5</c:v>
                </c:pt>
                <c:pt idx="337">
                  <c:v>3</c:v>
                </c:pt>
                <c:pt idx="338">
                  <c:v>3</c:v>
                </c:pt>
                <c:pt idx="339">
                  <c:v>4</c:v>
                </c:pt>
                <c:pt idx="340">
                  <c:v>1</c:v>
                </c:pt>
                <c:pt idx="341">
                  <c:v>4</c:v>
                </c:pt>
                <c:pt idx="342">
                  <c:v>2</c:v>
                </c:pt>
                <c:pt idx="343">
                  <c:v>9</c:v>
                </c:pt>
                <c:pt idx="344">
                  <c:v>249</c:v>
                </c:pt>
                <c:pt idx="345">
                  <c:v>147</c:v>
                </c:pt>
                <c:pt idx="346">
                  <c:v>6</c:v>
                </c:pt>
                <c:pt idx="347">
                  <c:v>15</c:v>
                </c:pt>
                <c:pt idx="348">
                  <c:v>22</c:v>
                </c:pt>
                <c:pt idx="349">
                  <c:v>31</c:v>
                </c:pt>
                <c:pt idx="350">
                  <c:v>14</c:v>
                </c:pt>
                <c:pt idx="351">
                  <c:v>74</c:v>
                </c:pt>
                <c:pt idx="352">
                  <c:v>9</c:v>
                </c:pt>
                <c:pt idx="353">
                  <c:v>11</c:v>
                </c:pt>
                <c:pt idx="354">
                  <c:v>2</c:v>
                </c:pt>
                <c:pt idx="355">
                  <c:v>4</c:v>
                </c:pt>
                <c:pt idx="356">
                  <c:v>5</c:v>
                </c:pt>
                <c:pt idx="357">
                  <c:v>16</c:v>
                </c:pt>
                <c:pt idx="358">
                  <c:v>9</c:v>
                </c:pt>
                <c:pt idx="359">
                  <c:v>8</c:v>
                </c:pt>
                <c:pt idx="360">
                  <c:v>14</c:v>
                </c:pt>
                <c:pt idx="361">
                  <c:v>7</c:v>
                </c:pt>
                <c:pt idx="362">
                  <c:v>3</c:v>
                </c:pt>
                <c:pt idx="363">
                  <c:v>10</c:v>
                </c:pt>
                <c:pt idx="364">
                  <c:v>4</c:v>
                </c:pt>
                <c:pt idx="365">
                  <c:v>14</c:v>
                </c:pt>
                <c:pt idx="366">
                  <c:v>7</c:v>
                </c:pt>
                <c:pt idx="367">
                  <c:v>7</c:v>
                </c:pt>
                <c:pt idx="368">
                  <c:v>7</c:v>
                </c:pt>
                <c:pt idx="369">
                  <c:v>12</c:v>
                </c:pt>
                <c:pt idx="370">
                  <c:v>3</c:v>
                </c:pt>
                <c:pt idx="371">
                  <c:v>2</c:v>
                </c:pt>
                <c:pt idx="372">
                  <c:v>12</c:v>
                </c:pt>
                <c:pt idx="373">
                  <c:v>8</c:v>
                </c:pt>
                <c:pt idx="374">
                  <c:v>4</c:v>
                </c:pt>
                <c:pt idx="375">
                  <c:v>0</c:v>
                </c:pt>
                <c:pt idx="376">
                  <c:v>0</c:v>
                </c:pt>
                <c:pt idx="377">
                  <c:v>5</c:v>
                </c:pt>
                <c:pt idx="378">
                  <c:v>5</c:v>
                </c:pt>
                <c:pt idx="379">
                  <c:v>3</c:v>
                </c:pt>
                <c:pt idx="380">
                  <c:v>4</c:v>
                </c:pt>
                <c:pt idx="381">
                  <c:v>0</c:v>
                </c:pt>
                <c:pt idx="382">
                  <c:v>4</c:v>
                </c:pt>
                <c:pt idx="383">
                  <c:v>2</c:v>
                </c:pt>
                <c:pt idx="384">
                  <c:v>2</c:v>
                </c:pt>
                <c:pt idx="385">
                  <c:v>4</c:v>
                </c:pt>
                <c:pt idx="386">
                  <c:v>0</c:v>
                </c:pt>
                <c:pt idx="387">
                  <c:v>7</c:v>
                </c:pt>
                <c:pt idx="388">
                  <c:v>4</c:v>
                </c:pt>
                <c:pt idx="389">
                  <c:v>3</c:v>
                </c:pt>
                <c:pt idx="390">
                  <c:v>1</c:v>
                </c:pt>
                <c:pt idx="391">
                  <c:v>0</c:v>
                </c:pt>
                <c:pt idx="392">
                  <c:v>2</c:v>
                </c:pt>
                <c:pt idx="393">
                  <c:v>2</c:v>
                </c:pt>
                <c:pt idx="394">
                  <c:v>1</c:v>
                </c:pt>
                <c:pt idx="395">
                  <c:v>7</c:v>
                </c:pt>
                <c:pt idx="396">
                  <c:v>13</c:v>
                </c:pt>
                <c:pt idx="397">
                  <c:v>14</c:v>
                </c:pt>
                <c:pt idx="398">
                  <c:v>3</c:v>
                </c:pt>
                <c:pt idx="399">
                  <c:v>1</c:v>
                </c:pt>
                <c:pt idx="400">
                  <c:v>4</c:v>
                </c:pt>
                <c:pt idx="401">
                  <c:v>8</c:v>
                </c:pt>
                <c:pt idx="402">
                  <c:v>5</c:v>
                </c:pt>
                <c:pt idx="403">
                  <c:v>2</c:v>
                </c:pt>
                <c:pt idx="404">
                  <c:v>0</c:v>
                </c:pt>
                <c:pt idx="405">
                  <c:v>1</c:v>
                </c:pt>
                <c:pt idx="406">
                  <c:v>6</c:v>
                </c:pt>
                <c:pt idx="407">
                  <c:v>5</c:v>
                </c:pt>
                <c:pt idx="408">
                  <c:v>3</c:v>
                </c:pt>
                <c:pt idx="409">
                  <c:v>2</c:v>
                </c:pt>
                <c:pt idx="410">
                  <c:v>0</c:v>
                </c:pt>
                <c:pt idx="411">
                  <c:v>1</c:v>
                </c:pt>
                <c:pt idx="412">
                  <c:v>1</c:v>
                </c:pt>
                <c:pt idx="413">
                  <c:v>4</c:v>
                </c:pt>
                <c:pt idx="414">
                  <c:v>6</c:v>
                </c:pt>
                <c:pt idx="415">
                  <c:v>7</c:v>
                </c:pt>
                <c:pt idx="416">
                  <c:v>3</c:v>
                </c:pt>
                <c:pt idx="417">
                  <c:v>6</c:v>
                </c:pt>
                <c:pt idx="418">
                  <c:v>3</c:v>
                </c:pt>
                <c:pt idx="419">
                  <c:v>1</c:v>
                </c:pt>
                <c:pt idx="420">
                  <c:v>4</c:v>
                </c:pt>
                <c:pt idx="421">
                  <c:v>3</c:v>
                </c:pt>
                <c:pt idx="422">
                  <c:v>8</c:v>
                </c:pt>
                <c:pt idx="423">
                  <c:v>10</c:v>
                </c:pt>
                <c:pt idx="424">
                  <c:v>8</c:v>
                </c:pt>
                <c:pt idx="425">
                  <c:v>4</c:v>
                </c:pt>
                <c:pt idx="426">
                  <c:v>2</c:v>
                </c:pt>
                <c:pt idx="427">
                  <c:v>3</c:v>
                </c:pt>
                <c:pt idx="428">
                  <c:v>5</c:v>
                </c:pt>
                <c:pt idx="429">
                  <c:v>1</c:v>
                </c:pt>
                <c:pt idx="430">
                  <c:v>3</c:v>
                </c:pt>
                <c:pt idx="431">
                  <c:v>5</c:v>
                </c:pt>
                <c:pt idx="432">
                  <c:v>7</c:v>
                </c:pt>
                <c:pt idx="433">
                  <c:v>1</c:v>
                </c:pt>
                <c:pt idx="434">
                  <c:v>4</c:v>
                </c:pt>
                <c:pt idx="435">
                  <c:v>36</c:v>
                </c:pt>
                <c:pt idx="436">
                  <c:v>68</c:v>
                </c:pt>
                <c:pt idx="437">
                  <c:v>31</c:v>
                </c:pt>
                <c:pt idx="438">
                  <c:v>13</c:v>
                </c:pt>
                <c:pt idx="439">
                  <c:v>1</c:v>
                </c:pt>
                <c:pt idx="440">
                  <c:v>4</c:v>
                </c:pt>
                <c:pt idx="441">
                  <c:v>4</c:v>
                </c:pt>
                <c:pt idx="442">
                  <c:v>4</c:v>
                </c:pt>
                <c:pt idx="443">
                  <c:v>4</c:v>
                </c:pt>
                <c:pt idx="444">
                  <c:v>4</c:v>
                </c:pt>
                <c:pt idx="445">
                  <c:v>9</c:v>
                </c:pt>
                <c:pt idx="446">
                  <c:v>1</c:v>
                </c:pt>
                <c:pt idx="447">
                  <c:v>23</c:v>
                </c:pt>
                <c:pt idx="448">
                  <c:v>3</c:v>
                </c:pt>
                <c:pt idx="449">
                  <c:v>10</c:v>
                </c:pt>
                <c:pt idx="450">
                  <c:v>3</c:v>
                </c:pt>
                <c:pt idx="451">
                  <c:v>9</c:v>
                </c:pt>
                <c:pt idx="452">
                  <c:v>7</c:v>
                </c:pt>
                <c:pt idx="453">
                  <c:v>33</c:v>
                </c:pt>
                <c:pt idx="454">
                  <c:v>20</c:v>
                </c:pt>
                <c:pt idx="455">
                  <c:v>31</c:v>
                </c:pt>
                <c:pt idx="456">
                  <c:v>14</c:v>
                </c:pt>
                <c:pt idx="457">
                  <c:v>2</c:v>
                </c:pt>
                <c:pt idx="458">
                  <c:v>1</c:v>
                </c:pt>
                <c:pt idx="459">
                  <c:v>3</c:v>
                </c:pt>
                <c:pt idx="460">
                  <c:v>1</c:v>
                </c:pt>
                <c:pt idx="461">
                  <c:v>1</c:v>
                </c:pt>
                <c:pt idx="462">
                  <c:v>1</c:v>
                </c:pt>
                <c:pt idx="463">
                  <c:v>2</c:v>
                </c:pt>
                <c:pt idx="464">
                  <c:v>6</c:v>
                </c:pt>
                <c:pt idx="465">
                  <c:v>11</c:v>
                </c:pt>
                <c:pt idx="466">
                  <c:v>1</c:v>
                </c:pt>
                <c:pt idx="467">
                  <c:v>2</c:v>
                </c:pt>
                <c:pt idx="468">
                  <c:v>4</c:v>
                </c:pt>
                <c:pt idx="469">
                  <c:v>5</c:v>
                </c:pt>
                <c:pt idx="470">
                  <c:v>2</c:v>
                </c:pt>
                <c:pt idx="471">
                  <c:v>2</c:v>
                </c:pt>
                <c:pt idx="472">
                  <c:v>4</c:v>
                </c:pt>
                <c:pt idx="473">
                  <c:v>10</c:v>
                </c:pt>
                <c:pt idx="474">
                  <c:v>12</c:v>
                </c:pt>
                <c:pt idx="475">
                  <c:v>8</c:v>
                </c:pt>
                <c:pt idx="476">
                  <c:v>4</c:v>
                </c:pt>
                <c:pt idx="477">
                  <c:v>7</c:v>
                </c:pt>
                <c:pt idx="478">
                  <c:v>7</c:v>
                </c:pt>
                <c:pt idx="479">
                  <c:v>2</c:v>
                </c:pt>
                <c:pt idx="480">
                  <c:v>4</c:v>
                </c:pt>
                <c:pt idx="481">
                  <c:v>6</c:v>
                </c:pt>
                <c:pt idx="482">
                  <c:v>0</c:v>
                </c:pt>
                <c:pt idx="483">
                  <c:v>3</c:v>
                </c:pt>
                <c:pt idx="484">
                  <c:v>15</c:v>
                </c:pt>
                <c:pt idx="485">
                  <c:v>3</c:v>
                </c:pt>
                <c:pt idx="486">
                  <c:v>0</c:v>
                </c:pt>
                <c:pt idx="487">
                  <c:v>12</c:v>
                </c:pt>
                <c:pt idx="488">
                  <c:v>7</c:v>
                </c:pt>
                <c:pt idx="489">
                  <c:v>9</c:v>
                </c:pt>
                <c:pt idx="490">
                  <c:v>9</c:v>
                </c:pt>
                <c:pt idx="491">
                  <c:v>4</c:v>
                </c:pt>
                <c:pt idx="492">
                  <c:v>8</c:v>
                </c:pt>
                <c:pt idx="493">
                  <c:v>4</c:v>
                </c:pt>
                <c:pt idx="494">
                  <c:v>5</c:v>
                </c:pt>
                <c:pt idx="495">
                  <c:v>19</c:v>
                </c:pt>
                <c:pt idx="496">
                  <c:v>3</c:v>
                </c:pt>
                <c:pt idx="497">
                  <c:v>2</c:v>
                </c:pt>
                <c:pt idx="498">
                  <c:v>11</c:v>
                </c:pt>
                <c:pt idx="499">
                  <c:v>5</c:v>
                </c:pt>
                <c:pt idx="500">
                  <c:v>1</c:v>
                </c:pt>
                <c:pt idx="501">
                  <c:v>6</c:v>
                </c:pt>
                <c:pt idx="502">
                  <c:v>2</c:v>
                </c:pt>
                <c:pt idx="503">
                  <c:v>6</c:v>
                </c:pt>
                <c:pt idx="504">
                  <c:v>2</c:v>
                </c:pt>
                <c:pt idx="505">
                  <c:v>1</c:v>
                </c:pt>
                <c:pt idx="506">
                  <c:v>4</c:v>
                </c:pt>
                <c:pt idx="507">
                  <c:v>4</c:v>
                </c:pt>
                <c:pt idx="508">
                  <c:v>0</c:v>
                </c:pt>
                <c:pt idx="509">
                  <c:v>6</c:v>
                </c:pt>
                <c:pt idx="510">
                  <c:v>6</c:v>
                </c:pt>
                <c:pt idx="511">
                  <c:v>15</c:v>
                </c:pt>
                <c:pt idx="512">
                  <c:v>3</c:v>
                </c:pt>
                <c:pt idx="513">
                  <c:v>4</c:v>
                </c:pt>
                <c:pt idx="514">
                  <c:v>34</c:v>
                </c:pt>
                <c:pt idx="515">
                  <c:v>0</c:v>
                </c:pt>
                <c:pt idx="516">
                  <c:v>3</c:v>
                </c:pt>
                <c:pt idx="517">
                  <c:v>3</c:v>
                </c:pt>
                <c:pt idx="518">
                  <c:v>3</c:v>
                </c:pt>
                <c:pt idx="519">
                  <c:v>0</c:v>
                </c:pt>
                <c:pt idx="520">
                  <c:v>1</c:v>
                </c:pt>
                <c:pt idx="521">
                  <c:v>0</c:v>
                </c:pt>
                <c:pt idx="522">
                  <c:v>0</c:v>
                </c:pt>
                <c:pt idx="523">
                  <c:v>4</c:v>
                </c:pt>
                <c:pt idx="524">
                  <c:v>6</c:v>
                </c:pt>
                <c:pt idx="525">
                  <c:v>1</c:v>
                </c:pt>
                <c:pt idx="526">
                  <c:v>6</c:v>
                </c:pt>
                <c:pt idx="527">
                  <c:v>6</c:v>
                </c:pt>
                <c:pt idx="528">
                  <c:v>3</c:v>
                </c:pt>
                <c:pt idx="529">
                  <c:v>2</c:v>
                </c:pt>
                <c:pt idx="530">
                  <c:v>25</c:v>
                </c:pt>
                <c:pt idx="531">
                  <c:v>7</c:v>
                </c:pt>
                <c:pt idx="532">
                  <c:v>6</c:v>
                </c:pt>
                <c:pt idx="533">
                  <c:v>20</c:v>
                </c:pt>
                <c:pt idx="534">
                  <c:v>16</c:v>
                </c:pt>
                <c:pt idx="535">
                  <c:v>17</c:v>
                </c:pt>
                <c:pt idx="536">
                  <c:v>8</c:v>
                </c:pt>
                <c:pt idx="537">
                  <c:v>14</c:v>
                </c:pt>
                <c:pt idx="538">
                  <c:v>7</c:v>
                </c:pt>
                <c:pt idx="539">
                  <c:v>9</c:v>
                </c:pt>
                <c:pt idx="540">
                  <c:v>3</c:v>
                </c:pt>
                <c:pt idx="541">
                  <c:v>0</c:v>
                </c:pt>
                <c:pt idx="542">
                  <c:v>2</c:v>
                </c:pt>
                <c:pt idx="543">
                  <c:v>0</c:v>
                </c:pt>
                <c:pt idx="544">
                  <c:v>3</c:v>
                </c:pt>
                <c:pt idx="545">
                  <c:v>1</c:v>
                </c:pt>
                <c:pt idx="546">
                  <c:v>0</c:v>
                </c:pt>
                <c:pt idx="547">
                  <c:v>5</c:v>
                </c:pt>
                <c:pt idx="548">
                  <c:v>6</c:v>
                </c:pt>
                <c:pt idx="549">
                  <c:v>20</c:v>
                </c:pt>
                <c:pt idx="550">
                  <c:v>1</c:v>
                </c:pt>
                <c:pt idx="551">
                  <c:v>1</c:v>
                </c:pt>
                <c:pt idx="552">
                  <c:v>0</c:v>
                </c:pt>
                <c:pt idx="553">
                  <c:v>19</c:v>
                </c:pt>
                <c:pt idx="554">
                  <c:v>10</c:v>
                </c:pt>
                <c:pt idx="555">
                  <c:v>12</c:v>
                </c:pt>
                <c:pt idx="556">
                  <c:v>5</c:v>
                </c:pt>
                <c:pt idx="557">
                  <c:v>9</c:v>
                </c:pt>
                <c:pt idx="558">
                  <c:v>7</c:v>
                </c:pt>
                <c:pt idx="559">
                  <c:v>3</c:v>
                </c:pt>
                <c:pt idx="560">
                  <c:v>1</c:v>
                </c:pt>
                <c:pt idx="561">
                  <c:v>3</c:v>
                </c:pt>
                <c:pt idx="562">
                  <c:v>2</c:v>
                </c:pt>
                <c:pt idx="563">
                  <c:v>3</c:v>
                </c:pt>
                <c:pt idx="564">
                  <c:v>1</c:v>
                </c:pt>
                <c:pt idx="565">
                  <c:v>2</c:v>
                </c:pt>
                <c:pt idx="566">
                  <c:v>1</c:v>
                </c:pt>
                <c:pt idx="567">
                  <c:v>4</c:v>
                </c:pt>
                <c:pt idx="568">
                  <c:v>3</c:v>
                </c:pt>
                <c:pt idx="569">
                  <c:v>5</c:v>
                </c:pt>
                <c:pt idx="570">
                  <c:v>2</c:v>
                </c:pt>
                <c:pt idx="571">
                  <c:v>2</c:v>
                </c:pt>
                <c:pt idx="572">
                  <c:v>7</c:v>
                </c:pt>
                <c:pt idx="573">
                  <c:v>3</c:v>
                </c:pt>
                <c:pt idx="574">
                  <c:v>10</c:v>
                </c:pt>
                <c:pt idx="575">
                  <c:v>6</c:v>
                </c:pt>
                <c:pt idx="576">
                  <c:v>1</c:v>
                </c:pt>
                <c:pt idx="577">
                  <c:v>2</c:v>
                </c:pt>
                <c:pt idx="578">
                  <c:v>0</c:v>
                </c:pt>
                <c:pt idx="579">
                  <c:v>2</c:v>
                </c:pt>
                <c:pt idx="580">
                  <c:v>3</c:v>
                </c:pt>
                <c:pt idx="581">
                  <c:v>40</c:v>
                </c:pt>
                <c:pt idx="582">
                  <c:v>4</c:v>
                </c:pt>
                <c:pt idx="583">
                  <c:v>7</c:v>
                </c:pt>
                <c:pt idx="584">
                  <c:v>9</c:v>
                </c:pt>
                <c:pt idx="585">
                  <c:v>3</c:v>
                </c:pt>
                <c:pt idx="586">
                  <c:v>7</c:v>
                </c:pt>
                <c:pt idx="587">
                  <c:v>3</c:v>
                </c:pt>
                <c:pt idx="588">
                  <c:v>1</c:v>
                </c:pt>
                <c:pt idx="589">
                  <c:v>3</c:v>
                </c:pt>
                <c:pt idx="590">
                  <c:v>12</c:v>
                </c:pt>
                <c:pt idx="591">
                  <c:v>8</c:v>
                </c:pt>
                <c:pt idx="592">
                  <c:v>5</c:v>
                </c:pt>
                <c:pt idx="593">
                  <c:v>1</c:v>
                </c:pt>
                <c:pt idx="594">
                  <c:v>1</c:v>
                </c:pt>
                <c:pt idx="595">
                  <c:v>4</c:v>
                </c:pt>
                <c:pt idx="596">
                  <c:v>2</c:v>
                </c:pt>
                <c:pt idx="597">
                  <c:v>4</c:v>
                </c:pt>
                <c:pt idx="598">
                  <c:v>2</c:v>
                </c:pt>
                <c:pt idx="599">
                  <c:v>1</c:v>
                </c:pt>
                <c:pt idx="600">
                  <c:v>20</c:v>
                </c:pt>
                <c:pt idx="601">
                  <c:v>15</c:v>
                </c:pt>
                <c:pt idx="602">
                  <c:v>13</c:v>
                </c:pt>
                <c:pt idx="603">
                  <c:v>1</c:v>
                </c:pt>
                <c:pt idx="604">
                  <c:v>0</c:v>
                </c:pt>
                <c:pt idx="605">
                  <c:v>0</c:v>
                </c:pt>
                <c:pt idx="606">
                  <c:v>6</c:v>
                </c:pt>
                <c:pt idx="607">
                  <c:v>6</c:v>
                </c:pt>
                <c:pt idx="608">
                  <c:v>18</c:v>
                </c:pt>
                <c:pt idx="609">
                  <c:v>2</c:v>
                </c:pt>
                <c:pt idx="610">
                  <c:v>2</c:v>
                </c:pt>
                <c:pt idx="611">
                  <c:v>1</c:v>
                </c:pt>
                <c:pt idx="612">
                  <c:v>2</c:v>
                </c:pt>
                <c:pt idx="613">
                  <c:v>3</c:v>
                </c:pt>
                <c:pt idx="614">
                  <c:v>8</c:v>
                </c:pt>
                <c:pt idx="615">
                  <c:v>9</c:v>
                </c:pt>
                <c:pt idx="616">
                  <c:v>4</c:v>
                </c:pt>
                <c:pt idx="617">
                  <c:v>3</c:v>
                </c:pt>
                <c:pt idx="618">
                  <c:v>1</c:v>
                </c:pt>
                <c:pt idx="619">
                  <c:v>11</c:v>
                </c:pt>
                <c:pt idx="620">
                  <c:v>25</c:v>
                </c:pt>
                <c:pt idx="621">
                  <c:v>60</c:v>
                </c:pt>
                <c:pt idx="622">
                  <c:v>2</c:v>
                </c:pt>
                <c:pt idx="623">
                  <c:v>4</c:v>
                </c:pt>
                <c:pt idx="624">
                  <c:v>4</c:v>
                </c:pt>
                <c:pt idx="625">
                  <c:v>1</c:v>
                </c:pt>
                <c:pt idx="626">
                  <c:v>1</c:v>
                </c:pt>
                <c:pt idx="627">
                  <c:v>7</c:v>
                </c:pt>
                <c:pt idx="628">
                  <c:v>52</c:v>
                </c:pt>
                <c:pt idx="629">
                  <c:v>54</c:v>
                </c:pt>
                <c:pt idx="630">
                  <c:v>2</c:v>
                </c:pt>
                <c:pt idx="631">
                  <c:v>1</c:v>
                </c:pt>
                <c:pt idx="632">
                  <c:v>0</c:v>
                </c:pt>
                <c:pt idx="633">
                  <c:v>21</c:v>
                </c:pt>
                <c:pt idx="634">
                  <c:v>17</c:v>
                </c:pt>
                <c:pt idx="635">
                  <c:v>5</c:v>
                </c:pt>
                <c:pt idx="636">
                  <c:v>5</c:v>
                </c:pt>
                <c:pt idx="637">
                  <c:v>1</c:v>
                </c:pt>
                <c:pt idx="638">
                  <c:v>4</c:v>
                </c:pt>
                <c:pt idx="639">
                  <c:v>4</c:v>
                </c:pt>
                <c:pt idx="640">
                  <c:v>0</c:v>
                </c:pt>
                <c:pt idx="641">
                  <c:v>6</c:v>
                </c:pt>
                <c:pt idx="642">
                  <c:v>1</c:v>
                </c:pt>
                <c:pt idx="643">
                  <c:v>10</c:v>
                </c:pt>
                <c:pt idx="644">
                  <c:v>8</c:v>
                </c:pt>
                <c:pt idx="645">
                  <c:v>26</c:v>
                </c:pt>
                <c:pt idx="646">
                  <c:v>5</c:v>
                </c:pt>
                <c:pt idx="647">
                  <c:v>1</c:v>
                </c:pt>
                <c:pt idx="648">
                  <c:v>5</c:v>
                </c:pt>
                <c:pt idx="649">
                  <c:v>11</c:v>
                </c:pt>
                <c:pt idx="650">
                  <c:v>10</c:v>
                </c:pt>
                <c:pt idx="651">
                  <c:v>5</c:v>
                </c:pt>
                <c:pt idx="652">
                  <c:v>5</c:v>
                </c:pt>
                <c:pt idx="653">
                  <c:v>2</c:v>
                </c:pt>
                <c:pt idx="654">
                  <c:v>6</c:v>
                </c:pt>
                <c:pt idx="655">
                  <c:v>4</c:v>
                </c:pt>
                <c:pt idx="656">
                  <c:v>4</c:v>
                </c:pt>
                <c:pt idx="657">
                  <c:v>9</c:v>
                </c:pt>
                <c:pt idx="658">
                  <c:v>0</c:v>
                </c:pt>
                <c:pt idx="659">
                  <c:v>4</c:v>
                </c:pt>
                <c:pt idx="660">
                  <c:v>5</c:v>
                </c:pt>
                <c:pt idx="661">
                  <c:v>16</c:v>
                </c:pt>
                <c:pt idx="662">
                  <c:v>5</c:v>
                </c:pt>
                <c:pt idx="663">
                  <c:v>3</c:v>
                </c:pt>
                <c:pt idx="664">
                  <c:v>4</c:v>
                </c:pt>
                <c:pt idx="665">
                  <c:v>5</c:v>
                </c:pt>
                <c:pt idx="666">
                  <c:v>1</c:v>
                </c:pt>
                <c:pt idx="667">
                  <c:v>2</c:v>
                </c:pt>
                <c:pt idx="668">
                  <c:v>2</c:v>
                </c:pt>
                <c:pt idx="669">
                  <c:v>10</c:v>
                </c:pt>
                <c:pt idx="670">
                  <c:v>2</c:v>
                </c:pt>
                <c:pt idx="671">
                  <c:v>0</c:v>
                </c:pt>
                <c:pt idx="672">
                  <c:v>0</c:v>
                </c:pt>
                <c:pt idx="673">
                  <c:v>12</c:v>
                </c:pt>
                <c:pt idx="674">
                  <c:v>6</c:v>
                </c:pt>
                <c:pt idx="675">
                  <c:v>0</c:v>
                </c:pt>
                <c:pt idx="676">
                  <c:v>1</c:v>
                </c:pt>
                <c:pt idx="677">
                  <c:v>0</c:v>
                </c:pt>
                <c:pt idx="678">
                  <c:v>0</c:v>
                </c:pt>
                <c:pt idx="679">
                  <c:v>3</c:v>
                </c:pt>
                <c:pt idx="680">
                  <c:v>2</c:v>
                </c:pt>
                <c:pt idx="681">
                  <c:v>5</c:v>
                </c:pt>
                <c:pt idx="682">
                  <c:v>0</c:v>
                </c:pt>
                <c:pt idx="683">
                  <c:v>0</c:v>
                </c:pt>
                <c:pt idx="684">
                  <c:v>2</c:v>
                </c:pt>
                <c:pt idx="685">
                  <c:v>1</c:v>
                </c:pt>
                <c:pt idx="686">
                  <c:v>6</c:v>
                </c:pt>
                <c:pt idx="687">
                  <c:v>3</c:v>
                </c:pt>
                <c:pt idx="688">
                  <c:v>14</c:v>
                </c:pt>
                <c:pt idx="689">
                  <c:v>2</c:v>
                </c:pt>
                <c:pt idx="690">
                  <c:v>4</c:v>
                </c:pt>
                <c:pt idx="691">
                  <c:v>2</c:v>
                </c:pt>
                <c:pt idx="692">
                  <c:v>6</c:v>
                </c:pt>
                <c:pt idx="693">
                  <c:v>8</c:v>
                </c:pt>
                <c:pt idx="694">
                  <c:v>3</c:v>
                </c:pt>
                <c:pt idx="695">
                  <c:v>5</c:v>
                </c:pt>
                <c:pt idx="696">
                  <c:v>7</c:v>
                </c:pt>
                <c:pt idx="697">
                  <c:v>28</c:v>
                </c:pt>
                <c:pt idx="698">
                  <c:v>2</c:v>
                </c:pt>
                <c:pt idx="699">
                  <c:v>5</c:v>
                </c:pt>
                <c:pt idx="700">
                  <c:v>4</c:v>
                </c:pt>
                <c:pt idx="701">
                  <c:v>1</c:v>
                </c:pt>
                <c:pt idx="702">
                  <c:v>5</c:v>
                </c:pt>
                <c:pt idx="703">
                  <c:v>4</c:v>
                </c:pt>
                <c:pt idx="704">
                  <c:v>6</c:v>
                </c:pt>
                <c:pt idx="705">
                  <c:v>2</c:v>
                </c:pt>
                <c:pt idx="706">
                  <c:v>0</c:v>
                </c:pt>
                <c:pt idx="707">
                  <c:v>2</c:v>
                </c:pt>
                <c:pt idx="708">
                  <c:v>3</c:v>
                </c:pt>
                <c:pt idx="709">
                  <c:v>0</c:v>
                </c:pt>
                <c:pt idx="710">
                  <c:v>0</c:v>
                </c:pt>
                <c:pt idx="711">
                  <c:v>13</c:v>
                </c:pt>
                <c:pt idx="712">
                  <c:v>2</c:v>
                </c:pt>
                <c:pt idx="713">
                  <c:v>8</c:v>
                </c:pt>
                <c:pt idx="714">
                  <c:v>2</c:v>
                </c:pt>
                <c:pt idx="715">
                  <c:v>3</c:v>
                </c:pt>
                <c:pt idx="716">
                  <c:v>1</c:v>
                </c:pt>
                <c:pt idx="717">
                  <c:v>2</c:v>
                </c:pt>
                <c:pt idx="718">
                  <c:v>0</c:v>
                </c:pt>
                <c:pt idx="719">
                  <c:v>3</c:v>
                </c:pt>
                <c:pt idx="720">
                  <c:v>2</c:v>
                </c:pt>
                <c:pt idx="721">
                  <c:v>3</c:v>
                </c:pt>
                <c:pt idx="722">
                  <c:v>1</c:v>
                </c:pt>
                <c:pt idx="723">
                  <c:v>3</c:v>
                </c:pt>
                <c:pt idx="724">
                  <c:v>8</c:v>
                </c:pt>
                <c:pt idx="725">
                  <c:v>2</c:v>
                </c:pt>
                <c:pt idx="726">
                  <c:v>4</c:v>
                </c:pt>
                <c:pt idx="727">
                  <c:v>3</c:v>
                </c:pt>
                <c:pt idx="728">
                  <c:v>16</c:v>
                </c:pt>
                <c:pt idx="729">
                  <c:v>3</c:v>
                </c:pt>
                <c:pt idx="730">
                  <c:v>5</c:v>
                </c:pt>
                <c:pt idx="731">
                  <c:v>2</c:v>
                </c:pt>
                <c:pt idx="732">
                  <c:v>5</c:v>
                </c:pt>
                <c:pt idx="733">
                  <c:v>0</c:v>
                </c:pt>
                <c:pt idx="734">
                  <c:v>2</c:v>
                </c:pt>
                <c:pt idx="735">
                  <c:v>0</c:v>
                </c:pt>
                <c:pt idx="736">
                  <c:v>5</c:v>
                </c:pt>
                <c:pt idx="737">
                  <c:v>2</c:v>
                </c:pt>
                <c:pt idx="738">
                  <c:v>7</c:v>
                </c:pt>
                <c:pt idx="739">
                  <c:v>4</c:v>
                </c:pt>
                <c:pt idx="740">
                  <c:v>10</c:v>
                </c:pt>
                <c:pt idx="741">
                  <c:v>0</c:v>
                </c:pt>
                <c:pt idx="742">
                  <c:v>1</c:v>
                </c:pt>
                <c:pt idx="743">
                  <c:v>4</c:v>
                </c:pt>
                <c:pt idx="744">
                  <c:v>6</c:v>
                </c:pt>
                <c:pt idx="745">
                  <c:v>4</c:v>
                </c:pt>
                <c:pt idx="746">
                  <c:v>4</c:v>
                </c:pt>
                <c:pt idx="747">
                  <c:v>3</c:v>
                </c:pt>
                <c:pt idx="748">
                  <c:v>1</c:v>
                </c:pt>
                <c:pt idx="749">
                  <c:v>1</c:v>
                </c:pt>
                <c:pt idx="750">
                  <c:v>4</c:v>
                </c:pt>
                <c:pt idx="751">
                  <c:v>7</c:v>
                </c:pt>
                <c:pt idx="752">
                  <c:v>11</c:v>
                </c:pt>
                <c:pt idx="753">
                  <c:v>8</c:v>
                </c:pt>
                <c:pt idx="754">
                  <c:v>1</c:v>
                </c:pt>
                <c:pt idx="755">
                  <c:v>7</c:v>
                </c:pt>
                <c:pt idx="756">
                  <c:v>1</c:v>
                </c:pt>
                <c:pt idx="757">
                  <c:v>4</c:v>
                </c:pt>
                <c:pt idx="758">
                  <c:v>1</c:v>
                </c:pt>
                <c:pt idx="759">
                  <c:v>10</c:v>
                </c:pt>
                <c:pt idx="760">
                  <c:v>8</c:v>
                </c:pt>
                <c:pt idx="761">
                  <c:v>5</c:v>
                </c:pt>
                <c:pt idx="762">
                  <c:v>8</c:v>
                </c:pt>
                <c:pt idx="763">
                  <c:v>4</c:v>
                </c:pt>
                <c:pt idx="764">
                  <c:v>4</c:v>
                </c:pt>
                <c:pt idx="765">
                  <c:v>1</c:v>
                </c:pt>
                <c:pt idx="766">
                  <c:v>0</c:v>
                </c:pt>
                <c:pt idx="767">
                  <c:v>2</c:v>
                </c:pt>
                <c:pt idx="768">
                  <c:v>0</c:v>
                </c:pt>
                <c:pt idx="769">
                  <c:v>4</c:v>
                </c:pt>
                <c:pt idx="770">
                  <c:v>3</c:v>
                </c:pt>
                <c:pt idx="771">
                  <c:v>3</c:v>
                </c:pt>
                <c:pt idx="772">
                  <c:v>1</c:v>
                </c:pt>
                <c:pt idx="773">
                  <c:v>2</c:v>
                </c:pt>
                <c:pt idx="774">
                  <c:v>4</c:v>
                </c:pt>
                <c:pt idx="775">
                  <c:v>1</c:v>
                </c:pt>
                <c:pt idx="776">
                  <c:v>1</c:v>
                </c:pt>
                <c:pt idx="777">
                  <c:v>1</c:v>
                </c:pt>
                <c:pt idx="778">
                  <c:v>2</c:v>
                </c:pt>
                <c:pt idx="779">
                  <c:v>5</c:v>
                </c:pt>
                <c:pt idx="780">
                  <c:v>6</c:v>
                </c:pt>
                <c:pt idx="781">
                  <c:v>8</c:v>
                </c:pt>
                <c:pt idx="782">
                  <c:v>5</c:v>
                </c:pt>
                <c:pt idx="783">
                  <c:v>29</c:v>
                </c:pt>
                <c:pt idx="784">
                  <c:v>27</c:v>
                </c:pt>
                <c:pt idx="785">
                  <c:v>18</c:v>
                </c:pt>
                <c:pt idx="786">
                  <c:v>29</c:v>
                </c:pt>
                <c:pt idx="787">
                  <c:v>23</c:v>
                </c:pt>
                <c:pt idx="788">
                  <c:v>5</c:v>
                </c:pt>
                <c:pt idx="789">
                  <c:v>3</c:v>
                </c:pt>
                <c:pt idx="790">
                  <c:v>0</c:v>
                </c:pt>
                <c:pt idx="791">
                  <c:v>3</c:v>
                </c:pt>
                <c:pt idx="792">
                  <c:v>5</c:v>
                </c:pt>
                <c:pt idx="793">
                  <c:v>2</c:v>
                </c:pt>
                <c:pt idx="794">
                  <c:v>1</c:v>
                </c:pt>
                <c:pt idx="795">
                  <c:v>11</c:v>
                </c:pt>
                <c:pt idx="796">
                  <c:v>3</c:v>
                </c:pt>
                <c:pt idx="797">
                  <c:v>7</c:v>
                </c:pt>
                <c:pt idx="798">
                  <c:v>14</c:v>
                </c:pt>
                <c:pt idx="799">
                  <c:v>11</c:v>
                </c:pt>
                <c:pt idx="800">
                  <c:v>30</c:v>
                </c:pt>
                <c:pt idx="801">
                  <c:v>3</c:v>
                </c:pt>
                <c:pt idx="802">
                  <c:v>7</c:v>
                </c:pt>
                <c:pt idx="803">
                  <c:v>2</c:v>
                </c:pt>
                <c:pt idx="804">
                  <c:v>6</c:v>
                </c:pt>
                <c:pt idx="805">
                  <c:v>8</c:v>
                </c:pt>
                <c:pt idx="806">
                  <c:v>1</c:v>
                </c:pt>
                <c:pt idx="807">
                  <c:v>0</c:v>
                </c:pt>
                <c:pt idx="808">
                  <c:v>7</c:v>
                </c:pt>
                <c:pt idx="809">
                  <c:v>2</c:v>
                </c:pt>
                <c:pt idx="810">
                  <c:v>1</c:v>
                </c:pt>
                <c:pt idx="811">
                  <c:v>0</c:v>
                </c:pt>
                <c:pt idx="812">
                  <c:v>0</c:v>
                </c:pt>
                <c:pt idx="813">
                  <c:v>2</c:v>
                </c:pt>
                <c:pt idx="814">
                  <c:v>1</c:v>
                </c:pt>
                <c:pt idx="815">
                  <c:v>7</c:v>
                </c:pt>
                <c:pt idx="816">
                  <c:v>3</c:v>
                </c:pt>
                <c:pt idx="817">
                  <c:v>2</c:v>
                </c:pt>
                <c:pt idx="818">
                  <c:v>4</c:v>
                </c:pt>
                <c:pt idx="819">
                  <c:v>4</c:v>
                </c:pt>
                <c:pt idx="820">
                  <c:v>9</c:v>
                </c:pt>
                <c:pt idx="821">
                  <c:v>5</c:v>
                </c:pt>
                <c:pt idx="822">
                  <c:v>20</c:v>
                </c:pt>
                <c:pt idx="823">
                  <c:v>2</c:v>
                </c:pt>
                <c:pt idx="824">
                  <c:v>2</c:v>
                </c:pt>
                <c:pt idx="825">
                  <c:v>0</c:v>
                </c:pt>
                <c:pt idx="826">
                  <c:v>4</c:v>
                </c:pt>
                <c:pt idx="827">
                  <c:v>4</c:v>
                </c:pt>
                <c:pt idx="828">
                  <c:v>3</c:v>
                </c:pt>
                <c:pt idx="829">
                  <c:v>3</c:v>
                </c:pt>
                <c:pt idx="830">
                  <c:v>0</c:v>
                </c:pt>
                <c:pt idx="831">
                  <c:v>4</c:v>
                </c:pt>
                <c:pt idx="832">
                  <c:v>8</c:v>
                </c:pt>
                <c:pt idx="833">
                  <c:v>4</c:v>
                </c:pt>
                <c:pt idx="834">
                  <c:v>4</c:v>
                </c:pt>
                <c:pt idx="835">
                  <c:v>4</c:v>
                </c:pt>
                <c:pt idx="836">
                  <c:v>2</c:v>
                </c:pt>
                <c:pt idx="837">
                  <c:v>1</c:v>
                </c:pt>
                <c:pt idx="838">
                  <c:v>1</c:v>
                </c:pt>
                <c:pt idx="839">
                  <c:v>0</c:v>
                </c:pt>
                <c:pt idx="840">
                  <c:v>16</c:v>
                </c:pt>
                <c:pt idx="841">
                  <c:v>2</c:v>
                </c:pt>
                <c:pt idx="842">
                  <c:v>1</c:v>
                </c:pt>
                <c:pt idx="843">
                  <c:v>9</c:v>
                </c:pt>
                <c:pt idx="844">
                  <c:v>2</c:v>
                </c:pt>
                <c:pt idx="845">
                  <c:v>2</c:v>
                </c:pt>
                <c:pt idx="846">
                  <c:v>5</c:v>
                </c:pt>
                <c:pt idx="847">
                  <c:v>3</c:v>
                </c:pt>
                <c:pt idx="848">
                  <c:v>4</c:v>
                </c:pt>
                <c:pt idx="849">
                  <c:v>1</c:v>
                </c:pt>
                <c:pt idx="850">
                  <c:v>4</c:v>
                </c:pt>
                <c:pt idx="851">
                  <c:v>2</c:v>
                </c:pt>
                <c:pt idx="852">
                  <c:v>0</c:v>
                </c:pt>
                <c:pt idx="853">
                  <c:v>2</c:v>
                </c:pt>
                <c:pt idx="854">
                  <c:v>6</c:v>
                </c:pt>
                <c:pt idx="855">
                  <c:v>4</c:v>
                </c:pt>
                <c:pt idx="856">
                  <c:v>1</c:v>
                </c:pt>
                <c:pt idx="857">
                  <c:v>5</c:v>
                </c:pt>
                <c:pt idx="858">
                  <c:v>4</c:v>
                </c:pt>
                <c:pt idx="859">
                  <c:v>4</c:v>
                </c:pt>
                <c:pt idx="860">
                  <c:v>3</c:v>
                </c:pt>
                <c:pt idx="861">
                  <c:v>9</c:v>
                </c:pt>
                <c:pt idx="862">
                  <c:v>5</c:v>
                </c:pt>
                <c:pt idx="863">
                  <c:v>2</c:v>
                </c:pt>
                <c:pt idx="864">
                  <c:v>2</c:v>
                </c:pt>
                <c:pt idx="865">
                  <c:v>2</c:v>
                </c:pt>
                <c:pt idx="866">
                  <c:v>0</c:v>
                </c:pt>
                <c:pt idx="867">
                  <c:v>4</c:v>
                </c:pt>
                <c:pt idx="868">
                  <c:v>4</c:v>
                </c:pt>
                <c:pt idx="869">
                  <c:v>2</c:v>
                </c:pt>
                <c:pt idx="870">
                  <c:v>13</c:v>
                </c:pt>
                <c:pt idx="871">
                  <c:v>15</c:v>
                </c:pt>
                <c:pt idx="872">
                  <c:v>11</c:v>
                </c:pt>
                <c:pt idx="873">
                  <c:v>0</c:v>
                </c:pt>
                <c:pt idx="874">
                  <c:v>4</c:v>
                </c:pt>
                <c:pt idx="875">
                  <c:v>0</c:v>
                </c:pt>
                <c:pt idx="876">
                  <c:v>1</c:v>
                </c:pt>
                <c:pt idx="877">
                  <c:v>0</c:v>
                </c:pt>
                <c:pt idx="878">
                  <c:v>3</c:v>
                </c:pt>
                <c:pt idx="879">
                  <c:v>2</c:v>
                </c:pt>
                <c:pt idx="880">
                  <c:v>2</c:v>
                </c:pt>
                <c:pt idx="881">
                  <c:v>1</c:v>
                </c:pt>
                <c:pt idx="882">
                  <c:v>1</c:v>
                </c:pt>
                <c:pt idx="883">
                  <c:v>0</c:v>
                </c:pt>
                <c:pt idx="884">
                  <c:v>1</c:v>
                </c:pt>
                <c:pt idx="885">
                  <c:v>2</c:v>
                </c:pt>
                <c:pt idx="886">
                  <c:v>3</c:v>
                </c:pt>
                <c:pt idx="887">
                  <c:v>3</c:v>
                </c:pt>
                <c:pt idx="888">
                  <c:v>0</c:v>
                </c:pt>
                <c:pt idx="889">
                  <c:v>0</c:v>
                </c:pt>
                <c:pt idx="890">
                  <c:v>4</c:v>
                </c:pt>
                <c:pt idx="891">
                  <c:v>4</c:v>
                </c:pt>
                <c:pt idx="892">
                  <c:v>4</c:v>
                </c:pt>
                <c:pt idx="893">
                  <c:v>3</c:v>
                </c:pt>
                <c:pt idx="894">
                  <c:v>2</c:v>
                </c:pt>
                <c:pt idx="895">
                  <c:v>1</c:v>
                </c:pt>
                <c:pt idx="896">
                  <c:v>0</c:v>
                </c:pt>
                <c:pt idx="897">
                  <c:v>1</c:v>
                </c:pt>
                <c:pt idx="898">
                  <c:v>0</c:v>
                </c:pt>
                <c:pt idx="899">
                  <c:v>2</c:v>
                </c:pt>
                <c:pt idx="900">
                  <c:v>2</c:v>
                </c:pt>
                <c:pt idx="901">
                  <c:v>2</c:v>
                </c:pt>
                <c:pt idx="902">
                  <c:v>13</c:v>
                </c:pt>
                <c:pt idx="903">
                  <c:v>2</c:v>
                </c:pt>
                <c:pt idx="904">
                  <c:v>5</c:v>
                </c:pt>
                <c:pt idx="905">
                  <c:v>7</c:v>
                </c:pt>
                <c:pt idx="906">
                  <c:v>1</c:v>
                </c:pt>
                <c:pt idx="907">
                  <c:v>3</c:v>
                </c:pt>
                <c:pt idx="908">
                  <c:v>2</c:v>
                </c:pt>
                <c:pt idx="909">
                  <c:v>3</c:v>
                </c:pt>
                <c:pt idx="910">
                  <c:v>2</c:v>
                </c:pt>
                <c:pt idx="911">
                  <c:v>0</c:v>
                </c:pt>
                <c:pt idx="912">
                  <c:v>6</c:v>
                </c:pt>
                <c:pt idx="913">
                  <c:v>3</c:v>
                </c:pt>
                <c:pt idx="914">
                  <c:v>3</c:v>
                </c:pt>
                <c:pt idx="915">
                  <c:v>5</c:v>
                </c:pt>
                <c:pt idx="916">
                  <c:v>5</c:v>
                </c:pt>
                <c:pt idx="917">
                  <c:v>0</c:v>
                </c:pt>
                <c:pt idx="918">
                  <c:v>2</c:v>
                </c:pt>
                <c:pt idx="919">
                  <c:v>3</c:v>
                </c:pt>
                <c:pt idx="920">
                  <c:v>3</c:v>
                </c:pt>
                <c:pt idx="921">
                  <c:v>4</c:v>
                </c:pt>
                <c:pt idx="922">
                  <c:v>2</c:v>
                </c:pt>
                <c:pt idx="923">
                  <c:v>6</c:v>
                </c:pt>
                <c:pt idx="924">
                  <c:v>0</c:v>
                </c:pt>
                <c:pt idx="925">
                  <c:v>0</c:v>
                </c:pt>
                <c:pt idx="926">
                  <c:v>4</c:v>
                </c:pt>
                <c:pt idx="927">
                  <c:v>12</c:v>
                </c:pt>
                <c:pt idx="928">
                  <c:v>6</c:v>
                </c:pt>
                <c:pt idx="929">
                  <c:v>7</c:v>
                </c:pt>
                <c:pt idx="930">
                  <c:v>1</c:v>
                </c:pt>
                <c:pt idx="931">
                  <c:v>2</c:v>
                </c:pt>
                <c:pt idx="932">
                  <c:v>2</c:v>
                </c:pt>
                <c:pt idx="933">
                  <c:v>5</c:v>
                </c:pt>
                <c:pt idx="934">
                  <c:v>4</c:v>
                </c:pt>
                <c:pt idx="935">
                  <c:v>4</c:v>
                </c:pt>
                <c:pt idx="936">
                  <c:v>0</c:v>
                </c:pt>
                <c:pt idx="937">
                  <c:v>0</c:v>
                </c:pt>
                <c:pt idx="938">
                  <c:v>0</c:v>
                </c:pt>
                <c:pt idx="939">
                  <c:v>3</c:v>
                </c:pt>
                <c:pt idx="940">
                  <c:v>1</c:v>
                </c:pt>
                <c:pt idx="941">
                  <c:v>0</c:v>
                </c:pt>
                <c:pt idx="942">
                  <c:v>3</c:v>
                </c:pt>
                <c:pt idx="943">
                  <c:v>3</c:v>
                </c:pt>
                <c:pt idx="944">
                  <c:v>0</c:v>
                </c:pt>
                <c:pt idx="945">
                  <c:v>1</c:v>
                </c:pt>
                <c:pt idx="946">
                  <c:v>1</c:v>
                </c:pt>
                <c:pt idx="947">
                  <c:v>5</c:v>
                </c:pt>
                <c:pt idx="948">
                  <c:v>2</c:v>
                </c:pt>
                <c:pt idx="949">
                  <c:v>3</c:v>
                </c:pt>
                <c:pt idx="950">
                  <c:v>18</c:v>
                </c:pt>
                <c:pt idx="951">
                  <c:v>6</c:v>
                </c:pt>
                <c:pt idx="952">
                  <c:v>0</c:v>
                </c:pt>
                <c:pt idx="953">
                  <c:v>3</c:v>
                </c:pt>
                <c:pt idx="954">
                  <c:v>4</c:v>
                </c:pt>
                <c:pt idx="955">
                  <c:v>0</c:v>
                </c:pt>
                <c:pt idx="956">
                  <c:v>9</c:v>
                </c:pt>
                <c:pt idx="957">
                  <c:v>1</c:v>
                </c:pt>
                <c:pt idx="958">
                  <c:v>11</c:v>
                </c:pt>
                <c:pt idx="959">
                  <c:v>3</c:v>
                </c:pt>
                <c:pt idx="960">
                  <c:v>45</c:v>
                </c:pt>
                <c:pt idx="961">
                  <c:v>15</c:v>
                </c:pt>
                <c:pt idx="962">
                  <c:v>33</c:v>
                </c:pt>
                <c:pt idx="963">
                  <c:v>15</c:v>
                </c:pt>
                <c:pt idx="964">
                  <c:v>6</c:v>
                </c:pt>
                <c:pt idx="965">
                  <c:v>10</c:v>
                </c:pt>
                <c:pt idx="966">
                  <c:v>17</c:v>
                </c:pt>
                <c:pt idx="967">
                  <c:v>14</c:v>
                </c:pt>
                <c:pt idx="968">
                  <c:v>4</c:v>
                </c:pt>
                <c:pt idx="969">
                  <c:v>5</c:v>
                </c:pt>
                <c:pt idx="970">
                  <c:v>12</c:v>
                </c:pt>
                <c:pt idx="971">
                  <c:v>10</c:v>
                </c:pt>
                <c:pt idx="972">
                  <c:v>11</c:v>
                </c:pt>
                <c:pt idx="973">
                  <c:v>4</c:v>
                </c:pt>
                <c:pt idx="974">
                  <c:v>15</c:v>
                </c:pt>
                <c:pt idx="975">
                  <c:v>1</c:v>
                </c:pt>
                <c:pt idx="976">
                  <c:v>5</c:v>
                </c:pt>
                <c:pt idx="977">
                  <c:v>2</c:v>
                </c:pt>
                <c:pt idx="978">
                  <c:v>3</c:v>
                </c:pt>
                <c:pt idx="979">
                  <c:v>5</c:v>
                </c:pt>
                <c:pt idx="980">
                  <c:v>8</c:v>
                </c:pt>
                <c:pt idx="981">
                  <c:v>9</c:v>
                </c:pt>
                <c:pt idx="982">
                  <c:v>3</c:v>
                </c:pt>
                <c:pt idx="983">
                  <c:v>9</c:v>
                </c:pt>
                <c:pt idx="984">
                  <c:v>2</c:v>
                </c:pt>
                <c:pt idx="985">
                  <c:v>0</c:v>
                </c:pt>
                <c:pt idx="986">
                  <c:v>1</c:v>
                </c:pt>
                <c:pt idx="987">
                  <c:v>2</c:v>
                </c:pt>
                <c:pt idx="988">
                  <c:v>6</c:v>
                </c:pt>
                <c:pt idx="989">
                  <c:v>1</c:v>
                </c:pt>
                <c:pt idx="990">
                  <c:v>0</c:v>
                </c:pt>
                <c:pt idx="991">
                  <c:v>0</c:v>
                </c:pt>
                <c:pt idx="992">
                  <c:v>1</c:v>
                </c:pt>
                <c:pt idx="993">
                  <c:v>4</c:v>
                </c:pt>
                <c:pt idx="994">
                  <c:v>7</c:v>
                </c:pt>
                <c:pt idx="995">
                  <c:v>14</c:v>
                </c:pt>
                <c:pt idx="996">
                  <c:v>6</c:v>
                </c:pt>
                <c:pt idx="997">
                  <c:v>1</c:v>
                </c:pt>
                <c:pt idx="998">
                  <c:v>6</c:v>
                </c:pt>
                <c:pt idx="999">
                  <c:v>2</c:v>
                </c:pt>
                <c:pt idx="1000">
                  <c:v>0</c:v>
                </c:pt>
                <c:pt idx="1001">
                  <c:v>1</c:v>
                </c:pt>
                <c:pt idx="1002">
                  <c:v>4</c:v>
                </c:pt>
                <c:pt idx="1003">
                  <c:v>0</c:v>
                </c:pt>
                <c:pt idx="1004">
                  <c:v>11</c:v>
                </c:pt>
                <c:pt idx="1005">
                  <c:v>5</c:v>
                </c:pt>
                <c:pt idx="1006">
                  <c:v>3</c:v>
                </c:pt>
                <c:pt idx="1007">
                  <c:v>0</c:v>
                </c:pt>
                <c:pt idx="1008">
                  <c:v>4</c:v>
                </c:pt>
                <c:pt idx="1009">
                  <c:v>11</c:v>
                </c:pt>
                <c:pt idx="1010">
                  <c:v>4</c:v>
                </c:pt>
                <c:pt idx="1011">
                  <c:v>1</c:v>
                </c:pt>
                <c:pt idx="1012">
                  <c:v>0</c:v>
                </c:pt>
                <c:pt idx="1013">
                  <c:v>0</c:v>
                </c:pt>
                <c:pt idx="1014">
                  <c:v>9</c:v>
                </c:pt>
                <c:pt idx="1015">
                  <c:v>2</c:v>
                </c:pt>
                <c:pt idx="1016">
                  <c:v>6</c:v>
                </c:pt>
                <c:pt idx="1017">
                  <c:v>5</c:v>
                </c:pt>
                <c:pt idx="1018">
                  <c:v>3</c:v>
                </c:pt>
                <c:pt idx="1019">
                  <c:v>10</c:v>
                </c:pt>
                <c:pt idx="1020">
                  <c:v>4</c:v>
                </c:pt>
                <c:pt idx="1021">
                  <c:v>8</c:v>
                </c:pt>
                <c:pt idx="1022">
                  <c:v>4</c:v>
                </c:pt>
                <c:pt idx="1023">
                  <c:v>3</c:v>
                </c:pt>
                <c:pt idx="1024">
                  <c:v>2</c:v>
                </c:pt>
                <c:pt idx="1025">
                  <c:v>1</c:v>
                </c:pt>
                <c:pt idx="1026">
                  <c:v>8</c:v>
                </c:pt>
                <c:pt idx="1027">
                  <c:v>5</c:v>
                </c:pt>
                <c:pt idx="1028">
                  <c:v>5</c:v>
                </c:pt>
                <c:pt idx="1029">
                  <c:v>7</c:v>
                </c:pt>
                <c:pt idx="1030">
                  <c:v>1</c:v>
                </c:pt>
                <c:pt idx="1031">
                  <c:v>6</c:v>
                </c:pt>
                <c:pt idx="1032">
                  <c:v>4</c:v>
                </c:pt>
                <c:pt idx="1033">
                  <c:v>0</c:v>
                </c:pt>
                <c:pt idx="1034">
                  <c:v>1</c:v>
                </c:pt>
                <c:pt idx="1035">
                  <c:v>4</c:v>
                </c:pt>
                <c:pt idx="1036">
                  <c:v>20</c:v>
                </c:pt>
                <c:pt idx="1037">
                  <c:v>9</c:v>
                </c:pt>
                <c:pt idx="1038">
                  <c:v>1</c:v>
                </c:pt>
                <c:pt idx="1039">
                  <c:v>1</c:v>
                </c:pt>
                <c:pt idx="1040">
                  <c:v>4</c:v>
                </c:pt>
                <c:pt idx="1041">
                  <c:v>4</c:v>
                </c:pt>
                <c:pt idx="1042">
                  <c:v>3</c:v>
                </c:pt>
                <c:pt idx="1043">
                  <c:v>0</c:v>
                </c:pt>
                <c:pt idx="1044">
                  <c:v>0</c:v>
                </c:pt>
                <c:pt idx="1045">
                  <c:v>2</c:v>
                </c:pt>
                <c:pt idx="1046">
                  <c:v>0</c:v>
                </c:pt>
                <c:pt idx="1047">
                  <c:v>9</c:v>
                </c:pt>
                <c:pt idx="1048">
                  <c:v>7</c:v>
                </c:pt>
                <c:pt idx="1049">
                  <c:v>35</c:v>
                </c:pt>
                <c:pt idx="1050">
                  <c:v>1</c:v>
                </c:pt>
                <c:pt idx="1051">
                  <c:v>3</c:v>
                </c:pt>
                <c:pt idx="1052">
                  <c:v>2</c:v>
                </c:pt>
                <c:pt idx="1053">
                  <c:v>1</c:v>
                </c:pt>
                <c:pt idx="1054">
                  <c:v>1</c:v>
                </c:pt>
                <c:pt idx="1055">
                  <c:v>3</c:v>
                </c:pt>
                <c:pt idx="1056">
                  <c:v>2</c:v>
                </c:pt>
                <c:pt idx="1057">
                  <c:v>2</c:v>
                </c:pt>
                <c:pt idx="1058">
                  <c:v>1</c:v>
                </c:pt>
                <c:pt idx="1059">
                  <c:v>1</c:v>
                </c:pt>
                <c:pt idx="1060">
                  <c:v>7</c:v>
                </c:pt>
                <c:pt idx="1061">
                  <c:v>4</c:v>
                </c:pt>
                <c:pt idx="1062">
                  <c:v>2</c:v>
                </c:pt>
                <c:pt idx="1063">
                  <c:v>21</c:v>
                </c:pt>
                <c:pt idx="1064">
                  <c:v>3</c:v>
                </c:pt>
                <c:pt idx="1065">
                  <c:v>3</c:v>
                </c:pt>
                <c:pt idx="1066">
                  <c:v>5</c:v>
                </c:pt>
                <c:pt idx="1067">
                  <c:v>5</c:v>
                </c:pt>
                <c:pt idx="1068">
                  <c:v>4</c:v>
                </c:pt>
                <c:pt idx="1069">
                  <c:v>3</c:v>
                </c:pt>
                <c:pt idx="1070">
                  <c:v>0</c:v>
                </c:pt>
                <c:pt idx="1071">
                  <c:v>3</c:v>
                </c:pt>
                <c:pt idx="1072">
                  <c:v>3</c:v>
                </c:pt>
                <c:pt idx="1073">
                  <c:v>3</c:v>
                </c:pt>
                <c:pt idx="1074">
                  <c:v>6</c:v>
                </c:pt>
                <c:pt idx="1075">
                  <c:v>4</c:v>
                </c:pt>
                <c:pt idx="1076">
                  <c:v>5</c:v>
                </c:pt>
                <c:pt idx="1077">
                  <c:v>0</c:v>
                </c:pt>
                <c:pt idx="1078">
                  <c:v>0</c:v>
                </c:pt>
                <c:pt idx="1079">
                  <c:v>4</c:v>
                </c:pt>
                <c:pt idx="1080">
                  <c:v>4</c:v>
                </c:pt>
                <c:pt idx="1081">
                  <c:v>5</c:v>
                </c:pt>
                <c:pt idx="1082">
                  <c:v>4</c:v>
                </c:pt>
                <c:pt idx="1083">
                  <c:v>1</c:v>
                </c:pt>
                <c:pt idx="1084">
                  <c:v>4</c:v>
                </c:pt>
                <c:pt idx="1085">
                  <c:v>2</c:v>
                </c:pt>
                <c:pt idx="1086">
                  <c:v>6</c:v>
                </c:pt>
                <c:pt idx="1087">
                  <c:v>1</c:v>
                </c:pt>
                <c:pt idx="1088">
                  <c:v>0</c:v>
                </c:pt>
                <c:pt idx="1089">
                  <c:v>1</c:v>
                </c:pt>
                <c:pt idx="1090">
                  <c:v>2</c:v>
                </c:pt>
                <c:pt idx="1091">
                  <c:v>0</c:v>
                </c:pt>
                <c:pt idx="1092">
                  <c:v>1</c:v>
                </c:pt>
                <c:pt idx="1093">
                  <c:v>1</c:v>
                </c:pt>
                <c:pt idx="1094">
                  <c:v>1</c:v>
                </c:pt>
                <c:pt idx="1095">
                  <c:v>0</c:v>
                </c:pt>
                <c:pt idx="1096">
                  <c:v>0</c:v>
                </c:pt>
                <c:pt idx="1097">
                  <c:v>3</c:v>
                </c:pt>
                <c:pt idx="1098">
                  <c:v>2</c:v>
                </c:pt>
                <c:pt idx="1099">
                  <c:v>1</c:v>
                </c:pt>
                <c:pt idx="1100">
                  <c:v>0</c:v>
                </c:pt>
                <c:pt idx="1101">
                  <c:v>0</c:v>
                </c:pt>
                <c:pt idx="1102">
                  <c:v>0</c:v>
                </c:pt>
                <c:pt idx="1103">
                  <c:v>0</c:v>
                </c:pt>
                <c:pt idx="1104">
                  <c:v>1</c:v>
                </c:pt>
                <c:pt idx="1105">
                  <c:v>2</c:v>
                </c:pt>
                <c:pt idx="1106">
                  <c:v>0</c:v>
                </c:pt>
                <c:pt idx="1107">
                  <c:v>0</c:v>
                </c:pt>
                <c:pt idx="1108">
                  <c:v>4</c:v>
                </c:pt>
                <c:pt idx="1109">
                  <c:v>0</c:v>
                </c:pt>
                <c:pt idx="1110">
                  <c:v>11</c:v>
                </c:pt>
                <c:pt idx="1111">
                  <c:v>1</c:v>
                </c:pt>
                <c:pt idx="1112">
                  <c:v>0</c:v>
                </c:pt>
                <c:pt idx="1113">
                  <c:v>5</c:v>
                </c:pt>
                <c:pt idx="1114">
                  <c:v>1</c:v>
                </c:pt>
                <c:pt idx="1115">
                  <c:v>2</c:v>
                </c:pt>
                <c:pt idx="1116">
                  <c:v>2</c:v>
                </c:pt>
                <c:pt idx="1117">
                  <c:v>5</c:v>
                </c:pt>
                <c:pt idx="1118">
                  <c:v>18</c:v>
                </c:pt>
                <c:pt idx="1119">
                  <c:v>2</c:v>
                </c:pt>
                <c:pt idx="1120">
                  <c:v>0</c:v>
                </c:pt>
                <c:pt idx="1121">
                  <c:v>3</c:v>
                </c:pt>
                <c:pt idx="1122">
                  <c:v>0</c:v>
                </c:pt>
                <c:pt idx="1123">
                  <c:v>7</c:v>
                </c:pt>
                <c:pt idx="1124">
                  <c:v>5</c:v>
                </c:pt>
                <c:pt idx="1125">
                  <c:v>3</c:v>
                </c:pt>
                <c:pt idx="1126">
                  <c:v>2</c:v>
                </c:pt>
                <c:pt idx="1127">
                  <c:v>3</c:v>
                </c:pt>
                <c:pt idx="1128">
                  <c:v>2</c:v>
                </c:pt>
                <c:pt idx="1129">
                  <c:v>0</c:v>
                </c:pt>
                <c:pt idx="1130">
                  <c:v>1</c:v>
                </c:pt>
                <c:pt idx="1131">
                  <c:v>7</c:v>
                </c:pt>
                <c:pt idx="1132">
                  <c:v>1</c:v>
                </c:pt>
                <c:pt idx="1133">
                  <c:v>3</c:v>
                </c:pt>
                <c:pt idx="1134">
                  <c:v>2</c:v>
                </c:pt>
                <c:pt idx="1135">
                  <c:v>19</c:v>
                </c:pt>
                <c:pt idx="1136">
                  <c:v>5</c:v>
                </c:pt>
                <c:pt idx="1137">
                  <c:v>17</c:v>
                </c:pt>
                <c:pt idx="1138">
                  <c:v>3</c:v>
                </c:pt>
                <c:pt idx="1139">
                  <c:v>6</c:v>
                </c:pt>
                <c:pt idx="1140">
                  <c:v>2</c:v>
                </c:pt>
                <c:pt idx="1141">
                  <c:v>1</c:v>
                </c:pt>
                <c:pt idx="1142">
                  <c:v>1</c:v>
                </c:pt>
                <c:pt idx="1143">
                  <c:v>3</c:v>
                </c:pt>
                <c:pt idx="1144">
                  <c:v>1</c:v>
                </c:pt>
                <c:pt idx="1145">
                  <c:v>1</c:v>
                </c:pt>
                <c:pt idx="1146">
                  <c:v>6</c:v>
                </c:pt>
                <c:pt idx="1147">
                  <c:v>3</c:v>
                </c:pt>
                <c:pt idx="1148">
                  <c:v>7</c:v>
                </c:pt>
                <c:pt idx="1149">
                  <c:v>8</c:v>
                </c:pt>
                <c:pt idx="1150">
                  <c:v>8</c:v>
                </c:pt>
                <c:pt idx="1151">
                  <c:v>22</c:v>
                </c:pt>
                <c:pt idx="1152">
                  <c:v>4</c:v>
                </c:pt>
                <c:pt idx="1153">
                  <c:v>5</c:v>
                </c:pt>
                <c:pt idx="1154">
                  <c:v>3</c:v>
                </c:pt>
                <c:pt idx="1155">
                  <c:v>7</c:v>
                </c:pt>
                <c:pt idx="1156">
                  <c:v>0</c:v>
                </c:pt>
                <c:pt idx="1157">
                  <c:v>1</c:v>
                </c:pt>
                <c:pt idx="1158">
                  <c:v>2</c:v>
                </c:pt>
                <c:pt idx="1159">
                  <c:v>4</c:v>
                </c:pt>
                <c:pt idx="1160">
                  <c:v>0</c:v>
                </c:pt>
                <c:pt idx="1161">
                  <c:v>5</c:v>
                </c:pt>
                <c:pt idx="1162">
                  <c:v>13</c:v>
                </c:pt>
                <c:pt idx="1163">
                  <c:v>0</c:v>
                </c:pt>
                <c:pt idx="1164">
                  <c:v>1</c:v>
                </c:pt>
                <c:pt idx="1165">
                  <c:v>8</c:v>
                </c:pt>
                <c:pt idx="1166">
                  <c:v>5</c:v>
                </c:pt>
                <c:pt idx="1167">
                  <c:v>1</c:v>
                </c:pt>
                <c:pt idx="1168">
                  <c:v>3</c:v>
                </c:pt>
                <c:pt idx="1169">
                  <c:v>0</c:v>
                </c:pt>
                <c:pt idx="1170">
                  <c:v>8</c:v>
                </c:pt>
                <c:pt idx="1171">
                  <c:v>3</c:v>
                </c:pt>
                <c:pt idx="1172">
                  <c:v>3</c:v>
                </c:pt>
                <c:pt idx="1173">
                  <c:v>1</c:v>
                </c:pt>
                <c:pt idx="1174">
                  <c:v>2</c:v>
                </c:pt>
                <c:pt idx="1175">
                  <c:v>3</c:v>
                </c:pt>
                <c:pt idx="1176">
                  <c:v>1</c:v>
                </c:pt>
                <c:pt idx="1177">
                  <c:v>1</c:v>
                </c:pt>
                <c:pt idx="1178">
                  <c:v>2</c:v>
                </c:pt>
                <c:pt idx="1179">
                  <c:v>3</c:v>
                </c:pt>
                <c:pt idx="1180">
                  <c:v>4</c:v>
                </c:pt>
                <c:pt idx="1181">
                  <c:v>1</c:v>
                </c:pt>
                <c:pt idx="1182">
                  <c:v>0</c:v>
                </c:pt>
                <c:pt idx="1183">
                  <c:v>0</c:v>
                </c:pt>
                <c:pt idx="1184">
                  <c:v>8</c:v>
                </c:pt>
                <c:pt idx="1185">
                  <c:v>4</c:v>
                </c:pt>
                <c:pt idx="1186">
                  <c:v>3</c:v>
                </c:pt>
                <c:pt idx="1187">
                  <c:v>0</c:v>
                </c:pt>
                <c:pt idx="1188">
                  <c:v>1</c:v>
                </c:pt>
                <c:pt idx="1189">
                  <c:v>0</c:v>
                </c:pt>
                <c:pt idx="1190">
                  <c:v>3</c:v>
                </c:pt>
                <c:pt idx="1191">
                  <c:v>11</c:v>
                </c:pt>
                <c:pt idx="1192">
                  <c:v>11</c:v>
                </c:pt>
                <c:pt idx="1193">
                  <c:v>11</c:v>
                </c:pt>
                <c:pt idx="1194">
                  <c:v>5</c:v>
                </c:pt>
                <c:pt idx="1195">
                  <c:v>2</c:v>
                </c:pt>
                <c:pt idx="1196">
                  <c:v>0</c:v>
                </c:pt>
                <c:pt idx="1197">
                  <c:v>3</c:v>
                </c:pt>
                <c:pt idx="1198">
                  <c:v>5</c:v>
                </c:pt>
                <c:pt idx="1199">
                  <c:v>0</c:v>
                </c:pt>
                <c:pt idx="1200">
                  <c:v>5</c:v>
                </c:pt>
                <c:pt idx="1201">
                  <c:v>0</c:v>
                </c:pt>
                <c:pt idx="1202">
                  <c:v>16</c:v>
                </c:pt>
                <c:pt idx="1203">
                  <c:v>8</c:v>
                </c:pt>
                <c:pt idx="1204">
                  <c:v>3</c:v>
                </c:pt>
                <c:pt idx="1205">
                  <c:v>1</c:v>
                </c:pt>
                <c:pt idx="1206">
                  <c:v>4</c:v>
                </c:pt>
                <c:pt idx="1207">
                  <c:v>7</c:v>
                </c:pt>
                <c:pt idx="1208">
                  <c:v>0</c:v>
                </c:pt>
                <c:pt idx="1209">
                  <c:v>3</c:v>
                </c:pt>
                <c:pt idx="1210">
                  <c:v>19</c:v>
                </c:pt>
                <c:pt idx="1211">
                  <c:v>6</c:v>
                </c:pt>
                <c:pt idx="1212">
                  <c:v>4</c:v>
                </c:pt>
                <c:pt idx="1213">
                  <c:v>3</c:v>
                </c:pt>
                <c:pt idx="1214">
                  <c:v>2</c:v>
                </c:pt>
                <c:pt idx="1215">
                  <c:v>1</c:v>
                </c:pt>
                <c:pt idx="1216">
                  <c:v>0</c:v>
                </c:pt>
                <c:pt idx="1217">
                  <c:v>11</c:v>
                </c:pt>
                <c:pt idx="1218">
                  <c:v>5</c:v>
                </c:pt>
                <c:pt idx="1219">
                  <c:v>2</c:v>
                </c:pt>
                <c:pt idx="1220">
                  <c:v>0</c:v>
                </c:pt>
                <c:pt idx="1221">
                  <c:v>1</c:v>
                </c:pt>
                <c:pt idx="1222">
                  <c:v>2</c:v>
                </c:pt>
                <c:pt idx="1223">
                  <c:v>2</c:v>
                </c:pt>
                <c:pt idx="1224">
                  <c:v>8</c:v>
                </c:pt>
                <c:pt idx="1225">
                  <c:v>4</c:v>
                </c:pt>
                <c:pt idx="1226">
                  <c:v>5</c:v>
                </c:pt>
                <c:pt idx="1227">
                  <c:v>0</c:v>
                </c:pt>
                <c:pt idx="1228">
                  <c:v>4</c:v>
                </c:pt>
                <c:pt idx="1229">
                  <c:v>4</c:v>
                </c:pt>
                <c:pt idx="1230">
                  <c:v>5</c:v>
                </c:pt>
                <c:pt idx="1231">
                  <c:v>0</c:v>
                </c:pt>
                <c:pt idx="1232">
                  <c:v>3</c:v>
                </c:pt>
                <c:pt idx="1233">
                  <c:v>1</c:v>
                </c:pt>
                <c:pt idx="1234">
                  <c:v>0</c:v>
                </c:pt>
                <c:pt idx="1235">
                  <c:v>2</c:v>
                </c:pt>
                <c:pt idx="1236">
                  <c:v>4</c:v>
                </c:pt>
                <c:pt idx="1237">
                  <c:v>1</c:v>
                </c:pt>
                <c:pt idx="1238">
                  <c:v>2</c:v>
                </c:pt>
                <c:pt idx="1239">
                  <c:v>3</c:v>
                </c:pt>
                <c:pt idx="1240">
                  <c:v>0</c:v>
                </c:pt>
                <c:pt idx="1241">
                  <c:v>0</c:v>
                </c:pt>
                <c:pt idx="1242">
                  <c:v>4</c:v>
                </c:pt>
                <c:pt idx="1243">
                  <c:v>2</c:v>
                </c:pt>
                <c:pt idx="1244">
                  <c:v>0</c:v>
                </c:pt>
                <c:pt idx="1245">
                  <c:v>3</c:v>
                </c:pt>
                <c:pt idx="1246">
                  <c:v>3</c:v>
                </c:pt>
                <c:pt idx="1247">
                  <c:v>1</c:v>
                </c:pt>
                <c:pt idx="1248">
                  <c:v>8</c:v>
                </c:pt>
                <c:pt idx="1249">
                  <c:v>0</c:v>
                </c:pt>
                <c:pt idx="1250">
                  <c:v>5</c:v>
                </c:pt>
                <c:pt idx="1251">
                  <c:v>6</c:v>
                </c:pt>
                <c:pt idx="1252">
                  <c:v>4</c:v>
                </c:pt>
                <c:pt idx="1253">
                  <c:v>3</c:v>
                </c:pt>
                <c:pt idx="1254">
                  <c:v>4</c:v>
                </c:pt>
                <c:pt idx="1255">
                  <c:v>4</c:v>
                </c:pt>
                <c:pt idx="1256">
                  <c:v>1</c:v>
                </c:pt>
                <c:pt idx="1257">
                  <c:v>7</c:v>
                </c:pt>
                <c:pt idx="1258">
                  <c:v>2</c:v>
                </c:pt>
                <c:pt idx="1259">
                  <c:v>8</c:v>
                </c:pt>
                <c:pt idx="1260">
                  <c:v>9</c:v>
                </c:pt>
                <c:pt idx="1261">
                  <c:v>5</c:v>
                </c:pt>
                <c:pt idx="1262">
                  <c:v>3</c:v>
                </c:pt>
                <c:pt idx="1263">
                  <c:v>6</c:v>
                </c:pt>
                <c:pt idx="1264">
                  <c:v>5</c:v>
                </c:pt>
                <c:pt idx="1265">
                  <c:v>4</c:v>
                </c:pt>
                <c:pt idx="1266">
                  <c:v>3</c:v>
                </c:pt>
                <c:pt idx="1267">
                  <c:v>1</c:v>
                </c:pt>
                <c:pt idx="1268">
                  <c:v>2</c:v>
                </c:pt>
                <c:pt idx="1269">
                  <c:v>4</c:v>
                </c:pt>
                <c:pt idx="1270">
                  <c:v>3</c:v>
                </c:pt>
                <c:pt idx="1271">
                  <c:v>1</c:v>
                </c:pt>
                <c:pt idx="1272">
                  <c:v>2</c:v>
                </c:pt>
                <c:pt idx="1273">
                  <c:v>3</c:v>
                </c:pt>
                <c:pt idx="1274">
                  <c:v>0</c:v>
                </c:pt>
                <c:pt idx="1275">
                  <c:v>3</c:v>
                </c:pt>
                <c:pt idx="1276">
                  <c:v>3</c:v>
                </c:pt>
                <c:pt idx="1277">
                  <c:v>7</c:v>
                </c:pt>
                <c:pt idx="1278">
                  <c:v>4</c:v>
                </c:pt>
                <c:pt idx="1279">
                  <c:v>1</c:v>
                </c:pt>
                <c:pt idx="1280">
                  <c:v>0</c:v>
                </c:pt>
                <c:pt idx="1281">
                  <c:v>1</c:v>
                </c:pt>
              </c:numCache>
            </c:numRef>
          </c:yVal>
        </c:ser>
        <c:ser>
          <c:idx val="1"/>
          <c:order val="1"/>
          <c:tx>
            <c:v>После очистки</c:v>
          </c:tx>
          <c:spPr>
            <ns1:solidFill>
              <ns1:srgbClr val="B46A48"/>
            </ns1:solidFill>
            <ns1:ln w="14288">
              <ns1:solidFill>
                <ns1:srgbClr val="B46A48"/>
              </ns1:solidFill>
            </ns1:ln>
          </c:spPr>
          <c:marker>
            <c:symbol val="none"/>
          </c:marker>
          <c:xVal>
            <c:numRef>
              <c:f>'Chart Data'!$C$2:$C$1283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Data'!$D$2:$D$1283</c:f>
              <c:numCache>
                <c:formatCode>0</c:formatCode>
                <c:ptCount val="1282"/>
                <c:pt idx="0">
                  <c:v>4</c:v>
                </c:pt>
                <c:pt idx="1">
                  <c:v>4</c:v>
                </c:pt>
                <c:pt idx="2">
                  <c:v>2</c:v>
                </c:pt>
                <c:pt idx="3">
                  <c:v>3</c:v>
                </c:pt>
                <c:pt idx="4">
                  <c:v>16</c:v>
                </c:pt>
                <c:pt idx="5">
                  <c:v>1</c:v>
                </c:pt>
                <c:pt idx="6">
                  <c:v>7</c:v>
                </c:pt>
                <c:pt idx="7">
                  <c:v>14</c:v>
                </c:pt>
                <c:pt idx="8">
                  <c:v>3</c:v>
                </c:pt>
                <c:pt idx="9">
                  <c:v>1</c:v>
                </c:pt>
                <c:pt idx="10">
                  <c:v>3</c:v>
                </c:pt>
                <c:pt idx="11">
                  <c:v>0</c:v>
                </c:pt>
                <c:pt idx="12">
                  <c:v>0</c:v>
                </c:pt>
                <c:pt idx="13">
                  <c:v>7</c:v>
                </c:pt>
                <c:pt idx="14">
                  <c:v>0</c:v>
                </c:pt>
                <c:pt idx="15">
                  <c:v>4</c:v>
                </c:pt>
                <c:pt idx="16">
                  <c:v>7</c:v>
                </c:pt>
                <c:pt idx="17">
                  <c:v>4</c:v>
                </c:pt>
                <c:pt idx="18">
                  <c:v>5</c:v>
                </c:pt>
                <c:pt idx="19">
                  <c:v>11</c:v>
                </c:pt>
                <c:pt idx="20">
                  <c:v>5</c:v>
                </c:pt>
                <c:pt idx="21">
                  <c:v>9</c:v>
                </c:pt>
                <c:pt idx="22">
                  <c:v>6</c:v>
                </c:pt>
                <c:pt idx="23">
                  <c:v>4</c:v>
                </c:pt>
                <c:pt idx="24">
                  <c:v>7</c:v>
                </c:pt>
                <c:pt idx="25">
                  <c:v>5</c:v>
                </c:pt>
                <c:pt idx="26">
                  <c:v>9</c:v>
                </c:pt>
                <c:pt idx="27">
                  <c:v>3</c:v>
                </c:pt>
                <c:pt idx="28">
                  <c:v>2</c:v>
                </c:pt>
                <c:pt idx="29">
                  <c:v>7</c:v>
                </c:pt>
                <c:pt idx="30">
                  <c:v>8</c:v>
                </c:pt>
                <c:pt idx="31">
                  <c:v>6</c:v>
                </c:pt>
                <c:pt idx="32">
                  <c:v>6</c:v>
                </c:pt>
                <c:pt idx="33">
                  <c:v>10</c:v>
                </c:pt>
                <c:pt idx="34">
                  <c:v>3</c:v>
                </c:pt>
                <c:pt idx="35">
                  <c:v>1</c:v>
                </c:pt>
                <c:pt idx="36">
                  <c:v>3</c:v>
                </c:pt>
                <c:pt idx="37">
                  <c:v>3</c:v>
                </c:pt>
                <c:pt idx="38">
                  <c:v>6</c:v>
                </c:pt>
                <c:pt idx="39">
                  <c:v>5</c:v>
                </c:pt>
                <c:pt idx="40">
                  <c:v>3</c:v>
                </c:pt>
                <c:pt idx="41">
                  <c:v>2</c:v>
                </c:pt>
                <c:pt idx="42">
                  <c:v>7</c:v>
                </c:pt>
                <c:pt idx="43">
                  <c:v>7</c:v>
                </c:pt>
                <c:pt idx="44">
                  <c:v>21</c:v>
                </c:pt>
                <c:pt idx="45">
                  <c:v>2</c:v>
                </c:pt>
                <c:pt idx="46">
                  <c:v>1</c:v>
                </c:pt>
                <c:pt idx="47">
                  <c:v>2</c:v>
                </c:pt>
                <c:pt idx="48">
                  <c:v>2</c:v>
                </c:pt>
                <c:pt idx="49">
                  <c:v>10</c:v>
                </c:pt>
                <c:pt idx="50">
                  <c:v>16</c:v>
                </c:pt>
                <c:pt idx="51">
                  <c:v>10</c:v>
                </c:pt>
                <c:pt idx="52">
                  <c:v>2</c:v>
                </c:pt>
                <c:pt idx="53">
                  <c:v>1</c:v>
                </c:pt>
                <c:pt idx="54">
                  <c:v>3</c:v>
                </c:pt>
                <c:pt idx="55">
                  <c:v>15</c:v>
                </c:pt>
                <c:pt idx="56">
                  <c:v>7</c:v>
                </c:pt>
                <c:pt idx="57">
                  <c:v>5</c:v>
                </c:pt>
                <c:pt idx="58">
                  <c:v>12</c:v>
                </c:pt>
                <c:pt idx="59">
                  <c:v>9</c:v>
                </c:pt>
                <c:pt idx="60">
                  <c:v>1</c:v>
                </c:pt>
                <c:pt idx="61">
                  <c:v>10</c:v>
                </c:pt>
                <c:pt idx="62">
                  <c:v>4</c:v>
                </c:pt>
                <c:pt idx="63">
                  <c:v>1</c:v>
                </c:pt>
                <c:pt idx="64">
                  <c:v>5</c:v>
                </c:pt>
                <c:pt idx="65">
                  <c:v>3</c:v>
                </c:pt>
                <c:pt idx="66">
                  <c:v>1</c:v>
                </c:pt>
                <c:pt idx="67">
                  <c:v>3</c:v>
                </c:pt>
                <c:pt idx="68">
                  <c:v>7</c:v>
                </c:pt>
                <c:pt idx="69">
                  <c:v>1</c:v>
                </c:pt>
                <c:pt idx="70">
                  <c:v>4</c:v>
                </c:pt>
                <c:pt idx="71">
                  <c:v>6</c:v>
                </c:pt>
                <c:pt idx="72">
                  <c:v>1</c:v>
                </c:pt>
                <c:pt idx="73">
                  <c:v>1</c:v>
                </c:pt>
                <c:pt idx="74">
                  <c:v>5</c:v>
                </c:pt>
                <c:pt idx="75">
                  <c:v>3</c:v>
                </c:pt>
                <c:pt idx="76">
                  <c:v>3</c:v>
                </c:pt>
                <c:pt idx="77">
                  <c:v>1</c:v>
                </c:pt>
                <c:pt idx="78">
                  <c:v>0</c:v>
                </c:pt>
                <c:pt idx="79">
                  <c:v>14</c:v>
                </c:pt>
                <c:pt idx="80">
                  <c:v>0</c:v>
                </c:pt>
                <c:pt idx="81">
                  <c:v>12</c:v>
                </c:pt>
                <c:pt idx="82">
                  <c:v>3</c:v>
                </c:pt>
                <c:pt idx="83">
                  <c:v>0</c:v>
                </c:pt>
                <c:pt idx="84">
                  <c:v>3</c:v>
                </c:pt>
                <c:pt idx="85">
                  <c:v>1</c:v>
                </c:pt>
                <c:pt idx="86">
                  <c:v>11</c:v>
                </c:pt>
                <c:pt idx="87">
                  <c:v>20</c:v>
                </c:pt>
                <c:pt idx="88">
                  <c:v>6</c:v>
                </c:pt>
                <c:pt idx="89">
                  <c:v>2</c:v>
                </c:pt>
                <c:pt idx="90">
                  <c:v>0</c:v>
                </c:pt>
                <c:pt idx="91">
                  <c:v>5</c:v>
                </c:pt>
                <c:pt idx="92">
                  <c:v>1</c:v>
                </c:pt>
                <c:pt idx="93">
                  <c:v>1</c:v>
                </c:pt>
                <c:pt idx="94">
                  <c:v>3</c:v>
                </c:pt>
                <c:pt idx="95">
                  <c:v>8</c:v>
                </c:pt>
                <c:pt idx="96">
                  <c:v>11</c:v>
                </c:pt>
                <c:pt idx="97">
                  <c:v>57</c:v>
                </c:pt>
                <c:pt idx="98">
                  <c:v>2</c:v>
                </c:pt>
                <c:pt idx="99">
                  <c:v>6</c:v>
                </c:pt>
                <c:pt idx="100">
                  <c:v>5</c:v>
                </c:pt>
                <c:pt idx="101">
                  <c:v>3</c:v>
                </c:pt>
                <c:pt idx="102">
                  <c:v>0</c:v>
                </c:pt>
                <c:pt idx="103">
                  <c:v>20</c:v>
                </c:pt>
                <c:pt idx="104">
                  <c:v>3</c:v>
                </c:pt>
                <c:pt idx="105">
                  <c:v>2</c:v>
                </c:pt>
                <c:pt idx="106">
                  <c:v>4</c:v>
                </c:pt>
                <c:pt idx="107">
                  <c:v>8</c:v>
                </c:pt>
                <c:pt idx="108">
                  <c:v>6</c:v>
                </c:pt>
                <c:pt idx="109">
                  <c:v>9</c:v>
                </c:pt>
                <c:pt idx="110">
                  <c:v>2</c:v>
                </c:pt>
                <c:pt idx="111">
                  <c:v>5</c:v>
                </c:pt>
                <c:pt idx="112">
                  <c:v>11</c:v>
                </c:pt>
                <c:pt idx="113">
                  <c:v>7</c:v>
                </c:pt>
                <c:pt idx="114">
                  <c:v>9</c:v>
                </c:pt>
                <c:pt idx="115">
                  <c:v>3</c:v>
                </c:pt>
                <c:pt idx="116">
                  <c:v>2</c:v>
                </c:pt>
                <c:pt idx="117">
                  <c:v>0</c:v>
                </c:pt>
                <c:pt idx="118">
                  <c:v>3</c:v>
                </c:pt>
                <c:pt idx="119">
                  <c:v>3</c:v>
                </c:pt>
                <c:pt idx="120">
                  <c:v>8</c:v>
                </c:pt>
                <c:pt idx="121">
                  <c:v>6</c:v>
                </c:pt>
                <c:pt idx="122">
                  <c:v>2</c:v>
                </c:pt>
                <c:pt idx="123">
                  <c:v>7</c:v>
                </c:pt>
                <c:pt idx="124">
                  <c:v>9</c:v>
                </c:pt>
                <c:pt idx="125">
                  <c:v>2</c:v>
                </c:pt>
                <c:pt idx="126">
                  <c:v>2</c:v>
                </c:pt>
                <c:pt idx="127">
                  <c:v>3</c:v>
                </c:pt>
                <c:pt idx="128">
                  <c:v>0</c:v>
                </c:pt>
                <c:pt idx="129">
                  <c:v>6</c:v>
                </c:pt>
                <c:pt idx="130">
                  <c:v>4</c:v>
                </c:pt>
                <c:pt idx="131">
                  <c:v>3</c:v>
                </c:pt>
                <c:pt idx="132">
                  <c:v>5</c:v>
                </c:pt>
                <c:pt idx="133">
                  <c:v>0</c:v>
                </c:pt>
                <c:pt idx="134">
                  <c:v>8</c:v>
                </c:pt>
                <c:pt idx="135">
                  <c:v>15</c:v>
                </c:pt>
                <c:pt idx="136">
                  <c:v>0</c:v>
                </c:pt>
                <c:pt idx="137">
                  <c:v>1</c:v>
                </c:pt>
                <c:pt idx="138">
                  <c:v>5</c:v>
                </c:pt>
                <c:pt idx="139">
                  <c:v>5</c:v>
                </c:pt>
                <c:pt idx="140">
                  <c:v>0</c:v>
                </c:pt>
                <c:pt idx="141">
                  <c:v>2</c:v>
                </c:pt>
                <c:pt idx="142">
                  <c:v>7</c:v>
                </c:pt>
                <c:pt idx="143">
                  <c:v>3</c:v>
                </c:pt>
                <c:pt idx="144">
                  <c:v>5</c:v>
                </c:pt>
                <c:pt idx="145">
                  <c:v>1</c:v>
                </c:pt>
                <c:pt idx="146">
                  <c:v>6</c:v>
                </c:pt>
                <c:pt idx="147">
                  <c:v>0</c:v>
                </c:pt>
                <c:pt idx="148">
                  <c:v>0</c:v>
                </c:pt>
                <c:pt idx="149">
                  <c:v>12</c:v>
                </c:pt>
                <c:pt idx="150">
                  <c:v>11</c:v>
                </c:pt>
                <c:pt idx="151">
                  <c:v>8</c:v>
                </c:pt>
                <c:pt idx="152">
                  <c:v>2</c:v>
                </c:pt>
                <c:pt idx="153">
                  <c:v>3</c:v>
                </c:pt>
                <c:pt idx="154">
                  <c:v>3</c:v>
                </c:pt>
                <c:pt idx="155">
                  <c:v>0</c:v>
                </c:pt>
                <c:pt idx="156">
                  <c:v>1</c:v>
                </c:pt>
                <c:pt idx="157">
                  <c:v>1</c:v>
                </c:pt>
                <c:pt idx="158">
                  <c:v>2</c:v>
                </c:pt>
                <c:pt idx="159">
                  <c:v>2</c:v>
                </c:pt>
                <c:pt idx="160">
                  <c:v>3</c:v>
                </c:pt>
                <c:pt idx="161">
                  <c:v>0</c:v>
                </c:pt>
                <c:pt idx="162">
                  <c:v>2</c:v>
                </c:pt>
                <c:pt idx="163">
                  <c:v>1</c:v>
                </c:pt>
                <c:pt idx="164">
                  <c:v>1</c:v>
                </c:pt>
                <c:pt idx="165">
                  <c:v>1</c:v>
                </c:pt>
                <c:pt idx="166">
                  <c:v>1</c:v>
                </c:pt>
                <c:pt idx="167">
                  <c:v>3</c:v>
                </c:pt>
                <c:pt idx="168">
                  <c:v>16</c:v>
                </c:pt>
                <c:pt idx="169">
                  <c:v>3</c:v>
                </c:pt>
                <c:pt idx="170">
                  <c:v>3</c:v>
                </c:pt>
                <c:pt idx="171">
                  <c:v>0</c:v>
                </c:pt>
                <c:pt idx="172">
                  <c:v>4</c:v>
                </c:pt>
                <c:pt idx="173">
                  <c:v>1</c:v>
                </c:pt>
                <c:pt idx="174">
                  <c:v>1</c:v>
                </c:pt>
                <c:pt idx="175">
                  <c:v>2</c:v>
                </c:pt>
                <c:pt idx="176">
                  <c:v>4</c:v>
                </c:pt>
                <c:pt idx="177">
                  <c:v>2</c:v>
                </c:pt>
                <c:pt idx="178">
                  <c:v>3</c:v>
                </c:pt>
                <c:pt idx="179">
                  <c:v>2</c:v>
                </c:pt>
                <c:pt idx="180">
                  <c:v>2</c:v>
                </c:pt>
                <c:pt idx="181">
                  <c:v>1</c:v>
                </c:pt>
                <c:pt idx="182">
                  <c:v>0</c:v>
                </c:pt>
                <c:pt idx="183">
                  <c:v>0</c:v>
                </c:pt>
                <c:pt idx="184">
                  <c:v>1</c:v>
                </c:pt>
                <c:pt idx="185">
                  <c:v>0</c:v>
                </c:pt>
                <c:pt idx="186">
                  <c:v>2</c:v>
                </c:pt>
                <c:pt idx="187">
                  <c:v>7</c:v>
                </c:pt>
                <c:pt idx="188">
                  <c:v>3</c:v>
                </c:pt>
                <c:pt idx="189">
                  <c:v>19</c:v>
                </c:pt>
                <c:pt idx="190">
                  <c:v>4</c:v>
                </c:pt>
                <c:pt idx="191">
                  <c:v>0</c:v>
                </c:pt>
                <c:pt idx="192">
                  <c:v>0</c:v>
                </c:pt>
                <c:pt idx="193">
                  <c:v>4</c:v>
                </c:pt>
                <c:pt idx="194">
                  <c:v>1</c:v>
                </c:pt>
                <c:pt idx="195">
                  <c:v>3</c:v>
                </c:pt>
                <c:pt idx="196">
                  <c:v>9</c:v>
                </c:pt>
                <c:pt idx="197">
                  <c:v>13</c:v>
                </c:pt>
                <c:pt idx="198">
                  <c:v>7</c:v>
                </c:pt>
                <c:pt idx="199">
                  <c:v>12</c:v>
                </c:pt>
                <c:pt idx="200">
                  <c:v>2</c:v>
                </c:pt>
                <c:pt idx="201">
                  <c:v>1</c:v>
                </c:pt>
                <c:pt idx="202">
                  <c:v>3</c:v>
                </c:pt>
                <c:pt idx="203">
                  <c:v>2</c:v>
                </c:pt>
                <c:pt idx="204">
                  <c:v>3</c:v>
                </c:pt>
                <c:pt idx="205">
                  <c:v>0</c:v>
                </c:pt>
                <c:pt idx="206">
                  <c:v>1</c:v>
                </c:pt>
                <c:pt idx="207">
                  <c:v>6</c:v>
                </c:pt>
                <c:pt idx="208">
                  <c:v>0</c:v>
                </c:pt>
                <c:pt idx="209">
                  <c:v>1</c:v>
                </c:pt>
                <c:pt idx="210">
                  <c:v>2</c:v>
                </c:pt>
                <c:pt idx="211">
                  <c:v>5</c:v>
                </c:pt>
                <c:pt idx="212">
                  <c:v>4</c:v>
                </c:pt>
                <c:pt idx="213">
                  <c:v>3</c:v>
                </c:pt>
                <c:pt idx="214">
                  <c:v>5</c:v>
                </c:pt>
                <c:pt idx="215">
                  <c:v>0</c:v>
                </c:pt>
                <c:pt idx="216">
                  <c:v>0</c:v>
                </c:pt>
                <c:pt idx="217">
                  <c:v>2</c:v>
                </c:pt>
                <c:pt idx="218">
                  <c:v>2</c:v>
                </c:pt>
                <c:pt idx="219">
                  <c:v>3</c:v>
                </c:pt>
                <c:pt idx="220">
                  <c:v>11</c:v>
                </c:pt>
                <c:pt idx="221">
                  <c:v>5</c:v>
                </c:pt>
                <c:pt idx="222">
                  <c:v>5</c:v>
                </c:pt>
                <c:pt idx="223">
                  <c:v>2</c:v>
                </c:pt>
                <c:pt idx="224">
                  <c:v>6</c:v>
                </c:pt>
                <c:pt idx="225">
                  <c:v>7</c:v>
                </c:pt>
                <c:pt idx="226">
                  <c:v>8</c:v>
                </c:pt>
                <c:pt idx="227">
                  <c:v>7</c:v>
                </c:pt>
                <c:pt idx="228">
                  <c:v>5</c:v>
                </c:pt>
                <c:pt idx="229">
                  <c:v>4</c:v>
                </c:pt>
                <c:pt idx="230">
                  <c:v>9</c:v>
                </c:pt>
                <c:pt idx="231">
                  <c:v>0</c:v>
                </c:pt>
                <c:pt idx="232">
                  <c:v>2</c:v>
                </c:pt>
                <c:pt idx="233">
                  <c:v>4</c:v>
                </c:pt>
                <c:pt idx="234">
                  <c:v>3</c:v>
                </c:pt>
                <c:pt idx="235">
                  <c:v>17</c:v>
                </c:pt>
                <c:pt idx="236">
                  <c:v>38</c:v>
                </c:pt>
                <c:pt idx="237">
                  <c:v>10</c:v>
                </c:pt>
                <c:pt idx="238">
                  <c:v>18</c:v>
                </c:pt>
                <c:pt idx="239">
                  <c:v>4</c:v>
                </c:pt>
                <c:pt idx="240">
                  <c:v>7</c:v>
                </c:pt>
                <c:pt idx="241">
                  <c:v>1</c:v>
                </c:pt>
                <c:pt idx="242">
                  <c:v>1</c:v>
                </c:pt>
                <c:pt idx="243">
                  <c:v>4</c:v>
                </c:pt>
                <c:pt idx="244">
                  <c:v>16</c:v>
                </c:pt>
                <c:pt idx="245">
                  <c:v>0</c:v>
                </c:pt>
                <c:pt idx="246">
                  <c:v>3</c:v>
                </c:pt>
                <c:pt idx="247">
                  <c:v>6</c:v>
                </c:pt>
                <c:pt idx="248">
                  <c:v>2</c:v>
                </c:pt>
                <c:pt idx="249">
                  <c:v>4</c:v>
                </c:pt>
                <c:pt idx="250">
                  <c:v>4</c:v>
                </c:pt>
                <c:pt idx="251">
                  <c:v>1</c:v>
                </c:pt>
                <c:pt idx="252">
                  <c:v>3</c:v>
                </c:pt>
                <c:pt idx="253">
                  <c:v>24</c:v>
                </c:pt>
                <c:pt idx="254">
                  <c:v>2</c:v>
                </c:pt>
                <c:pt idx="255">
                  <c:v>6</c:v>
                </c:pt>
                <c:pt idx="256">
                  <c:v>2</c:v>
                </c:pt>
                <c:pt idx="257">
                  <c:v>12</c:v>
                </c:pt>
                <c:pt idx="258">
                  <c:v>2</c:v>
                </c:pt>
                <c:pt idx="259">
                  <c:v>3</c:v>
                </c:pt>
                <c:pt idx="260">
                  <c:v>18</c:v>
                </c:pt>
                <c:pt idx="261">
                  <c:v>1</c:v>
                </c:pt>
                <c:pt idx="262">
                  <c:v>5</c:v>
                </c:pt>
                <c:pt idx="263">
                  <c:v>8</c:v>
                </c:pt>
                <c:pt idx="264">
                  <c:v>62</c:v>
                </c:pt>
                <c:pt idx="265">
                  <c:v>4</c:v>
                </c:pt>
                <c:pt idx="266">
                  <c:v>3</c:v>
                </c:pt>
                <c:pt idx="267">
                  <c:v>8</c:v>
                </c:pt>
                <c:pt idx="268">
                  <c:v>9</c:v>
                </c:pt>
                <c:pt idx="269">
                  <c:v>11</c:v>
                </c:pt>
                <c:pt idx="270">
                  <c:v>4</c:v>
                </c:pt>
                <c:pt idx="271">
                  <c:v>5</c:v>
                </c:pt>
                <c:pt idx="272">
                  <c:v>7</c:v>
                </c:pt>
                <c:pt idx="273">
                  <c:v>9</c:v>
                </c:pt>
                <c:pt idx="274">
                  <c:v>10</c:v>
                </c:pt>
                <c:pt idx="275">
                  <c:v>2</c:v>
                </c:pt>
                <c:pt idx="276">
                  <c:v>9</c:v>
                </c:pt>
                <c:pt idx="277">
                  <c:v>1</c:v>
                </c:pt>
                <c:pt idx="278">
                  <c:v>2</c:v>
                </c:pt>
                <c:pt idx="279">
                  <c:v>7</c:v>
                </c:pt>
                <c:pt idx="280">
                  <c:v>1</c:v>
                </c:pt>
                <c:pt idx="281">
                  <c:v>5</c:v>
                </c:pt>
                <c:pt idx="282">
                  <c:v>2</c:v>
                </c:pt>
                <c:pt idx="283">
                  <c:v>1</c:v>
                </c:pt>
                <c:pt idx="284">
                  <c:v>4</c:v>
                </c:pt>
                <c:pt idx="285">
                  <c:v>3</c:v>
                </c:pt>
                <c:pt idx="286">
                  <c:v>0</c:v>
                </c:pt>
                <c:pt idx="287">
                  <c:v>0</c:v>
                </c:pt>
                <c:pt idx="288">
                  <c:v>1</c:v>
                </c:pt>
                <c:pt idx="289">
                  <c:v>3</c:v>
                </c:pt>
                <c:pt idx="290">
                  <c:v>10</c:v>
                </c:pt>
                <c:pt idx="291">
                  <c:v>10</c:v>
                </c:pt>
                <c:pt idx="292">
                  <c:v>4</c:v>
                </c:pt>
                <c:pt idx="293">
                  <c:v>12</c:v>
                </c:pt>
                <c:pt idx="294">
                  <c:v>4</c:v>
                </c:pt>
                <c:pt idx="295">
                  <c:v>5</c:v>
                </c:pt>
                <c:pt idx="296">
                  <c:v>1</c:v>
                </c:pt>
                <c:pt idx="297">
                  <c:v>89</c:v>
                </c:pt>
                <c:pt idx="298">
                  <c:v>1</c:v>
                </c:pt>
                <c:pt idx="299">
                  <c:v>13</c:v>
                </c:pt>
                <c:pt idx="300">
                  <c:v>6</c:v>
                </c:pt>
                <c:pt idx="301">
                  <c:v>0</c:v>
                </c:pt>
                <c:pt idx="302">
                  <c:v>9</c:v>
                </c:pt>
                <c:pt idx="303">
                  <c:v>0</c:v>
                </c:pt>
                <c:pt idx="304">
                  <c:v>0</c:v>
                </c:pt>
                <c:pt idx="305">
                  <c:v>4</c:v>
                </c:pt>
                <c:pt idx="306">
                  <c:v>5</c:v>
                </c:pt>
                <c:pt idx="307">
                  <c:v>3</c:v>
                </c:pt>
                <c:pt idx="308">
                  <c:v>2</c:v>
                </c:pt>
                <c:pt idx="309">
                  <c:v>2</c:v>
                </c:pt>
                <c:pt idx="310">
                  <c:v>3</c:v>
                </c:pt>
                <c:pt idx="311">
                  <c:v>0</c:v>
                </c:pt>
                <c:pt idx="312">
                  <c:v>5</c:v>
                </c:pt>
                <c:pt idx="313">
                  <c:v>4</c:v>
                </c:pt>
                <c:pt idx="314">
                  <c:v>4</c:v>
                </c:pt>
                <c:pt idx="315">
                  <c:v>1</c:v>
                </c:pt>
                <c:pt idx="316">
                  <c:v>11</c:v>
                </c:pt>
                <c:pt idx="317">
                  <c:v>0</c:v>
                </c:pt>
                <c:pt idx="318">
                  <c:v>1</c:v>
                </c:pt>
                <c:pt idx="319">
                  <c:v>3</c:v>
                </c:pt>
                <c:pt idx="320">
                  <c:v>0</c:v>
                </c:pt>
                <c:pt idx="321">
                  <c:v>24</c:v>
                </c:pt>
                <c:pt idx="322">
                  <c:v>1</c:v>
                </c:pt>
                <c:pt idx="323">
                  <c:v>3</c:v>
                </c:pt>
                <c:pt idx="324">
                  <c:v>6</c:v>
                </c:pt>
                <c:pt idx="325">
                  <c:v>6</c:v>
                </c:pt>
                <c:pt idx="326">
                  <c:v>1</c:v>
                </c:pt>
                <c:pt idx="327">
                  <c:v>10</c:v>
                </c:pt>
                <c:pt idx="328">
                  <c:v>1</c:v>
                </c:pt>
                <c:pt idx="329">
                  <c:v>2</c:v>
                </c:pt>
                <c:pt idx="330">
                  <c:v>2</c:v>
                </c:pt>
                <c:pt idx="331">
                  <c:v>1</c:v>
                </c:pt>
                <c:pt idx="332">
                  <c:v>0</c:v>
                </c:pt>
                <c:pt idx="333">
                  <c:v>3</c:v>
                </c:pt>
                <c:pt idx="334">
                  <c:v>0</c:v>
                </c:pt>
                <c:pt idx="335">
                  <c:v>3</c:v>
                </c:pt>
                <c:pt idx="336">
                  <c:v>5</c:v>
                </c:pt>
                <c:pt idx="337">
                  <c:v>1</c:v>
                </c:pt>
                <c:pt idx="338">
                  <c:v>3</c:v>
                </c:pt>
                <c:pt idx="339">
                  <c:v>3</c:v>
                </c:pt>
                <c:pt idx="340">
                  <c:v>1</c:v>
                </c:pt>
                <c:pt idx="341">
                  <c:v>3</c:v>
                </c:pt>
                <c:pt idx="342">
                  <c:v>2</c:v>
                </c:pt>
                <c:pt idx="343">
                  <c:v>8</c:v>
                </c:pt>
                <c:pt idx="344">
                  <c:v>239</c:v>
                </c:pt>
                <c:pt idx="345">
                  <c:v>133</c:v>
                </c:pt>
                <c:pt idx="346">
                  <c:v>6</c:v>
                </c:pt>
                <c:pt idx="347">
                  <c:v>14</c:v>
                </c:pt>
                <c:pt idx="348">
                  <c:v>21</c:v>
                </c:pt>
                <c:pt idx="349">
                  <c:v>23</c:v>
                </c:pt>
                <c:pt idx="350">
                  <c:v>7</c:v>
                </c:pt>
                <c:pt idx="351">
                  <c:v>67</c:v>
                </c:pt>
                <c:pt idx="352">
                  <c:v>2</c:v>
                </c:pt>
                <c:pt idx="353">
                  <c:v>6</c:v>
                </c:pt>
                <c:pt idx="354">
                  <c:v>0</c:v>
                </c:pt>
                <c:pt idx="355">
                  <c:v>1</c:v>
                </c:pt>
                <c:pt idx="356">
                  <c:v>1</c:v>
                </c:pt>
                <c:pt idx="357">
                  <c:v>5</c:v>
                </c:pt>
                <c:pt idx="358">
                  <c:v>6</c:v>
                </c:pt>
                <c:pt idx="359">
                  <c:v>6</c:v>
                </c:pt>
                <c:pt idx="360">
                  <c:v>8</c:v>
                </c:pt>
                <c:pt idx="361">
                  <c:v>6</c:v>
                </c:pt>
                <c:pt idx="362">
                  <c:v>3</c:v>
                </c:pt>
                <c:pt idx="363">
                  <c:v>10</c:v>
                </c:pt>
                <c:pt idx="364">
                  <c:v>4</c:v>
                </c:pt>
                <c:pt idx="365">
                  <c:v>10</c:v>
                </c:pt>
                <c:pt idx="366">
                  <c:v>6</c:v>
                </c:pt>
                <c:pt idx="367">
                  <c:v>5</c:v>
                </c:pt>
                <c:pt idx="368">
                  <c:v>2</c:v>
                </c:pt>
                <c:pt idx="369">
                  <c:v>5</c:v>
                </c:pt>
                <c:pt idx="370">
                  <c:v>2</c:v>
                </c:pt>
                <c:pt idx="371">
                  <c:v>2</c:v>
                </c:pt>
                <c:pt idx="372">
                  <c:v>9</c:v>
                </c:pt>
                <c:pt idx="373">
                  <c:v>6</c:v>
                </c:pt>
                <c:pt idx="374">
                  <c:v>4</c:v>
                </c:pt>
                <c:pt idx="375">
                  <c:v>0</c:v>
                </c:pt>
                <c:pt idx="376">
                  <c:v>0</c:v>
                </c:pt>
                <c:pt idx="377">
                  <c:v>4</c:v>
                </c:pt>
                <c:pt idx="378">
                  <c:v>2</c:v>
                </c:pt>
                <c:pt idx="379">
                  <c:v>1</c:v>
                </c:pt>
                <c:pt idx="380">
                  <c:v>2</c:v>
                </c:pt>
                <c:pt idx="381">
                  <c:v>0</c:v>
                </c:pt>
                <c:pt idx="382">
                  <c:v>3</c:v>
                </c:pt>
                <c:pt idx="383">
                  <c:v>0</c:v>
                </c:pt>
                <c:pt idx="384">
                  <c:v>2</c:v>
                </c:pt>
                <c:pt idx="385">
                  <c:v>0</c:v>
                </c:pt>
                <c:pt idx="386">
                  <c:v>0</c:v>
                </c:pt>
                <c:pt idx="387">
                  <c:v>5</c:v>
                </c:pt>
                <c:pt idx="388">
                  <c:v>4</c:v>
                </c:pt>
                <c:pt idx="389">
                  <c:v>2</c:v>
                </c:pt>
                <c:pt idx="390">
                  <c:v>0</c:v>
                </c:pt>
                <c:pt idx="391">
                  <c:v>0</c:v>
                </c:pt>
                <c:pt idx="392">
                  <c:v>0</c:v>
                </c:pt>
                <c:pt idx="393">
                  <c:v>1</c:v>
                </c:pt>
                <c:pt idx="394">
                  <c:v>1</c:v>
                </c:pt>
                <c:pt idx="395">
                  <c:v>4</c:v>
                </c:pt>
                <c:pt idx="396">
                  <c:v>12</c:v>
                </c:pt>
                <c:pt idx="397">
                  <c:v>12</c:v>
                </c:pt>
                <c:pt idx="398">
                  <c:v>3</c:v>
                </c:pt>
                <c:pt idx="399">
                  <c:v>1</c:v>
                </c:pt>
                <c:pt idx="400">
                  <c:v>3</c:v>
                </c:pt>
                <c:pt idx="401">
                  <c:v>3</c:v>
                </c:pt>
                <c:pt idx="402">
                  <c:v>5</c:v>
                </c:pt>
                <c:pt idx="403">
                  <c:v>2</c:v>
                </c:pt>
                <c:pt idx="404">
                  <c:v>0</c:v>
                </c:pt>
                <c:pt idx="405">
                  <c:v>1</c:v>
                </c:pt>
                <c:pt idx="406">
                  <c:v>4</c:v>
                </c:pt>
                <c:pt idx="407">
                  <c:v>2</c:v>
                </c:pt>
                <c:pt idx="408">
                  <c:v>0</c:v>
                </c:pt>
                <c:pt idx="409">
                  <c:v>0</c:v>
                </c:pt>
                <c:pt idx="410">
                  <c:v>0</c:v>
                </c:pt>
                <c:pt idx="411">
                  <c:v>1</c:v>
                </c:pt>
                <c:pt idx="412">
                  <c:v>1</c:v>
                </c:pt>
                <c:pt idx="413">
                  <c:v>2</c:v>
                </c:pt>
                <c:pt idx="414">
                  <c:v>1</c:v>
                </c:pt>
                <c:pt idx="415">
                  <c:v>7</c:v>
                </c:pt>
                <c:pt idx="416">
                  <c:v>1</c:v>
                </c:pt>
                <c:pt idx="417">
                  <c:v>2</c:v>
                </c:pt>
                <c:pt idx="418">
                  <c:v>2</c:v>
                </c:pt>
                <c:pt idx="419">
                  <c:v>0</c:v>
                </c:pt>
                <c:pt idx="420">
                  <c:v>1</c:v>
                </c:pt>
                <c:pt idx="421">
                  <c:v>0</c:v>
                </c:pt>
                <c:pt idx="422">
                  <c:v>8</c:v>
                </c:pt>
                <c:pt idx="423">
                  <c:v>10</c:v>
                </c:pt>
                <c:pt idx="424">
                  <c:v>8</c:v>
                </c:pt>
                <c:pt idx="425">
                  <c:v>4</c:v>
                </c:pt>
                <c:pt idx="426">
                  <c:v>1</c:v>
                </c:pt>
                <c:pt idx="427">
                  <c:v>3</c:v>
                </c:pt>
                <c:pt idx="428">
                  <c:v>5</c:v>
                </c:pt>
                <c:pt idx="429">
                  <c:v>0</c:v>
                </c:pt>
                <c:pt idx="430">
                  <c:v>2</c:v>
                </c:pt>
                <c:pt idx="431">
                  <c:v>2</c:v>
                </c:pt>
                <c:pt idx="432">
                  <c:v>2</c:v>
                </c:pt>
                <c:pt idx="433">
                  <c:v>1</c:v>
                </c:pt>
                <c:pt idx="434">
                  <c:v>4</c:v>
                </c:pt>
                <c:pt idx="435">
                  <c:v>35</c:v>
                </c:pt>
                <c:pt idx="436">
                  <c:v>66</c:v>
                </c:pt>
                <c:pt idx="437">
                  <c:v>29</c:v>
                </c:pt>
                <c:pt idx="438">
                  <c:v>13</c:v>
                </c:pt>
                <c:pt idx="439">
                  <c:v>1</c:v>
                </c:pt>
                <c:pt idx="440">
                  <c:v>3</c:v>
                </c:pt>
                <c:pt idx="441">
                  <c:v>0</c:v>
                </c:pt>
                <c:pt idx="442">
                  <c:v>3</c:v>
                </c:pt>
                <c:pt idx="443">
                  <c:v>3</c:v>
                </c:pt>
                <c:pt idx="444">
                  <c:v>2</c:v>
                </c:pt>
                <c:pt idx="445">
                  <c:v>5</c:v>
                </c:pt>
                <c:pt idx="446">
                  <c:v>1</c:v>
                </c:pt>
                <c:pt idx="447">
                  <c:v>21</c:v>
                </c:pt>
                <c:pt idx="448">
                  <c:v>3</c:v>
                </c:pt>
                <c:pt idx="449">
                  <c:v>10</c:v>
                </c:pt>
                <c:pt idx="450">
                  <c:v>2</c:v>
                </c:pt>
                <c:pt idx="451">
                  <c:v>7</c:v>
                </c:pt>
                <c:pt idx="452">
                  <c:v>4</c:v>
                </c:pt>
                <c:pt idx="453">
                  <c:v>1</c:v>
                </c:pt>
                <c:pt idx="454">
                  <c:v>5</c:v>
                </c:pt>
                <c:pt idx="455">
                  <c:v>7</c:v>
                </c:pt>
                <c:pt idx="456">
                  <c:v>8</c:v>
                </c:pt>
                <c:pt idx="457">
                  <c:v>0</c:v>
                </c:pt>
                <c:pt idx="458">
                  <c:v>1</c:v>
                </c:pt>
                <c:pt idx="459">
                  <c:v>3</c:v>
                </c:pt>
                <c:pt idx="460">
                  <c:v>1</c:v>
                </c:pt>
                <c:pt idx="461">
                  <c:v>1</c:v>
                </c:pt>
                <c:pt idx="462">
                  <c:v>0</c:v>
                </c:pt>
                <c:pt idx="463">
                  <c:v>1</c:v>
                </c:pt>
                <c:pt idx="464">
                  <c:v>4</c:v>
                </c:pt>
                <c:pt idx="465">
                  <c:v>7</c:v>
                </c:pt>
                <c:pt idx="466">
                  <c:v>0</c:v>
                </c:pt>
                <c:pt idx="467">
                  <c:v>0</c:v>
                </c:pt>
                <c:pt idx="468">
                  <c:v>3</c:v>
                </c:pt>
                <c:pt idx="469">
                  <c:v>5</c:v>
                </c:pt>
                <c:pt idx="470">
                  <c:v>2</c:v>
                </c:pt>
                <c:pt idx="471">
                  <c:v>1</c:v>
                </c:pt>
                <c:pt idx="472">
                  <c:v>4</c:v>
                </c:pt>
                <c:pt idx="473">
                  <c:v>9</c:v>
                </c:pt>
                <c:pt idx="474">
                  <c:v>8</c:v>
                </c:pt>
                <c:pt idx="475">
                  <c:v>5</c:v>
                </c:pt>
                <c:pt idx="476">
                  <c:v>1</c:v>
                </c:pt>
                <c:pt idx="477">
                  <c:v>2</c:v>
                </c:pt>
                <c:pt idx="478">
                  <c:v>4</c:v>
                </c:pt>
                <c:pt idx="479">
                  <c:v>0</c:v>
                </c:pt>
                <c:pt idx="480">
                  <c:v>4</c:v>
                </c:pt>
                <c:pt idx="481">
                  <c:v>3</c:v>
                </c:pt>
                <c:pt idx="482">
                  <c:v>0</c:v>
                </c:pt>
                <c:pt idx="483">
                  <c:v>2</c:v>
                </c:pt>
                <c:pt idx="484">
                  <c:v>7</c:v>
                </c:pt>
                <c:pt idx="485">
                  <c:v>1</c:v>
                </c:pt>
                <c:pt idx="486">
                  <c:v>0</c:v>
                </c:pt>
                <c:pt idx="487">
                  <c:v>6</c:v>
                </c:pt>
                <c:pt idx="488">
                  <c:v>2</c:v>
                </c:pt>
                <c:pt idx="489">
                  <c:v>9</c:v>
                </c:pt>
                <c:pt idx="490">
                  <c:v>9</c:v>
                </c:pt>
                <c:pt idx="491">
                  <c:v>3</c:v>
                </c:pt>
                <c:pt idx="492">
                  <c:v>4</c:v>
                </c:pt>
                <c:pt idx="493">
                  <c:v>4</c:v>
                </c:pt>
                <c:pt idx="494">
                  <c:v>4</c:v>
                </c:pt>
                <c:pt idx="495">
                  <c:v>9</c:v>
                </c:pt>
                <c:pt idx="496">
                  <c:v>2</c:v>
                </c:pt>
                <c:pt idx="497">
                  <c:v>1</c:v>
                </c:pt>
                <c:pt idx="498">
                  <c:v>8</c:v>
                </c:pt>
                <c:pt idx="499">
                  <c:v>4</c:v>
                </c:pt>
                <c:pt idx="500">
                  <c:v>1</c:v>
                </c:pt>
                <c:pt idx="501">
                  <c:v>3</c:v>
                </c:pt>
                <c:pt idx="502">
                  <c:v>1</c:v>
                </c:pt>
                <c:pt idx="503">
                  <c:v>4</c:v>
                </c:pt>
                <c:pt idx="504">
                  <c:v>1</c:v>
                </c:pt>
                <c:pt idx="505">
                  <c:v>1</c:v>
                </c:pt>
                <c:pt idx="506">
                  <c:v>1</c:v>
                </c:pt>
                <c:pt idx="507">
                  <c:v>2</c:v>
                </c:pt>
                <c:pt idx="508">
                  <c:v>0</c:v>
                </c:pt>
                <c:pt idx="509">
                  <c:v>4</c:v>
                </c:pt>
                <c:pt idx="510">
                  <c:v>5</c:v>
                </c:pt>
                <c:pt idx="511">
                  <c:v>6</c:v>
                </c:pt>
                <c:pt idx="512">
                  <c:v>3</c:v>
                </c:pt>
                <c:pt idx="513">
                  <c:v>4</c:v>
                </c:pt>
                <c:pt idx="514">
                  <c:v>31</c:v>
                </c:pt>
                <c:pt idx="515">
                  <c:v>0</c:v>
                </c:pt>
                <c:pt idx="516">
                  <c:v>2</c:v>
                </c:pt>
                <c:pt idx="517">
                  <c:v>2</c:v>
                </c:pt>
                <c:pt idx="518">
                  <c:v>1</c:v>
                </c:pt>
                <c:pt idx="519">
                  <c:v>0</c:v>
                </c:pt>
                <c:pt idx="520">
                  <c:v>1</c:v>
                </c:pt>
                <c:pt idx="521">
                  <c:v>0</c:v>
                </c:pt>
                <c:pt idx="522">
                  <c:v>0</c:v>
                </c:pt>
                <c:pt idx="523">
                  <c:v>3</c:v>
                </c:pt>
                <c:pt idx="524">
                  <c:v>6</c:v>
                </c:pt>
                <c:pt idx="525">
                  <c:v>1</c:v>
                </c:pt>
                <c:pt idx="526">
                  <c:v>5</c:v>
                </c:pt>
                <c:pt idx="527">
                  <c:v>5</c:v>
                </c:pt>
                <c:pt idx="528">
                  <c:v>0</c:v>
                </c:pt>
                <c:pt idx="529">
                  <c:v>1</c:v>
                </c:pt>
                <c:pt idx="530">
                  <c:v>22</c:v>
                </c:pt>
                <c:pt idx="531">
                  <c:v>5</c:v>
                </c:pt>
                <c:pt idx="532">
                  <c:v>6</c:v>
                </c:pt>
                <c:pt idx="533">
                  <c:v>15</c:v>
                </c:pt>
                <c:pt idx="534">
                  <c:v>12</c:v>
                </c:pt>
                <c:pt idx="535">
                  <c:v>17</c:v>
                </c:pt>
                <c:pt idx="536">
                  <c:v>4</c:v>
                </c:pt>
                <c:pt idx="537">
                  <c:v>14</c:v>
                </c:pt>
                <c:pt idx="538">
                  <c:v>3</c:v>
                </c:pt>
                <c:pt idx="539">
                  <c:v>6</c:v>
                </c:pt>
                <c:pt idx="540">
                  <c:v>3</c:v>
                </c:pt>
                <c:pt idx="541">
                  <c:v>0</c:v>
                </c:pt>
                <c:pt idx="542">
                  <c:v>1</c:v>
                </c:pt>
                <c:pt idx="543">
                  <c:v>0</c:v>
                </c:pt>
                <c:pt idx="544">
                  <c:v>2</c:v>
                </c:pt>
                <c:pt idx="545">
                  <c:v>1</c:v>
                </c:pt>
                <c:pt idx="546">
                  <c:v>0</c:v>
                </c:pt>
                <c:pt idx="547">
                  <c:v>1</c:v>
                </c:pt>
                <c:pt idx="548">
                  <c:v>3</c:v>
                </c:pt>
                <c:pt idx="549">
                  <c:v>2</c:v>
                </c:pt>
                <c:pt idx="550">
                  <c:v>1</c:v>
                </c:pt>
                <c:pt idx="551">
                  <c:v>0</c:v>
                </c:pt>
                <c:pt idx="552">
                  <c:v>0</c:v>
                </c:pt>
                <c:pt idx="553">
                  <c:v>9</c:v>
                </c:pt>
                <c:pt idx="554">
                  <c:v>5</c:v>
                </c:pt>
                <c:pt idx="555">
                  <c:v>10</c:v>
                </c:pt>
                <c:pt idx="556">
                  <c:v>0</c:v>
                </c:pt>
                <c:pt idx="557">
                  <c:v>7</c:v>
                </c:pt>
                <c:pt idx="558">
                  <c:v>6</c:v>
                </c:pt>
                <c:pt idx="559">
                  <c:v>2</c:v>
                </c:pt>
                <c:pt idx="560">
                  <c:v>0</c:v>
                </c:pt>
                <c:pt idx="561">
                  <c:v>3</c:v>
                </c:pt>
                <c:pt idx="562">
                  <c:v>0</c:v>
                </c:pt>
                <c:pt idx="563">
                  <c:v>2</c:v>
                </c:pt>
                <c:pt idx="564">
                  <c:v>1</c:v>
                </c:pt>
                <c:pt idx="565">
                  <c:v>1</c:v>
                </c:pt>
                <c:pt idx="566">
                  <c:v>0</c:v>
                </c:pt>
                <c:pt idx="567">
                  <c:v>3</c:v>
                </c:pt>
                <c:pt idx="568">
                  <c:v>0</c:v>
                </c:pt>
                <c:pt idx="569">
                  <c:v>1</c:v>
                </c:pt>
                <c:pt idx="570">
                  <c:v>1</c:v>
                </c:pt>
                <c:pt idx="571">
                  <c:v>0</c:v>
                </c:pt>
                <c:pt idx="572">
                  <c:v>5</c:v>
                </c:pt>
                <c:pt idx="573">
                  <c:v>3</c:v>
                </c:pt>
                <c:pt idx="574">
                  <c:v>8</c:v>
                </c:pt>
                <c:pt idx="575">
                  <c:v>4</c:v>
                </c:pt>
                <c:pt idx="576">
                  <c:v>1</c:v>
                </c:pt>
                <c:pt idx="577">
                  <c:v>2</c:v>
                </c:pt>
                <c:pt idx="578">
                  <c:v>0</c:v>
                </c:pt>
                <c:pt idx="579">
                  <c:v>1</c:v>
                </c:pt>
                <c:pt idx="580">
                  <c:v>3</c:v>
                </c:pt>
                <c:pt idx="581">
                  <c:v>40</c:v>
                </c:pt>
                <c:pt idx="582">
                  <c:v>3</c:v>
                </c:pt>
                <c:pt idx="583">
                  <c:v>7</c:v>
                </c:pt>
                <c:pt idx="584">
                  <c:v>3</c:v>
                </c:pt>
                <c:pt idx="585">
                  <c:v>2</c:v>
                </c:pt>
                <c:pt idx="586">
                  <c:v>7</c:v>
                </c:pt>
                <c:pt idx="587">
                  <c:v>2</c:v>
                </c:pt>
                <c:pt idx="588">
                  <c:v>1</c:v>
                </c:pt>
                <c:pt idx="589">
                  <c:v>3</c:v>
                </c:pt>
                <c:pt idx="590">
                  <c:v>10</c:v>
                </c:pt>
                <c:pt idx="591">
                  <c:v>5</c:v>
                </c:pt>
                <c:pt idx="592">
                  <c:v>2</c:v>
                </c:pt>
                <c:pt idx="593">
                  <c:v>1</c:v>
                </c:pt>
                <c:pt idx="594">
                  <c:v>1</c:v>
                </c:pt>
                <c:pt idx="595">
                  <c:v>1</c:v>
                </c:pt>
                <c:pt idx="596">
                  <c:v>2</c:v>
                </c:pt>
                <c:pt idx="597">
                  <c:v>3</c:v>
                </c:pt>
                <c:pt idx="598">
                  <c:v>2</c:v>
                </c:pt>
                <c:pt idx="599">
                  <c:v>1</c:v>
                </c:pt>
                <c:pt idx="600">
                  <c:v>8</c:v>
                </c:pt>
                <c:pt idx="601">
                  <c:v>11</c:v>
                </c:pt>
                <c:pt idx="602">
                  <c:v>12</c:v>
                </c:pt>
                <c:pt idx="603">
                  <c:v>1</c:v>
                </c:pt>
                <c:pt idx="604">
                  <c:v>0</c:v>
                </c:pt>
                <c:pt idx="605">
                  <c:v>0</c:v>
                </c:pt>
                <c:pt idx="606">
                  <c:v>5</c:v>
                </c:pt>
                <c:pt idx="607">
                  <c:v>4</c:v>
                </c:pt>
                <c:pt idx="608">
                  <c:v>10</c:v>
                </c:pt>
                <c:pt idx="609">
                  <c:v>0</c:v>
                </c:pt>
                <c:pt idx="610">
                  <c:v>2</c:v>
                </c:pt>
                <c:pt idx="611">
                  <c:v>1</c:v>
                </c:pt>
                <c:pt idx="612">
                  <c:v>0</c:v>
                </c:pt>
                <c:pt idx="613">
                  <c:v>2</c:v>
                </c:pt>
                <c:pt idx="614">
                  <c:v>7</c:v>
                </c:pt>
                <c:pt idx="615">
                  <c:v>2</c:v>
                </c:pt>
                <c:pt idx="616">
                  <c:v>2</c:v>
                </c:pt>
                <c:pt idx="617">
                  <c:v>3</c:v>
                </c:pt>
                <c:pt idx="618">
                  <c:v>1</c:v>
                </c:pt>
                <c:pt idx="619">
                  <c:v>9</c:v>
                </c:pt>
                <c:pt idx="620">
                  <c:v>23</c:v>
                </c:pt>
                <c:pt idx="621">
                  <c:v>60</c:v>
                </c:pt>
                <c:pt idx="622">
                  <c:v>1</c:v>
                </c:pt>
                <c:pt idx="623">
                  <c:v>4</c:v>
                </c:pt>
                <c:pt idx="624">
                  <c:v>2</c:v>
                </c:pt>
                <c:pt idx="625">
                  <c:v>1</c:v>
                </c:pt>
                <c:pt idx="626">
                  <c:v>1</c:v>
                </c:pt>
                <c:pt idx="627">
                  <c:v>6</c:v>
                </c:pt>
                <c:pt idx="628">
                  <c:v>50</c:v>
                </c:pt>
                <c:pt idx="629">
                  <c:v>52</c:v>
                </c:pt>
                <c:pt idx="630">
                  <c:v>1</c:v>
                </c:pt>
                <c:pt idx="631">
                  <c:v>1</c:v>
                </c:pt>
                <c:pt idx="632">
                  <c:v>0</c:v>
                </c:pt>
                <c:pt idx="633">
                  <c:v>21</c:v>
                </c:pt>
                <c:pt idx="634">
                  <c:v>16</c:v>
                </c:pt>
                <c:pt idx="635">
                  <c:v>5</c:v>
                </c:pt>
                <c:pt idx="636">
                  <c:v>5</c:v>
                </c:pt>
                <c:pt idx="637">
                  <c:v>1</c:v>
                </c:pt>
                <c:pt idx="638">
                  <c:v>2</c:v>
                </c:pt>
                <c:pt idx="639">
                  <c:v>4</c:v>
                </c:pt>
                <c:pt idx="640">
                  <c:v>0</c:v>
                </c:pt>
                <c:pt idx="641">
                  <c:v>6</c:v>
                </c:pt>
                <c:pt idx="642">
                  <c:v>1</c:v>
                </c:pt>
                <c:pt idx="643">
                  <c:v>9</c:v>
                </c:pt>
                <c:pt idx="644">
                  <c:v>6</c:v>
                </c:pt>
                <c:pt idx="645">
                  <c:v>8</c:v>
                </c:pt>
                <c:pt idx="646">
                  <c:v>5</c:v>
                </c:pt>
                <c:pt idx="647">
                  <c:v>1</c:v>
                </c:pt>
                <c:pt idx="648">
                  <c:v>1</c:v>
                </c:pt>
                <c:pt idx="649">
                  <c:v>8</c:v>
                </c:pt>
                <c:pt idx="650">
                  <c:v>10</c:v>
                </c:pt>
                <c:pt idx="651">
                  <c:v>5</c:v>
                </c:pt>
                <c:pt idx="652">
                  <c:v>2</c:v>
                </c:pt>
                <c:pt idx="653">
                  <c:v>0</c:v>
                </c:pt>
                <c:pt idx="654">
                  <c:v>5</c:v>
                </c:pt>
                <c:pt idx="655">
                  <c:v>2</c:v>
                </c:pt>
                <c:pt idx="656">
                  <c:v>4</c:v>
                </c:pt>
                <c:pt idx="657">
                  <c:v>8</c:v>
                </c:pt>
                <c:pt idx="658">
                  <c:v>0</c:v>
                </c:pt>
                <c:pt idx="659">
                  <c:v>2</c:v>
                </c:pt>
                <c:pt idx="660">
                  <c:v>3</c:v>
                </c:pt>
                <c:pt idx="661">
                  <c:v>16</c:v>
                </c:pt>
                <c:pt idx="662">
                  <c:v>5</c:v>
                </c:pt>
                <c:pt idx="663">
                  <c:v>2</c:v>
                </c:pt>
                <c:pt idx="664">
                  <c:v>1</c:v>
                </c:pt>
                <c:pt idx="665">
                  <c:v>3</c:v>
                </c:pt>
                <c:pt idx="666">
                  <c:v>0</c:v>
                </c:pt>
                <c:pt idx="667">
                  <c:v>1</c:v>
                </c:pt>
                <c:pt idx="668">
                  <c:v>2</c:v>
                </c:pt>
                <c:pt idx="669">
                  <c:v>6</c:v>
                </c:pt>
                <c:pt idx="670">
                  <c:v>1</c:v>
                </c:pt>
                <c:pt idx="671">
                  <c:v>0</c:v>
                </c:pt>
                <c:pt idx="672">
                  <c:v>0</c:v>
                </c:pt>
                <c:pt idx="673">
                  <c:v>12</c:v>
                </c:pt>
                <c:pt idx="674">
                  <c:v>6</c:v>
                </c:pt>
                <c:pt idx="675">
                  <c:v>0</c:v>
                </c:pt>
                <c:pt idx="676">
                  <c:v>1</c:v>
                </c:pt>
                <c:pt idx="677">
                  <c:v>0</c:v>
                </c:pt>
                <c:pt idx="678">
                  <c:v>0</c:v>
                </c:pt>
                <c:pt idx="679">
                  <c:v>2</c:v>
                </c:pt>
                <c:pt idx="680">
                  <c:v>1</c:v>
                </c:pt>
                <c:pt idx="681">
                  <c:v>5</c:v>
                </c:pt>
                <c:pt idx="682">
                  <c:v>0</c:v>
                </c:pt>
                <c:pt idx="683">
                  <c:v>0</c:v>
                </c:pt>
                <c:pt idx="684">
                  <c:v>0</c:v>
                </c:pt>
                <c:pt idx="685">
                  <c:v>1</c:v>
                </c:pt>
                <c:pt idx="686">
                  <c:v>6</c:v>
                </c:pt>
                <c:pt idx="687">
                  <c:v>3</c:v>
                </c:pt>
                <c:pt idx="688">
                  <c:v>13</c:v>
                </c:pt>
                <c:pt idx="689">
                  <c:v>2</c:v>
                </c:pt>
                <c:pt idx="690">
                  <c:v>1</c:v>
                </c:pt>
                <c:pt idx="691">
                  <c:v>0</c:v>
                </c:pt>
                <c:pt idx="692">
                  <c:v>3</c:v>
                </c:pt>
                <c:pt idx="693">
                  <c:v>4</c:v>
                </c:pt>
                <c:pt idx="694">
                  <c:v>1</c:v>
                </c:pt>
                <c:pt idx="695">
                  <c:v>4</c:v>
                </c:pt>
                <c:pt idx="696">
                  <c:v>5</c:v>
                </c:pt>
                <c:pt idx="697">
                  <c:v>26</c:v>
                </c:pt>
                <c:pt idx="698">
                  <c:v>1</c:v>
                </c:pt>
                <c:pt idx="699">
                  <c:v>4</c:v>
                </c:pt>
                <c:pt idx="700">
                  <c:v>0</c:v>
                </c:pt>
                <c:pt idx="701">
                  <c:v>0</c:v>
                </c:pt>
                <c:pt idx="702">
                  <c:v>2</c:v>
                </c:pt>
                <c:pt idx="703">
                  <c:v>4</c:v>
                </c:pt>
                <c:pt idx="704">
                  <c:v>2</c:v>
                </c:pt>
                <c:pt idx="705">
                  <c:v>0</c:v>
                </c:pt>
                <c:pt idx="706">
                  <c:v>0</c:v>
                </c:pt>
                <c:pt idx="707">
                  <c:v>2</c:v>
                </c:pt>
                <c:pt idx="708">
                  <c:v>2</c:v>
                </c:pt>
                <c:pt idx="709">
                  <c:v>0</c:v>
                </c:pt>
                <c:pt idx="710">
                  <c:v>0</c:v>
                </c:pt>
                <c:pt idx="711">
                  <c:v>7</c:v>
                </c:pt>
                <c:pt idx="712">
                  <c:v>2</c:v>
                </c:pt>
                <c:pt idx="713">
                  <c:v>8</c:v>
                </c:pt>
                <c:pt idx="714">
                  <c:v>2</c:v>
                </c:pt>
                <c:pt idx="715">
                  <c:v>2</c:v>
                </c:pt>
                <c:pt idx="716">
                  <c:v>1</c:v>
                </c:pt>
                <c:pt idx="717">
                  <c:v>0</c:v>
                </c:pt>
                <c:pt idx="718">
                  <c:v>0</c:v>
                </c:pt>
                <c:pt idx="719">
                  <c:v>3</c:v>
                </c:pt>
                <c:pt idx="720">
                  <c:v>1</c:v>
                </c:pt>
                <c:pt idx="721">
                  <c:v>2</c:v>
                </c:pt>
                <c:pt idx="722">
                  <c:v>1</c:v>
                </c:pt>
                <c:pt idx="723">
                  <c:v>2</c:v>
                </c:pt>
                <c:pt idx="724">
                  <c:v>5</c:v>
                </c:pt>
                <c:pt idx="725">
                  <c:v>2</c:v>
                </c:pt>
                <c:pt idx="726">
                  <c:v>4</c:v>
                </c:pt>
                <c:pt idx="727">
                  <c:v>2</c:v>
                </c:pt>
                <c:pt idx="728">
                  <c:v>14</c:v>
                </c:pt>
                <c:pt idx="729">
                  <c:v>2</c:v>
                </c:pt>
                <c:pt idx="730">
                  <c:v>5</c:v>
                </c:pt>
                <c:pt idx="731">
                  <c:v>0</c:v>
                </c:pt>
                <c:pt idx="732">
                  <c:v>4</c:v>
                </c:pt>
                <c:pt idx="733">
                  <c:v>0</c:v>
                </c:pt>
                <c:pt idx="734">
                  <c:v>2</c:v>
                </c:pt>
                <c:pt idx="735">
                  <c:v>0</c:v>
                </c:pt>
                <c:pt idx="736">
                  <c:v>5</c:v>
                </c:pt>
                <c:pt idx="737">
                  <c:v>1</c:v>
                </c:pt>
                <c:pt idx="738">
                  <c:v>4</c:v>
                </c:pt>
                <c:pt idx="739">
                  <c:v>3</c:v>
                </c:pt>
                <c:pt idx="740">
                  <c:v>10</c:v>
                </c:pt>
                <c:pt idx="741">
                  <c:v>0</c:v>
                </c:pt>
                <c:pt idx="742">
                  <c:v>1</c:v>
                </c:pt>
                <c:pt idx="743">
                  <c:v>4</c:v>
                </c:pt>
                <c:pt idx="744">
                  <c:v>6</c:v>
                </c:pt>
                <c:pt idx="745">
                  <c:v>4</c:v>
                </c:pt>
                <c:pt idx="746">
                  <c:v>2</c:v>
                </c:pt>
                <c:pt idx="747">
                  <c:v>1</c:v>
                </c:pt>
                <c:pt idx="748">
                  <c:v>0</c:v>
                </c:pt>
                <c:pt idx="749">
                  <c:v>0</c:v>
                </c:pt>
                <c:pt idx="750">
                  <c:v>1</c:v>
                </c:pt>
                <c:pt idx="751">
                  <c:v>4</c:v>
                </c:pt>
                <c:pt idx="752">
                  <c:v>10</c:v>
                </c:pt>
                <c:pt idx="753">
                  <c:v>7</c:v>
                </c:pt>
                <c:pt idx="754">
                  <c:v>0</c:v>
                </c:pt>
                <c:pt idx="755">
                  <c:v>5</c:v>
                </c:pt>
                <c:pt idx="756">
                  <c:v>0</c:v>
                </c:pt>
                <c:pt idx="757">
                  <c:v>2</c:v>
                </c:pt>
                <c:pt idx="758">
                  <c:v>1</c:v>
                </c:pt>
                <c:pt idx="759">
                  <c:v>9</c:v>
                </c:pt>
                <c:pt idx="760">
                  <c:v>6</c:v>
                </c:pt>
                <c:pt idx="761">
                  <c:v>3</c:v>
                </c:pt>
                <c:pt idx="762">
                  <c:v>6</c:v>
                </c:pt>
                <c:pt idx="763">
                  <c:v>1</c:v>
                </c:pt>
                <c:pt idx="764">
                  <c:v>2</c:v>
                </c:pt>
                <c:pt idx="765">
                  <c:v>1</c:v>
                </c:pt>
                <c:pt idx="766">
                  <c:v>0</c:v>
                </c:pt>
                <c:pt idx="767">
                  <c:v>1</c:v>
                </c:pt>
                <c:pt idx="768">
                  <c:v>0</c:v>
                </c:pt>
                <c:pt idx="769">
                  <c:v>3</c:v>
                </c:pt>
                <c:pt idx="770">
                  <c:v>1</c:v>
                </c:pt>
                <c:pt idx="771">
                  <c:v>2</c:v>
                </c:pt>
                <c:pt idx="772">
                  <c:v>1</c:v>
                </c:pt>
                <c:pt idx="773">
                  <c:v>1</c:v>
                </c:pt>
                <c:pt idx="774">
                  <c:v>1</c:v>
                </c:pt>
                <c:pt idx="775">
                  <c:v>0</c:v>
                </c:pt>
                <c:pt idx="776">
                  <c:v>1</c:v>
                </c:pt>
                <c:pt idx="777">
                  <c:v>1</c:v>
                </c:pt>
                <c:pt idx="778">
                  <c:v>1</c:v>
                </c:pt>
                <c:pt idx="779">
                  <c:v>4</c:v>
                </c:pt>
                <c:pt idx="780">
                  <c:v>6</c:v>
                </c:pt>
                <c:pt idx="781">
                  <c:v>8</c:v>
                </c:pt>
                <c:pt idx="782">
                  <c:v>5</c:v>
                </c:pt>
                <c:pt idx="783">
                  <c:v>27</c:v>
                </c:pt>
                <c:pt idx="784">
                  <c:v>21</c:v>
                </c:pt>
                <c:pt idx="785">
                  <c:v>10</c:v>
                </c:pt>
                <c:pt idx="786">
                  <c:v>27</c:v>
                </c:pt>
                <c:pt idx="787">
                  <c:v>21</c:v>
                </c:pt>
                <c:pt idx="788">
                  <c:v>5</c:v>
                </c:pt>
                <c:pt idx="789">
                  <c:v>3</c:v>
                </c:pt>
                <c:pt idx="790">
                  <c:v>0</c:v>
                </c:pt>
                <c:pt idx="791">
                  <c:v>3</c:v>
                </c:pt>
                <c:pt idx="792">
                  <c:v>1</c:v>
                </c:pt>
                <c:pt idx="793">
                  <c:v>1</c:v>
                </c:pt>
                <c:pt idx="794">
                  <c:v>0</c:v>
                </c:pt>
                <c:pt idx="795">
                  <c:v>10</c:v>
                </c:pt>
                <c:pt idx="796">
                  <c:v>2</c:v>
                </c:pt>
                <c:pt idx="797">
                  <c:v>0</c:v>
                </c:pt>
                <c:pt idx="798">
                  <c:v>5</c:v>
                </c:pt>
                <c:pt idx="799">
                  <c:v>4</c:v>
                </c:pt>
                <c:pt idx="800">
                  <c:v>5</c:v>
                </c:pt>
                <c:pt idx="801">
                  <c:v>2</c:v>
                </c:pt>
                <c:pt idx="802">
                  <c:v>7</c:v>
                </c:pt>
                <c:pt idx="803">
                  <c:v>1</c:v>
                </c:pt>
                <c:pt idx="804">
                  <c:v>4</c:v>
                </c:pt>
                <c:pt idx="805">
                  <c:v>6</c:v>
                </c:pt>
                <c:pt idx="806">
                  <c:v>0</c:v>
                </c:pt>
                <c:pt idx="807">
                  <c:v>0</c:v>
                </c:pt>
                <c:pt idx="808">
                  <c:v>5</c:v>
                </c:pt>
                <c:pt idx="809">
                  <c:v>1</c:v>
                </c:pt>
                <c:pt idx="810">
                  <c:v>0</c:v>
                </c:pt>
                <c:pt idx="811">
                  <c:v>0</c:v>
                </c:pt>
                <c:pt idx="812">
                  <c:v>0</c:v>
                </c:pt>
                <c:pt idx="813">
                  <c:v>1</c:v>
                </c:pt>
                <c:pt idx="814">
                  <c:v>1</c:v>
                </c:pt>
                <c:pt idx="815">
                  <c:v>1</c:v>
                </c:pt>
                <c:pt idx="816">
                  <c:v>3</c:v>
                </c:pt>
                <c:pt idx="817">
                  <c:v>0</c:v>
                </c:pt>
                <c:pt idx="818">
                  <c:v>1</c:v>
                </c:pt>
                <c:pt idx="819">
                  <c:v>3</c:v>
                </c:pt>
                <c:pt idx="820">
                  <c:v>6</c:v>
                </c:pt>
                <c:pt idx="821">
                  <c:v>3</c:v>
                </c:pt>
                <c:pt idx="822">
                  <c:v>16</c:v>
                </c:pt>
                <c:pt idx="823">
                  <c:v>2</c:v>
                </c:pt>
                <c:pt idx="824">
                  <c:v>2</c:v>
                </c:pt>
                <c:pt idx="825">
                  <c:v>0</c:v>
                </c:pt>
                <c:pt idx="826">
                  <c:v>3</c:v>
                </c:pt>
                <c:pt idx="827">
                  <c:v>4</c:v>
                </c:pt>
                <c:pt idx="828">
                  <c:v>1</c:v>
                </c:pt>
                <c:pt idx="829">
                  <c:v>1</c:v>
                </c:pt>
                <c:pt idx="830">
                  <c:v>0</c:v>
                </c:pt>
                <c:pt idx="831">
                  <c:v>4</c:v>
                </c:pt>
                <c:pt idx="832">
                  <c:v>8</c:v>
                </c:pt>
                <c:pt idx="833">
                  <c:v>4</c:v>
                </c:pt>
                <c:pt idx="834">
                  <c:v>4</c:v>
                </c:pt>
                <c:pt idx="835">
                  <c:v>4</c:v>
                </c:pt>
                <c:pt idx="836">
                  <c:v>0</c:v>
                </c:pt>
                <c:pt idx="837">
                  <c:v>1</c:v>
                </c:pt>
                <c:pt idx="838">
                  <c:v>1</c:v>
                </c:pt>
                <c:pt idx="839">
                  <c:v>0</c:v>
                </c:pt>
                <c:pt idx="840">
                  <c:v>14</c:v>
                </c:pt>
                <c:pt idx="841">
                  <c:v>2</c:v>
                </c:pt>
                <c:pt idx="842">
                  <c:v>1</c:v>
                </c:pt>
                <c:pt idx="843">
                  <c:v>7</c:v>
                </c:pt>
                <c:pt idx="844">
                  <c:v>2</c:v>
                </c:pt>
                <c:pt idx="845">
                  <c:v>1</c:v>
                </c:pt>
                <c:pt idx="846">
                  <c:v>2</c:v>
                </c:pt>
                <c:pt idx="847">
                  <c:v>0</c:v>
                </c:pt>
                <c:pt idx="848">
                  <c:v>4</c:v>
                </c:pt>
                <c:pt idx="849">
                  <c:v>1</c:v>
                </c:pt>
                <c:pt idx="850">
                  <c:v>2</c:v>
                </c:pt>
                <c:pt idx="851">
                  <c:v>2</c:v>
                </c:pt>
                <c:pt idx="852">
                  <c:v>0</c:v>
                </c:pt>
                <c:pt idx="853">
                  <c:v>2</c:v>
                </c:pt>
                <c:pt idx="854">
                  <c:v>3</c:v>
                </c:pt>
                <c:pt idx="855">
                  <c:v>4</c:v>
                </c:pt>
                <c:pt idx="856">
                  <c:v>0</c:v>
                </c:pt>
                <c:pt idx="857">
                  <c:v>5</c:v>
                </c:pt>
                <c:pt idx="858">
                  <c:v>4</c:v>
                </c:pt>
                <c:pt idx="859">
                  <c:v>2</c:v>
                </c:pt>
                <c:pt idx="860">
                  <c:v>3</c:v>
                </c:pt>
                <c:pt idx="861">
                  <c:v>7</c:v>
                </c:pt>
                <c:pt idx="862">
                  <c:v>1</c:v>
                </c:pt>
                <c:pt idx="863">
                  <c:v>0</c:v>
                </c:pt>
                <c:pt idx="864">
                  <c:v>2</c:v>
                </c:pt>
                <c:pt idx="865">
                  <c:v>1</c:v>
                </c:pt>
                <c:pt idx="866">
                  <c:v>0</c:v>
                </c:pt>
                <c:pt idx="867">
                  <c:v>3</c:v>
                </c:pt>
                <c:pt idx="868">
                  <c:v>4</c:v>
                </c:pt>
                <c:pt idx="869">
                  <c:v>0</c:v>
                </c:pt>
                <c:pt idx="870">
                  <c:v>4</c:v>
                </c:pt>
                <c:pt idx="871">
                  <c:v>13</c:v>
                </c:pt>
                <c:pt idx="872">
                  <c:v>9</c:v>
                </c:pt>
                <c:pt idx="873">
                  <c:v>0</c:v>
                </c:pt>
                <c:pt idx="874">
                  <c:v>1</c:v>
                </c:pt>
                <c:pt idx="875">
                  <c:v>0</c:v>
                </c:pt>
                <c:pt idx="876">
                  <c:v>1</c:v>
                </c:pt>
                <c:pt idx="877">
                  <c:v>0</c:v>
                </c:pt>
                <c:pt idx="878">
                  <c:v>3</c:v>
                </c:pt>
                <c:pt idx="879">
                  <c:v>2</c:v>
                </c:pt>
                <c:pt idx="880">
                  <c:v>2</c:v>
                </c:pt>
                <c:pt idx="881">
                  <c:v>1</c:v>
                </c:pt>
                <c:pt idx="882">
                  <c:v>0</c:v>
                </c:pt>
                <c:pt idx="883">
                  <c:v>0</c:v>
                </c:pt>
                <c:pt idx="884">
                  <c:v>1</c:v>
                </c:pt>
                <c:pt idx="885">
                  <c:v>2</c:v>
                </c:pt>
                <c:pt idx="886">
                  <c:v>3</c:v>
                </c:pt>
                <c:pt idx="887">
                  <c:v>1</c:v>
                </c:pt>
                <c:pt idx="888">
                  <c:v>0</c:v>
                </c:pt>
                <c:pt idx="889">
                  <c:v>0</c:v>
                </c:pt>
                <c:pt idx="890">
                  <c:v>1</c:v>
                </c:pt>
                <c:pt idx="891">
                  <c:v>1</c:v>
                </c:pt>
                <c:pt idx="892">
                  <c:v>2</c:v>
                </c:pt>
                <c:pt idx="893">
                  <c:v>0</c:v>
                </c:pt>
                <c:pt idx="894">
                  <c:v>2</c:v>
                </c:pt>
                <c:pt idx="895">
                  <c:v>1</c:v>
                </c:pt>
                <c:pt idx="896">
                  <c:v>0</c:v>
                </c:pt>
                <c:pt idx="897">
                  <c:v>1</c:v>
                </c:pt>
                <c:pt idx="898">
                  <c:v>0</c:v>
                </c:pt>
                <c:pt idx="899">
                  <c:v>1</c:v>
                </c:pt>
                <c:pt idx="900">
                  <c:v>0</c:v>
                </c:pt>
                <c:pt idx="901">
                  <c:v>2</c:v>
                </c:pt>
                <c:pt idx="902">
                  <c:v>5</c:v>
                </c:pt>
                <c:pt idx="903">
                  <c:v>1</c:v>
                </c:pt>
                <c:pt idx="904">
                  <c:v>5</c:v>
                </c:pt>
                <c:pt idx="905">
                  <c:v>5</c:v>
                </c:pt>
                <c:pt idx="906">
                  <c:v>1</c:v>
                </c:pt>
                <c:pt idx="907">
                  <c:v>3</c:v>
                </c:pt>
                <c:pt idx="908">
                  <c:v>1</c:v>
                </c:pt>
                <c:pt idx="909">
                  <c:v>3</c:v>
                </c:pt>
                <c:pt idx="910">
                  <c:v>2</c:v>
                </c:pt>
                <c:pt idx="911">
                  <c:v>0</c:v>
                </c:pt>
                <c:pt idx="912">
                  <c:v>4</c:v>
                </c:pt>
                <c:pt idx="913">
                  <c:v>3</c:v>
                </c:pt>
                <c:pt idx="914">
                  <c:v>2</c:v>
                </c:pt>
                <c:pt idx="915">
                  <c:v>0</c:v>
                </c:pt>
                <c:pt idx="916">
                  <c:v>1</c:v>
                </c:pt>
                <c:pt idx="917">
                  <c:v>0</c:v>
                </c:pt>
                <c:pt idx="918">
                  <c:v>2</c:v>
                </c:pt>
                <c:pt idx="919">
                  <c:v>2</c:v>
                </c:pt>
                <c:pt idx="920">
                  <c:v>3</c:v>
                </c:pt>
                <c:pt idx="921">
                  <c:v>4</c:v>
                </c:pt>
                <c:pt idx="922">
                  <c:v>0</c:v>
                </c:pt>
                <c:pt idx="923">
                  <c:v>2</c:v>
                </c:pt>
                <c:pt idx="924">
                  <c:v>0</c:v>
                </c:pt>
                <c:pt idx="925">
                  <c:v>0</c:v>
                </c:pt>
                <c:pt idx="926">
                  <c:v>4</c:v>
                </c:pt>
                <c:pt idx="927">
                  <c:v>8</c:v>
                </c:pt>
                <c:pt idx="928">
                  <c:v>5</c:v>
                </c:pt>
                <c:pt idx="929">
                  <c:v>7</c:v>
                </c:pt>
                <c:pt idx="930">
                  <c:v>1</c:v>
                </c:pt>
                <c:pt idx="931">
                  <c:v>1</c:v>
                </c:pt>
                <c:pt idx="932">
                  <c:v>2</c:v>
                </c:pt>
                <c:pt idx="933">
                  <c:v>4</c:v>
                </c:pt>
                <c:pt idx="934">
                  <c:v>3</c:v>
                </c:pt>
                <c:pt idx="935">
                  <c:v>4</c:v>
                </c:pt>
                <c:pt idx="936">
                  <c:v>0</c:v>
                </c:pt>
                <c:pt idx="937">
                  <c:v>0</c:v>
                </c:pt>
                <c:pt idx="938">
                  <c:v>0</c:v>
                </c:pt>
                <c:pt idx="939">
                  <c:v>3</c:v>
                </c:pt>
                <c:pt idx="940">
                  <c:v>1</c:v>
                </c:pt>
                <c:pt idx="941">
                  <c:v>0</c:v>
                </c:pt>
                <c:pt idx="942">
                  <c:v>2</c:v>
                </c:pt>
                <c:pt idx="943">
                  <c:v>3</c:v>
                </c:pt>
                <c:pt idx="944">
                  <c:v>0</c:v>
                </c:pt>
                <c:pt idx="945">
                  <c:v>1</c:v>
                </c:pt>
                <c:pt idx="946">
                  <c:v>1</c:v>
                </c:pt>
                <c:pt idx="947">
                  <c:v>4</c:v>
                </c:pt>
                <c:pt idx="948">
                  <c:v>2</c:v>
                </c:pt>
                <c:pt idx="949">
                  <c:v>2</c:v>
                </c:pt>
                <c:pt idx="950">
                  <c:v>18</c:v>
                </c:pt>
                <c:pt idx="951">
                  <c:v>6</c:v>
                </c:pt>
                <c:pt idx="952">
                  <c:v>0</c:v>
                </c:pt>
                <c:pt idx="953">
                  <c:v>3</c:v>
                </c:pt>
                <c:pt idx="954">
                  <c:v>4</c:v>
                </c:pt>
                <c:pt idx="955">
                  <c:v>0</c:v>
                </c:pt>
                <c:pt idx="956">
                  <c:v>8</c:v>
                </c:pt>
                <c:pt idx="957">
                  <c:v>1</c:v>
                </c:pt>
                <c:pt idx="958">
                  <c:v>11</c:v>
                </c:pt>
                <c:pt idx="959">
                  <c:v>3</c:v>
                </c:pt>
                <c:pt idx="960">
                  <c:v>38</c:v>
                </c:pt>
                <c:pt idx="961">
                  <c:v>14</c:v>
                </c:pt>
                <c:pt idx="962">
                  <c:v>8</c:v>
                </c:pt>
                <c:pt idx="963">
                  <c:v>6</c:v>
                </c:pt>
                <c:pt idx="964">
                  <c:v>4</c:v>
                </c:pt>
                <c:pt idx="965">
                  <c:v>10</c:v>
                </c:pt>
                <c:pt idx="966">
                  <c:v>17</c:v>
                </c:pt>
                <c:pt idx="967">
                  <c:v>9</c:v>
                </c:pt>
                <c:pt idx="968">
                  <c:v>3</c:v>
                </c:pt>
                <c:pt idx="969">
                  <c:v>3</c:v>
                </c:pt>
                <c:pt idx="970">
                  <c:v>10</c:v>
                </c:pt>
                <c:pt idx="971">
                  <c:v>7</c:v>
                </c:pt>
                <c:pt idx="972">
                  <c:v>10</c:v>
                </c:pt>
                <c:pt idx="973">
                  <c:v>4</c:v>
                </c:pt>
                <c:pt idx="974">
                  <c:v>13</c:v>
                </c:pt>
                <c:pt idx="975">
                  <c:v>0</c:v>
                </c:pt>
                <c:pt idx="976">
                  <c:v>5</c:v>
                </c:pt>
                <c:pt idx="977">
                  <c:v>2</c:v>
                </c:pt>
                <c:pt idx="978">
                  <c:v>1</c:v>
                </c:pt>
                <c:pt idx="979">
                  <c:v>4</c:v>
                </c:pt>
                <c:pt idx="980">
                  <c:v>5</c:v>
                </c:pt>
                <c:pt idx="981">
                  <c:v>9</c:v>
                </c:pt>
                <c:pt idx="982">
                  <c:v>2</c:v>
                </c:pt>
                <c:pt idx="983">
                  <c:v>8</c:v>
                </c:pt>
                <c:pt idx="984">
                  <c:v>2</c:v>
                </c:pt>
                <c:pt idx="985">
                  <c:v>0</c:v>
                </c:pt>
                <c:pt idx="986">
                  <c:v>1</c:v>
                </c:pt>
                <c:pt idx="987">
                  <c:v>0</c:v>
                </c:pt>
                <c:pt idx="988">
                  <c:v>4</c:v>
                </c:pt>
                <c:pt idx="989">
                  <c:v>0</c:v>
                </c:pt>
                <c:pt idx="990">
                  <c:v>0</c:v>
                </c:pt>
                <c:pt idx="991">
                  <c:v>0</c:v>
                </c:pt>
                <c:pt idx="992">
                  <c:v>1</c:v>
                </c:pt>
                <c:pt idx="993">
                  <c:v>0</c:v>
                </c:pt>
                <c:pt idx="994">
                  <c:v>6</c:v>
                </c:pt>
                <c:pt idx="995">
                  <c:v>13</c:v>
                </c:pt>
                <c:pt idx="996">
                  <c:v>5</c:v>
                </c:pt>
                <c:pt idx="997">
                  <c:v>1</c:v>
                </c:pt>
                <c:pt idx="998">
                  <c:v>1</c:v>
                </c:pt>
                <c:pt idx="999">
                  <c:v>2</c:v>
                </c:pt>
                <c:pt idx="1000">
                  <c:v>0</c:v>
                </c:pt>
                <c:pt idx="1001">
                  <c:v>1</c:v>
                </c:pt>
                <c:pt idx="1002">
                  <c:v>2</c:v>
                </c:pt>
                <c:pt idx="1003">
                  <c:v>0</c:v>
                </c:pt>
                <c:pt idx="1004">
                  <c:v>5</c:v>
                </c:pt>
                <c:pt idx="1005">
                  <c:v>2</c:v>
                </c:pt>
                <c:pt idx="1006">
                  <c:v>2</c:v>
                </c:pt>
                <c:pt idx="1007">
                  <c:v>0</c:v>
                </c:pt>
                <c:pt idx="1008">
                  <c:v>1</c:v>
                </c:pt>
                <c:pt idx="1009">
                  <c:v>8</c:v>
                </c:pt>
                <c:pt idx="1010">
                  <c:v>2</c:v>
                </c:pt>
                <c:pt idx="1011">
                  <c:v>1</c:v>
                </c:pt>
                <c:pt idx="1012">
                  <c:v>0</c:v>
                </c:pt>
                <c:pt idx="1013">
                  <c:v>0</c:v>
                </c:pt>
                <c:pt idx="1014">
                  <c:v>7</c:v>
                </c:pt>
                <c:pt idx="1015">
                  <c:v>0</c:v>
                </c:pt>
                <c:pt idx="1016">
                  <c:v>4</c:v>
                </c:pt>
                <c:pt idx="1017">
                  <c:v>2</c:v>
                </c:pt>
                <c:pt idx="1018">
                  <c:v>0</c:v>
                </c:pt>
                <c:pt idx="1019">
                  <c:v>6</c:v>
                </c:pt>
                <c:pt idx="1020">
                  <c:v>4</c:v>
                </c:pt>
                <c:pt idx="1021">
                  <c:v>1</c:v>
                </c:pt>
                <c:pt idx="1022">
                  <c:v>1</c:v>
                </c:pt>
                <c:pt idx="1023">
                  <c:v>2</c:v>
                </c:pt>
                <c:pt idx="1024">
                  <c:v>2</c:v>
                </c:pt>
                <c:pt idx="1025">
                  <c:v>1</c:v>
                </c:pt>
                <c:pt idx="1026">
                  <c:v>8</c:v>
                </c:pt>
                <c:pt idx="1027">
                  <c:v>4</c:v>
                </c:pt>
                <c:pt idx="1028">
                  <c:v>3</c:v>
                </c:pt>
                <c:pt idx="1029">
                  <c:v>7</c:v>
                </c:pt>
                <c:pt idx="1030">
                  <c:v>1</c:v>
                </c:pt>
                <c:pt idx="1031">
                  <c:v>6</c:v>
                </c:pt>
                <c:pt idx="1032">
                  <c:v>2</c:v>
                </c:pt>
                <c:pt idx="1033">
                  <c:v>0</c:v>
                </c:pt>
                <c:pt idx="1034">
                  <c:v>1</c:v>
                </c:pt>
                <c:pt idx="1035">
                  <c:v>4</c:v>
                </c:pt>
                <c:pt idx="1036">
                  <c:v>12</c:v>
                </c:pt>
                <c:pt idx="1037">
                  <c:v>5</c:v>
                </c:pt>
                <c:pt idx="1038">
                  <c:v>1</c:v>
                </c:pt>
                <c:pt idx="1039">
                  <c:v>1</c:v>
                </c:pt>
                <c:pt idx="1040">
                  <c:v>2</c:v>
                </c:pt>
                <c:pt idx="1041">
                  <c:v>0</c:v>
                </c:pt>
                <c:pt idx="1042">
                  <c:v>1</c:v>
                </c:pt>
                <c:pt idx="1043">
                  <c:v>0</c:v>
                </c:pt>
                <c:pt idx="1044">
                  <c:v>0</c:v>
                </c:pt>
                <c:pt idx="1045">
                  <c:v>0</c:v>
                </c:pt>
                <c:pt idx="1046">
                  <c:v>0</c:v>
                </c:pt>
                <c:pt idx="1047">
                  <c:v>8</c:v>
                </c:pt>
                <c:pt idx="1048">
                  <c:v>7</c:v>
                </c:pt>
                <c:pt idx="1049">
                  <c:v>34</c:v>
                </c:pt>
                <c:pt idx="1050">
                  <c:v>0</c:v>
                </c:pt>
                <c:pt idx="1051">
                  <c:v>2</c:v>
                </c:pt>
                <c:pt idx="1052">
                  <c:v>1</c:v>
                </c:pt>
                <c:pt idx="1053">
                  <c:v>1</c:v>
                </c:pt>
                <c:pt idx="1054">
                  <c:v>0</c:v>
                </c:pt>
                <c:pt idx="1055">
                  <c:v>3</c:v>
                </c:pt>
                <c:pt idx="1056">
                  <c:v>1</c:v>
                </c:pt>
                <c:pt idx="1057">
                  <c:v>2</c:v>
                </c:pt>
                <c:pt idx="1058">
                  <c:v>1</c:v>
                </c:pt>
                <c:pt idx="1059">
                  <c:v>1</c:v>
                </c:pt>
                <c:pt idx="1060">
                  <c:v>7</c:v>
                </c:pt>
                <c:pt idx="1061">
                  <c:v>3</c:v>
                </c:pt>
                <c:pt idx="1062">
                  <c:v>1</c:v>
                </c:pt>
                <c:pt idx="1063">
                  <c:v>20</c:v>
                </c:pt>
                <c:pt idx="1064">
                  <c:v>3</c:v>
                </c:pt>
                <c:pt idx="1065">
                  <c:v>1</c:v>
                </c:pt>
                <c:pt idx="1066">
                  <c:v>3</c:v>
                </c:pt>
                <c:pt idx="1067">
                  <c:v>2</c:v>
                </c:pt>
                <c:pt idx="1068">
                  <c:v>4</c:v>
                </c:pt>
                <c:pt idx="1069">
                  <c:v>3</c:v>
                </c:pt>
                <c:pt idx="1070">
                  <c:v>0</c:v>
                </c:pt>
                <c:pt idx="1071">
                  <c:v>3</c:v>
                </c:pt>
                <c:pt idx="1072">
                  <c:v>3</c:v>
                </c:pt>
                <c:pt idx="1073">
                  <c:v>1</c:v>
                </c:pt>
                <c:pt idx="1074">
                  <c:v>5</c:v>
                </c:pt>
                <c:pt idx="1075">
                  <c:v>4</c:v>
                </c:pt>
                <c:pt idx="1076">
                  <c:v>5</c:v>
                </c:pt>
                <c:pt idx="1077">
                  <c:v>0</c:v>
                </c:pt>
                <c:pt idx="1078">
                  <c:v>0</c:v>
                </c:pt>
                <c:pt idx="1079">
                  <c:v>2</c:v>
                </c:pt>
                <c:pt idx="1080">
                  <c:v>3</c:v>
                </c:pt>
                <c:pt idx="1081">
                  <c:v>1</c:v>
                </c:pt>
                <c:pt idx="1082">
                  <c:v>0</c:v>
                </c:pt>
                <c:pt idx="1083">
                  <c:v>1</c:v>
                </c:pt>
                <c:pt idx="1084">
                  <c:v>4</c:v>
                </c:pt>
                <c:pt idx="1085">
                  <c:v>2</c:v>
                </c:pt>
                <c:pt idx="1086">
                  <c:v>3</c:v>
                </c:pt>
                <c:pt idx="1087">
                  <c:v>1</c:v>
                </c:pt>
                <c:pt idx="1088">
                  <c:v>0</c:v>
                </c:pt>
                <c:pt idx="1089">
                  <c:v>1</c:v>
                </c:pt>
                <c:pt idx="1090">
                  <c:v>1</c:v>
                </c:pt>
                <c:pt idx="1091">
                  <c:v>0</c:v>
                </c:pt>
                <c:pt idx="1092">
                  <c:v>1</c:v>
                </c:pt>
                <c:pt idx="1093">
                  <c:v>1</c:v>
                </c:pt>
                <c:pt idx="1094">
                  <c:v>1</c:v>
                </c:pt>
                <c:pt idx="1095">
                  <c:v>0</c:v>
                </c:pt>
                <c:pt idx="1096">
                  <c:v>0</c:v>
                </c:pt>
                <c:pt idx="1097">
                  <c:v>1</c:v>
                </c:pt>
                <c:pt idx="1098">
                  <c:v>1</c:v>
                </c:pt>
                <c:pt idx="1099">
                  <c:v>1</c:v>
                </c:pt>
                <c:pt idx="1100">
                  <c:v>0</c:v>
                </c:pt>
                <c:pt idx="1101">
                  <c:v>0</c:v>
                </c:pt>
                <c:pt idx="1102">
                  <c:v>0</c:v>
                </c:pt>
                <c:pt idx="1103">
                  <c:v>0</c:v>
                </c:pt>
                <c:pt idx="1104">
                  <c:v>0</c:v>
                </c:pt>
                <c:pt idx="1105">
                  <c:v>2</c:v>
                </c:pt>
                <c:pt idx="1106">
                  <c:v>0</c:v>
                </c:pt>
                <c:pt idx="1107">
                  <c:v>0</c:v>
                </c:pt>
                <c:pt idx="1108">
                  <c:v>4</c:v>
                </c:pt>
                <c:pt idx="1109">
                  <c:v>0</c:v>
                </c:pt>
                <c:pt idx="1110">
                  <c:v>6</c:v>
                </c:pt>
                <c:pt idx="1111">
                  <c:v>1</c:v>
                </c:pt>
                <c:pt idx="1112">
                  <c:v>0</c:v>
                </c:pt>
                <c:pt idx="1113">
                  <c:v>1</c:v>
                </c:pt>
                <c:pt idx="1114">
                  <c:v>1</c:v>
                </c:pt>
                <c:pt idx="1115">
                  <c:v>2</c:v>
                </c:pt>
                <c:pt idx="1116">
                  <c:v>2</c:v>
                </c:pt>
                <c:pt idx="1117">
                  <c:v>4</c:v>
                </c:pt>
                <c:pt idx="1118">
                  <c:v>17</c:v>
                </c:pt>
                <c:pt idx="1119">
                  <c:v>0</c:v>
                </c:pt>
                <c:pt idx="1120">
                  <c:v>0</c:v>
                </c:pt>
                <c:pt idx="1121">
                  <c:v>2</c:v>
                </c:pt>
                <c:pt idx="1122">
                  <c:v>0</c:v>
                </c:pt>
                <c:pt idx="1123">
                  <c:v>5</c:v>
                </c:pt>
                <c:pt idx="1124">
                  <c:v>2</c:v>
                </c:pt>
                <c:pt idx="1125">
                  <c:v>1</c:v>
                </c:pt>
                <c:pt idx="1126">
                  <c:v>0</c:v>
                </c:pt>
                <c:pt idx="1127">
                  <c:v>2</c:v>
                </c:pt>
                <c:pt idx="1128">
                  <c:v>2</c:v>
                </c:pt>
                <c:pt idx="1129">
                  <c:v>0</c:v>
                </c:pt>
                <c:pt idx="1130">
                  <c:v>1</c:v>
                </c:pt>
                <c:pt idx="1131">
                  <c:v>6</c:v>
                </c:pt>
                <c:pt idx="1132">
                  <c:v>1</c:v>
                </c:pt>
                <c:pt idx="1133">
                  <c:v>2</c:v>
                </c:pt>
                <c:pt idx="1134">
                  <c:v>2</c:v>
                </c:pt>
                <c:pt idx="1135">
                  <c:v>18</c:v>
                </c:pt>
                <c:pt idx="1136">
                  <c:v>5</c:v>
                </c:pt>
                <c:pt idx="1137">
                  <c:v>14</c:v>
                </c:pt>
                <c:pt idx="1138">
                  <c:v>3</c:v>
                </c:pt>
                <c:pt idx="1139">
                  <c:v>2</c:v>
                </c:pt>
                <c:pt idx="1140">
                  <c:v>2</c:v>
                </c:pt>
                <c:pt idx="1141">
                  <c:v>0</c:v>
                </c:pt>
                <c:pt idx="1142">
                  <c:v>0</c:v>
                </c:pt>
                <c:pt idx="1143">
                  <c:v>1</c:v>
                </c:pt>
                <c:pt idx="1144">
                  <c:v>0</c:v>
                </c:pt>
                <c:pt idx="1145">
                  <c:v>1</c:v>
                </c:pt>
                <c:pt idx="1146">
                  <c:v>1</c:v>
                </c:pt>
                <c:pt idx="1147">
                  <c:v>3</c:v>
                </c:pt>
                <c:pt idx="1148">
                  <c:v>6</c:v>
                </c:pt>
                <c:pt idx="1149">
                  <c:v>3</c:v>
                </c:pt>
                <c:pt idx="1150">
                  <c:v>7</c:v>
                </c:pt>
                <c:pt idx="1151">
                  <c:v>3</c:v>
                </c:pt>
                <c:pt idx="1152">
                  <c:v>3</c:v>
                </c:pt>
                <c:pt idx="1153">
                  <c:v>0</c:v>
                </c:pt>
                <c:pt idx="1154">
                  <c:v>1</c:v>
                </c:pt>
                <c:pt idx="1155">
                  <c:v>3</c:v>
                </c:pt>
                <c:pt idx="1156">
                  <c:v>0</c:v>
                </c:pt>
                <c:pt idx="1157">
                  <c:v>1</c:v>
                </c:pt>
                <c:pt idx="1158">
                  <c:v>1</c:v>
                </c:pt>
                <c:pt idx="1159">
                  <c:v>4</c:v>
                </c:pt>
                <c:pt idx="1160">
                  <c:v>0</c:v>
                </c:pt>
                <c:pt idx="1161">
                  <c:v>2</c:v>
                </c:pt>
                <c:pt idx="1162">
                  <c:v>10</c:v>
                </c:pt>
                <c:pt idx="1163">
                  <c:v>0</c:v>
                </c:pt>
                <c:pt idx="1164">
                  <c:v>1</c:v>
                </c:pt>
                <c:pt idx="1165">
                  <c:v>8</c:v>
                </c:pt>
                <c:pt idx="1166">
                  <c:v>2</c:v>
                </c:pt>
                <c:pt idx="1167">
                  <c:v>0</c:v>
                </c:pt>
                <c:pt idx="1168">
                  <c:v>1</c:v>
                </c:pt>
                <c:pt idx="1169">
                  <c:v>0</c:v>
                </c:pt>
                <c:pt idx="1170">
                  <c:v>6</c:v>
                </c:pt>
                <c:pt idx="1171">
                  <c:v>2</c:v>
                </c:pt>
                <c:pt idx="1172">
                  <c:v>1</c:v>
                </c:pt>
                <c:pt idx="1173">
                  <c:v>0</c:v>
                </c:pt>
                <c:pt idx="1174">
                  <c:v>0</c:v>
                </c:pt>
                <c:pt idx="1175">
                  <c:v>2</c:v>
                </c:pt>
                <c:pt idx="1176">
                  <c:v>0</c:v>
                </c:pt>
                <c:pt idx="1177">
                  <c:v>1</c:v>
                </c:pt>
                <c:pt idx="1178">
                  <c:v>1</c:v>
                </c:pt>
                <c:pt idx="1179">
                  <c:v>3</c:v>
                </c:pt>
                <c:pt idx="1180">
                  <c:v>4</c:v>
                </c:pt>
                <c:pt idx="1181">
                  <c:v>1</c:v>
                </c:pt>
                <c:pt idx="1182">
                  <c:v>0</c:v>
                </c:pt>
                <c:pt idx="1183">
                  <c:v>0</c:v>
                </c:pt>
                <c:pt idx="1184">
                  <c:v>5</c:v>
                </c:pt>
                <c:pt idx="1185">
                  <c:v>4</c:v>
                </c:pt>
                <c:pt idx="1186">
                  <c:v>2</c:v>
                </c:pt>
                <c:pt idx="1187">
                  <c:v>0</c:v>
                </c:pt>
                <c:pt idx="1188">
                  <c:v>1</c:v>
                </c:pt>
                <c:pt idx="1189">
                  <c:v>0</c:v>
                </c:pt>
                <c:pt idx="1190">
                  <c:v>2</c:v>
                </c:pt>
                <c:pt idx="1191">
                  <c:v>6</c:v>
                </c:pt>
                <c:pt idx="1192">
                  <c:v>8</c:v>
                </c:pt>
                <c:pt idx="1193">
                  <c:v>5</c:v>
                </c:pt>
                <c:pt idx="1194">
                  <c:v>5</c:v>
                </c:pt>
                <c:pt idx="1195">
                  <c:v>1</c:v>
                </c:pt>
                <c:pt idx="1196">
                  <c:v>0</c:v>
                </c:pt>
                <c:pt idx="1197">
                  <c:v>3</c:v>
                </c:pt>
                <c:pt idx="1198">
                  <c:v>4</c:v>
                </c:pt>
                <c:pt idx="1199">
                  <c:v>0</c:v>
                </c:pt>
                <c:pt idx="1200">
                  <c:v>4</c:v>
                </c:pt>
                <c:pt idx="1201">
                  <c:v>0</c:v>
                </c:pt>
                <c:pt idx="1202">
                  <c:v>9</c:v>
                </c:pt>
                <c:pt idx="1203">
                  <c:v>2</c:v>
                </c:pt>
                <c:pt idx="1204">
                  <c:v>3</c:v>
                </c:pt>
                <c:pt idx="1205">
                  <c:v>0</c:v>
                </c:pt>
                <c:pt idx="1206">
                  <c:v>0</c:v>
                </c:pt>
                <c:pt idx="1207">
                  <c:v>6</c:v>
                </c:pt>
                <c:pt idx="1208">
                  <c:v>0</c:v>
                </c:pt>
                <c:pt idx="1209">
                  <c:v>1</c:v>
                </c:pt>
                <c:pt idx="1210">
                  <c:v>13</c:v>
                </c:pt>
                <c:pt idx="1211">
                  <c:v>5</c:v>
                </c:pt>
                <c:pt idx="1212">
                  <c:v>2</c:v>
                </c:pt>
                <c:pt idx="1213">
                  <c:v>2</c:v>
                </c:pt>
                <c:pt idx="1214">
                  <c:v>1</c:v>
                </c:pt>
                <c:pt idx="1215">
                  <c:v>1</c:v>
                </c:pt>
                <c:pt idx="1216">
                  <c:v>0</c:v>
                </c:pt>
                <c:pt idx="1217">
                  <c:v>7</c:v>
                </c:pt>
                <c:pt idx="1218">
                  <c:v>5</c:v>
                </c:pt>
                <c:pt idx="1219">
                  <c:v>1</c:v>
                </c:pt>
                <c:pt idx="1220">
                  <c:v>0</c:v>
                </c:pt>
                <c:pt idx="1221">
                  <c:v>1</c:v>
                </c:pt>
                <c:pt idx="1222">
                  <c:v>2</c:v>
                </c:pt>
                <c:pt idx="1223">
                  <c:v>0</c:v>
                </c:pt>
                <c:pt idx="1224">
                  <c:v>2</c:v>
                </c:pt>
                <c:pt idx="1225">
                  <c:v>4</c:v>
                </c:pt>
                <c:pt idx="1226">
                  <c:v>4</c:v>
                </c:pt>
                <c:pt idx="1227">
                  <c:v>0</c:v>
                </c:pt>
                <c:pt idx="1228">
                  <c:v>2</c:v>
                </c:pt>
                <c:pt idx="1229">
                  <c:v>1</c:v>
                </c:pt>
                <c:pt idx="1230">
                  <c:v>1</c:v>
                </c:pt>
                <c:pt idx="1231">
                  <c:v>0</c:v>
                </c:pt>
                <c:pt idx="1232">
                  <c:v>1</c:v>
                </c:pt>
                <c:pt idx="1233">
                  <c:v>0</c:v>
                </c:pt>
                <c:pt idx="1234">
                  <c:v>0</c:v>
                </c:pt>
                <c:pt idx="1235">
                  <c:v>0</c:v>
                </c:pt>
                <c:pt idx="1236">
                  <c:v>1</c:v>
                </c:pt>
                <c:pt idx="1237">
                  <c:v>0</c:v>
                </c:pt>
                <c:pt idx="1238">
                  <c:v>2</c:v>
                </c:pt>
                <c:pt idx="1239">
                  <c:v>3</c:v>
                </c:pt>
                <c:pt idx="1240">
                  <c:v>0</c:v>
                </c:pt>
                <c:pt idx="1241">
                  <c:v>0</c:v>
                </c:pt>
                <c:pt idx="1242">
                  <c:v>3</c:v>
                </c:pt>
                <c:pt idx="1243">
                  <c:v>1</c:v>
                </c:pt>
                <c:pt idx="1244">
                  <c:v>0</c:v>
                </c:pt>
                <c:pt idx="1245">
                  <c:v>2</c:v>
                </c:pt>
                <c:pt idx="1246">
                  <c:v>2</c:v>
                </c:pt>
                <c:pt idx="1247">
                  <c:v>0</c:v>
                </c:pt>
                <c:pt idx="1248">
                  <c:v>7</c:v>
                </c:pt>
                <c:pt idx="1249">
                  <c:v>0</c:v>
                </c:pt>
                <c:pt idx="1250">
                  <c:v>4</c:v>
                </c:pt>
                <c:pt idx="1251">
                  <c:v>3</c:v>
                </c:pt>
                <c:pt idx="1252">
                  <c:v>1</c:v>
                </c:pt>
                <c:pt idx="1253">
                  <c:v>3</c:v>
                </c:pt>
                <c:pt idx="1254">
                  <c:v>1</c:v>
                </c:pt>
                <c:pt idx="1255">
                  <c:v>0</c:v>
                </c:pt>
                <c:pt idx="1256">
                  <c:v>0</c:v>
                </c:pt>
                <c:pt idx="1257">
                  <c:v>5</c:v>
                </c:pt>
                <c:pt idx="1258">
                  <c:v>1</c:v>
                </c:pt>
                <c:pt idx="1259">
                  <c:v>4</c:v>
                </c:pt>
                <c:pt idx="1260">
                  <c:v>7</c:v>
                </c:pt>
                <c:pt idx="1261">
                  <c:v>1</c:v>
                </c:pt>
                <c:pt idx="1262">
                  <c:v>2</c:v>
                </c:pt>
                <c:pt idx="1263">
                  <c:v>2</c:v>
                </c:pt>
                <c:pt idx="1264">
                  <c:v>2</c:v>
                </c:pt>
                <c:pt idx="1265">
                  <c:v>2</c:v>
                </c:pt>
                <c:pt idx="1266">
                  <c:v>3</c:v>
                </c:pt>
                <c:pt idx="1267">
                  <c:v>0</c:v>
                </c:pt>
                <c:pt idx="1268">
                  <c:v>2</c:v>
                </c:pt>
                <c:pt idx="1269">
                  <c:v>1</c:v>
                </c:pt>
                <c:pt idx="1270">
                  <c:v>1</c:v>
                </c:pt>
                <c:pt idx="1271">
                  <c:v>1</c:v>
                </c:pt>
                <c:pt idx="1272">
                  <c:v>1</c:v>
                </c:pt>
                <c:pt idx="1273">
                  <c:v>1</c:v>
                </c:pt>
                <c:pt idx="1274">
                  <c:v>0</c:v>
                </c:pt>
                <c:pt idx="1275">
                  <c:v>2</c:v>
                </c:pt>
                <c:pt idx="1276">
                  <c:v>2</c:v>
                </c:pt>
                <c:pt idx="1277">
                  <c:v>6</c:v>
                </c:pt>
                <c:pt idx="1278">
                  <c:v>4</c:v>
                </c:pt>
                <c:pt idx="1279">
                  <c:v>1</c:v>
                </c:pt>
                <c:pt idx="1280">
                  <c:v>0</c:v>
                </c:pt>
                <c:pt idx="1281">
                  <c:v>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62.5"/>
      </c:valAx>
      <c:valAx>
        <c:axId val="48650112"/>
        <c:scaling>
          <c:orientation val="minMax"/>
          <c:max val="2027"/>
          <c:min val="2023"/>
        </c:scaling>
        <c:delete val="0"/>
        <c:axPos val="b"/>
        <c:numFmt formatCode="0"/>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1"/>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До очистки</c:v>
          </c:tx>
          <c:spPr>
            <ns1:solidFill>
              <ns1:srgbClr val="AFB9BA"/>
            </ns1:solidFill>
            <ns1:ln w="11430">
              <ns1:solidFill>
                <ns1:srgbClr val="AFB9BA"/>
              </ns1:solidFill>
            </ns1:ln>
          </c:spPr>
          <c:marker>
            <c:symbol val="none"/>
          </c:marker>
          <c:xVal>
            <c:numRef>
              <c:f>'Chart Data'!$A$2:$A$1283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Data'!$B$2:$B$1283</c:f>
              <c:numCache>
                <c:formatCode>0</c:formatCode>
                <c:ptCount val="1282"/>
                <c:pt idx="0">
                  <c:v>57</c:v>
                </c:pt>
                <c:pt idx="1">
                  <c:v>16</c:v>
                </c:pt>
                <c:pt idx="2">
                  <c:v>1</c:v>
                </c:pt>
                <c:pt idx="3">
                  <c:v>2</c:v>
                </c:pt>
                <c:pt idx="4">
                  <c:v>6</c:v>
                </c:pt>
                <c:pt idx="5">
                  <c:v>2</c:v>
                </c:pt>
                <c:pt idx="6">
                  <c:v>11</c:v>
                </c:pt>
                <c:pt idx="7">
                  <c:v>25</c:v>
                </c:pt>
                <c:pt idx="8">
                  <c:v>3</c:v>
                </c:pt>
                <c:pt idx="9">
                  <c:v>4</c:v>
                </c:pt>
                <c:pt idx="10">
                  <c:v>10</c:v>
                </c:pt>
                <c:pt idx="11">
                  <c:v>12</c:v>
                </c:pt>
                <c:pt idx="12">
                  <c:v>10</c:v>
                </c:pt>
                <c:pt idx="13">
                  <c:v>18</c:v>
                </c:pt>
                <c:pt idx="14">
                  <c:v>14</c:v>
                </c:pt>
                <c:pt idx="15">
                  <c:v>6</c:v>
                </c:pt>
                <c:pt idx="16">
                  <c:v>10</c:v>
                </c:pt>
                <c:pt idx="17">
                  <c:v>22</c:v>
                </c:pt>
                <c:pt idx="18">
                  <c:v>11</c:v>
                </c:pt>
                <c:pt idx="19">
                  <c:v>13</c:v>
                </c:pt>
                <c:pt idx="20">
                  <c:v>8</c:v>
                </c:pt>
                <c:pt idx="21">
                  <c:v>4</c:v>
                </c:pt>
                <c:pt idx="22">
                  <c:v>7</c:v>
                </c:pt>
                <c:pt idx="23">
                  <c:v>6</c:v>
                </c:pt>
                <c:pt idx="24">
                  <c:v>8</c:v>
                </c:pt>
                <c:pt idx="25">
                  <c:v>23</c:v>
                </c:pt>
                <c:pt idx="26">
                  <c:v>14</c:v>
                </c:pt>
                <c:pt idx="27">
                  <c:v>4</c:v>
                </c:pt>
                <c:pt idx="28">
                  <c:v>20</c:v>
                </c:pt>
                <c:pt idx="29">
                  <c:v>11</c:v>
                </c:pt>
                <c:pt idx="30">
                  <c:v>12</c:v>
                </c:pt>
                <c:pt idx="31">
                  <c:v>11</c:v>
                </c:pt>
                <c:pt idx="32">
                  <c:v>89</c:v>
                </c:pt>
                <c:pt idx="33">
                  <c:v>19</c:v>
                </c:pt>
                <c:pt idx="34">
                  <c:v>10</c:v>
                </c:pt>
                <c:pt idx="35">
                  <c:v>9</c:v>
                </c:pt>
                <c:pt idx="36">
                  <c:v>3</c:v>
                </c:pt>
                <c:pt idx="37">
                  <c:v>11</c:v>
                </c:pt>
                <c:pt idx="38">
                  <c:v>3</c:v>
                </c:pt>
                <c:pt idx="39">
                  <c:v>6</c:v>
                </c:pt>
                <c:pt idx="40">
                  <c:v>2</c:v>
                </c:pt>
                <c:pt idx="41">
                  <c:v>8</c:v>
                </c:pt>
                <c:pt idx="42">
                  <c:v>13</c:v>
                </c:pt>
                <c:pt idx="43">
                  <c:v>4</c:v>
                </c:pt>
                <c:pt idx="44">
                  <c:v>22</c:v>
                </c:pt>
                <c:pt idx="45">
                  <c:v>9</c:v>
                </c:pt>
                <c:pt idx="46">
                  <c:v>2</c:v>
                </c:pt>
                <c:pt idx="47">
                  <c:v>5</c:v>
                </c:pt>
                <c:pt idx="48">
                  <c:v>4</c:v>
                </c:pt>
                <c:pt idx="49">
                  <c:v>8</c:v>
                </c:pt>
                <c:pt idx="50">
                  <c:v>78</c:v>
                </c:pt>
                <c:pt idx="51">
                  <c:v>64</c:v>
                </c:pt>
                <c:pt idx="52">
                  <c:v>5</c:v>
                </c:pt>
                <c:pt idx="53">
                  <c:v>10</c:v>
                </c:pt>
                <c:pt idx="54">
                  <c:v>2</c:v>
                </c:pt>
                <c:pt idx="55">
                  <c:v>18</c:v>
                </c:pt>
                <c:pt idx="56">
                  <c:v>13</c:v>
                </c:pt>
                <c:pt idx="57">
                  <c:v>16</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5</c:v>
                </c:pt>
                <c:pt idx="77">
                  <c:v>2</c:v>
                </c:pt>
                <c:pt idx="78">
                  <c:v>13</c:v>
                </c:pt>
                <c:pt idx="79">
                  <c:v>34</c:v>
                </c:pt>
                <c:pt idx="80">
                  <c:v>14</c:v>
                </c:pt>
                <c:pt idx="81">
                  <c:v>40</c:v>
                </c:pt>
                <c:pt idx="82">
                  <c:v>3</c:v>
                </c:pt>
                <c:pt idx="83">
                  <c:v>2</c:v>
                </c:pt>
                <c:pt idx="84">
                  <c:v>7</c:v>
                </c:pt>
                <c:pt idx="85">
                  <c:v>6</c:v>
                </c:pt>
                <c:pt idx="86">
                  <c:v>8</c:v>
                </c:pt>
                <c:pt idx="87">
                  <c:v>11</c:v>
                </c:pt>
                <c:pt idx="88">
                  <c:v>14</c:v>
                </c:pt>
                <c:pt idx="89">
                  <c:v>33</c:v>
                </c:pt>
                <c:pt idx="90">
                  <c:v>6</c:v>
                </c:pt>
                <c:pt idx="91">
                  <c:v>4</c:v>
                </c:pt>
                <c:pt idx="92">
                  <c:v>17</c:v>
                </c:pt>
                <c:pt idx="93">
                  <c:v>1</c:v>
                </c:pt>
                <c:pt idx="94">
                  <c:v>36</c:v>
                </c:pt>
                <c:pt idx="95">
                  <c:v>15</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22</c:v>
                </c:pt>
                <c:pt idx="114">
                  <c:v>49</c:v>
                </c:pt>
                <c:pt idx="115">
                  <c:v>36</c:v>
                </c:pt>
                <c:pt idx="116">
                  <c:v>2</c:v>
                </c:pt>
                <c:pt idx="117">
                  <c:v>3</c:v>
                </c:pt>
                <c:pt idx="118">
                  <c:v>12</c:v>
                </c:pt>
                <c:pt idx="119">
                  <c:v>17</c:v>
                </c:pt>
                <c:pt idx="120">
                  <c:v>39</c:v>
                </c:pt>
                <c:pt idx="121">
                  <c:v>3</c:v>
                </c:pt>
                <c:pt idx="122">
                  <c:v>17</c:v>
                </c:pt>
                <c:pt idx="123">
                  <c:v>13</c:v>
                </c:pt>
                <c:pt idx="124">
                  <c:v>13</c:v>
                </c:pt>
                <c:pt idx="125">
                  <c:v>10</c:v>
                </c:pt>
                <c:pt idx="126">
                  <c:v>6</c:v>
                </c:pt>
                <c:pt idx="127">
                  <c:v>8</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13</c:v>
                </c:pt>
                <c:pt idx="144">
                  <c:v>5</c:v>
                </c:pt>
                <c:pt idx="145">
                  <c:v>6</c:v>
                </c:pt>
                <c:pt idx="146">
                  <c:v>9</c:v>
                </c:pt>
                <c:pt idx="147">
                  <c:v>3</c:v>
                </c:pt>
                <c:pt idx="148">
                  <c:v>10</c:v>
                </c:pt>
                <c:pt idx="149">
                  <c:v>7</c:v>
                </c:pt>
                <c:pt idx="150">
                  <c:v>3</c:v>
                </c:pt>
                <c:pt idx="151">
                  <c:v>12</c:v>
                </c:pt>
                <c:pt idx="152">
                  <c:v>11</c:v>
                </c:pt>
                <c:pt idx="153">
                  <c:v>12</c:v>
                </c:pt>
                <c:pt idx="154">
                  <c:v>2</c:v>
                </c:pt>
                <c:pt idx="155">
                  <c:v>5</c:v>
                </c:pt>
                <c:pt idx="156">
                  <c:v>5</c:v>
                </c:pt>
                <c:pt idx="157">
                  <c:v>4</c:v>
                </c:pt>
                <c:pt idx="158">
                  <c:v>37</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8</c:v>
                </c:pt>
                <c:pt idx="173">
                  <c:v>10</c:v>
                </c:pt>
                <c:pt idx="174">
                  <c:v>6</c:v>
                </c:pt>
                <c:pt idx="175">
                  <c:v>17</c:v>
                </c:pt>
                <c:pt idx="176">
                  <c:v>9</c:v>
                </c:pt>
                <c:pt idx="177">
                  <c:v>7</c:v>
                </c:pt>
                <c:pt idx="178">
                  <c:v>9</c:v>
                </c:pt>
                <c:pt idx="179">
                  <c:v>6</c:v>
                </c:pt>
                <c:pt idx="180">
                  <c:v>16</c:v>
                </c:pt>
                <c:pt idx="181">
                  <c:v>39</c:v>
                </c:pt>
                <c:pt idx="182">
                  <c:v>7</c:v>
                </c:pt>
                <c:pt idx="183">
                  <c:v>2</c:v>
                </c:pt>
                <c:pt idx="184">
                  <c:v>3</c:v>
                </c:pt>
                <c:pt idx="185">
                  <c:v>11</c:v>
                </c:pt>
                <c:pt idx="186">
                  <c:v>10</c:v>
                </c:pt>
                <c:pt idx="187">
                  <c:v>33</c:v>
                </c:pt>
                <c:pt idx="188">
                  <c:v>15</c:v>
                </c:pt>
                <c:pt idx="189">
                  <c:v>26</c:v>
                </c:pt>
                <c:pt idx="190">
                  <c:v>28</c:v>
                </c:pt>
                <c:pt idx="191">
                  <c:v>12</c:v>
                </c:pt>
                <c:pt idx="192">
                  <c:v>3</c:v>
                </c:pt>
                <c:pt idx="193">
                  <c:v>7</c:v>
                </c:pt>
                <c:pt idx="194">
                  <c:v>2</c:v>
                </c:pt>
                <c:pt idx="195">
                  <c:v>7</c:v>
                </c:pt>
                <c:pt idx="196">
                  <c:v>2</c:v>
                </c:pt>
                <c:pt idx="197">
                  <c:v>14</c:v>
                </c:pt>
                <c:pt idx="198">
                  <c:v>43</c:v>
                </c:pt>
                <c:pt idx="199">
                  <c:v>20</c:v>
                </c:pt>
                <c:pt idx="200">
                  <c:v>9</c:v>
                </c:pt>
                <c:pt idx="201">
                  <c:v>9</c:v>
                </c:pt>
                <c:pt idx="202">
                  <c:v>15</c:v>
                </c:pt>
                <c:pt idx="203">
                  <c:v>2</c:v>
                </c:pt>
                <c:pt idx="204">
                  <c:v>4</c:v>
                </c:pt>
                <c:pt idx="205">
                  <c:v>5</c:v>
                </c:pt>
                <c:pt idx="206">
                  <c:v>9</c:v>
                </c:pt>
                <c:pt idx="207">
                  <c:v>16</c:v>
                </c:pt>
                <c:pt idx="208">
                  <c:v>2</c:v>
                </c:pt>
                <c:pt idx="209">
                  <c:v>7</c:v>
                </c:pt>
                <c:pt idx="210">
                  <c:v>2</c:v>
                </c:pt>
                <c:pt idx="211">
                  <c:v>5</c:v>
                </c:pt>
                <c:pt idx="212">
                  <c:v>22</c:v>
                </c:pt>
                <c:pt idx="213">
                  <c:v>69</c:v>
                </c:pt>
                <c:pt idx="214">
                  <c:v>10</c:v>
                </c:pt>
                <c:pt idx="215">
                  <c:v>11</c:v>
                </c:pt>
                <c:pt idx="216">
                  <c:v>10</c:v>
                </c:pt>
                <c:pt idx="217">
                  <c:v>6</c:v>
                </c:pt>
                <c:pt idx="218">
                  <c:v>26</c:v>
                </c:pt>
                <c:pt idx="219">
                  <c:v>8</c:v>
                </c:pt>
                <c:pt idx="220">
                  <c:v>4</c:v>
                </c:pt>
                <c:pt idx="221">
                  <c:v>12</c:v>
                </c:pt>
                <c:pt idx="222">
                  <c:v>3</c:v>
                </c:pt>
                <c:pt idx="223">
                  <c:v>3</c:v>
                </c:pt>
                <c:pt idx="224">
                  <c:v>5</c:v>
                </c:pt>
                <c:pt idx="225">
                  <c:v>3</c:v>
                </c:pt>
                <c:pt idx="226">
                  <c:v>45</c:v>
                </c:pt>
                <c:pt idx="227">
                  <c:v>8</c:v>
                </c:pt>
                <c:pt idx="228">
                  <c:v>2</c:v>
                </c:pt>
                <c:pt idx="229">
                  <c:v>4</c:v>
                </c:pt>
                <c:pt idx="230">
                  <c:v>8</c:v>
                </c:pt>
                <c:pt idx="231">
                  <c:v>7</c:v>
                </c:pt>
                <c:pt idx="232">
                  <c:v>19</c:v>
                </c:pt>
                <c:pt idx="233">
                  <c:v>7</c:v>
                </c:pt>
                <c:pt idx="234">
                  <c:v>1</c:v>
                </c:pt>
                <c:pt idx="235">
                  <c:v>9</c:v>
                </c:pt>
                <c:pt idx="236">
                  <c:v>18</c:v>
                </c:pt>
                <c:pt idx="237">
                  <c:v>29</c:v>
                </c:pt>
                <c:pt idx="238">
                  <c:v>59</c:v>
                </c:pt>
                <c:pt idx="239">
                  <c:v>28</c:v>
                </c:pt>
                <c:pt idx="240">
                  <c:v>32</c:v>
                </c:pt>
                <c:pt idx="241">
                  <c:v>5</c:v>
                </c:pt>
                <c:pt idx="242">
                  <c:v>4</c:v>
                </c:pt>
                <c:pt idx="243">
                  <c:v>1</c:v>
                </c:pt>
                <c:pt idx="244">
                  <c:v>9</c:v>
                </c:pt>
                <c:pt idx="245">
                  <c:v>1</c:v>
                </c:pt>
                <c:pt idx="246">
                  <c:v>2</c:v>
                </c:pt>
                <c:pt idx="247">
                  <c:v>2</c:v>
                </c:pt>
                <c:pt idx="248">
                  <c:v>2</c:v>
                </c:pt>
                <c:pt idx="249">
                  <c:v>0</c:v>
                </c:pt>
                <c:pt idx="250">
                  <c:v>13</c:v>
                </c:pt>
                <c:pt idx="251">
                  <c:v>2</c:v>
                </c:pt>
                <c:pt idx="252">
                  <c:v>7</c:v>
                </c:pt>
                <c:pt idx="253">
                  <c:v>4</c:v>
                </c:pt>
                <c:pt idx="254">
                  <c:v>6</c:v>
                </c:pt>
                <c:pt idx="255">
                  <c:v>6</c:v>
                </c:pt>
                <c:pt idx="256">
                  <c:v>4</c:v>
                </c:pt>
                <c:pt idx="257">
                  <c:v>21</c:v>
                </c:pt>
                <c:pt idx="258">
                  <c:v>4</c:v>
                </c:pt>
                <c:pt idx="259">
                  <c:v>4</c:v>
                </c:pt>
                <c:pt idx="260">
                  <c:v>7</c:v>
                </c:pt>
                <c:pt idx="261">
                  <c:v>9</c:v>
                </c:pt>
                <c:pt idx="262">
                  <c:v>5</c:v>
                </c:pt>
                <c:pt idx="263">
                  <c:v>3</c:v>
                </c:pt>
                <c:pt idx="264">
                  <c:v>8</c:v>
                </c:pt>
                <c:pt idx="265">
                  <c:v>7</c:v>
                </c:pt>
                <c:pt idx="266">
                  <c:v>7</c:v>
                </c:pt>
                <c:pt idx="267">
                  <c:v>6</c:v>
                </c:pt>
                <c:pt idx="268">
                  <c:v>4</c:v>
                </c:pt>
                <c:pt idx="269">
                  <c:v>11</c:v>
                </c:pt>
                <c:pt idx="270">
                  <c:v>5</c:v>
                </c:pt>
                <c:pt idx="271">
                  <c:v>15</c:v>
                </c:pt>
                <c:pt idx="272">
                  <c:v>66</c:v>
                </c:pt>
                <c:pt idx="273">
                  <c:v>20</c:v>
                </c:pt>
                <c:pt idx="274">
                  <c:v>7</c:v>
                </c:pt>
                <c:pt idx="275">
                  <c:v>3</c:v>
                </c:pt>
                <c:pt idx="276">
                  <c:v>26</c:v>
                </c:pt>
                <c:pt idx="277">
                  <c:v>7</c:v>
                </c:pt>
                <c:pt idx="278">
                  <c:v>5</c:v>
                </c:pt>
                <c:pt idx="279">
                  <c:v>9</c:v>
                </c:pt>
                <c:pt idx="280">
                  <c:v>6</c:v>
                </c:pt>
                <c:pt idx="281">
                  <c:v>5</c:v>
                </c:pt>
                <c:pt idx="282">
                  <c:v>0</c:v>
                </c:pt>
                <c:pt idx="283">
                  <c:v>2</c:v>
                </c:pt>
                <c:pt idx="284">
                  <c:v>17</c:v>
                </c:pt>
                <c:pt idx="285">
                  <c:v>1</c:v>
                </c:pt>
                <c:pt idx="286">
                  <c:v>2</c:v>
                </c:pt>
                <c:pt idx="287">
                  <c:v>2</c:v>
                </c:pt>
                <c:pt idx="288">
                  <c:v>1</c:v>
                </c:pt>
                <c:pt idx="289">
                  <c:v>13</c:v>
                </c:pt>
                <c:pt idx="290">
                  <c:v>14</c:v>
                </c:pt>
                <c:pt idx="291">
                  <c:v>8</c:v>
                </c:pt>
                <c:pt idx="292">
                  <c:v>69</c:v>
                </c:pt>
                <c:pt idx="293">
                  <c:v>33</c:v>
                </c:pt>
                <c:pt idx="294">
                  <c:v>10</c:v>
                </c:pt>
                <c:pt idx="295">
                  <c:v>33</c:v>
                </c:pt>
                <c:pt idx="296">
                  <c:v>1</c:v>
                </c:pt>
                <c:pt idx="297">
                  <c:v>131</c:v>
                </c:pt>
                <c:pt idx="298">
                  <c:v>11</c:v>
                </c:pt>
                <c:pt idx="299">
                  <c:v>2</c:v>
                </c:pt>
                <c:pt idx="300">
                  <c:v>7</c:v>
                </c:pt>
                <c:pt idx="301">
                  <c:v>10</c:v>
                </c:pt>
                <c:pt idx="302">
                  <c:v>4</c:v>
                </c:pt>
                <c:pt idx="303">
                  <c:v>8</c:v>
                </c:pt>
                <c:pt idx="304">
                  <c:v>3</c:v>
                </c:pt>
                <c:pt idx="305">
                  <c:v>1</c:v>
                </c:pt>
                <c:pt idx="306">
                  <c:v>1</c:v>
                </c:pt>
                <c:pt idx="307">
                  <c:v>3</c:v>
                </c:pt>
                <c:pt idx="308">
                  <c:v>0</c:v>
                </c:pt>
                <c:pt idx="309">
                  <c:v>2</c:v>
                </c:pt>
                <c:pt idx="310">
                  <c:v>20</c:v>
                </c:pt>
                <c:pt idx="311">
                  <c:v>4</c:v>
                </c:pt>
                <c:pt idx="312">
                  <c:v>6</c:v>
                </c:pt>
                <c:pt idx="313">
                  <c:v>15</c:v>
                </c:pt>
                <c:pt idx="314">
                  <c:v>87</c:v>
                </c:pt>
                <c:pt idx="315">
                  <c:v>8</c:v>
                </c:pt>
                <c:pt idx="316">
                  <c:v>19</c:v>
                </c:pt>
                <c:pt idx="317">
                  <c:v>11</c:v>
                </c:pt>
                <c:pt idx="318">
                  <c:v>7</c:v>
                </c:pt>
                <c:pt idx="319">
                  <c:v>7</c:v>
                </c:pt>
                <c:pt idx="320">
                  <c:v>3</c:v>
                </c:pt>
                <c:pt idx="321">
                  <c:v>0</c:v>
                </c:pt>
                <c:pt idx="322">
                  <c:v>0</c:v>
                </c:pt>
                <c:pt idx="323">
                  <c:v>4</c:v>
                </c:pt>
                <c:pt idx="324">
                  <c:v>15</c:v>
                </c:pt>
                <c:pt idx="325">
                  <c:v>10</c:v>
                </c:pt>
                <c:pt idx="326">
                  <c:v>24</c:v>
                </c:pt>
                <c:pt idx="327">
                  <c:v>27</c:v>
                </c:pt>
                <c:pt idx="328">
                  <c:v>11</c:v>
                </c:pt>
                <c:pt idx="329">
                  <c:v>7</c:v>
                </c:pt>
                <c:pt idx="330">
                  <c:v>11</c:v>
                </c:pt>
                <c:pt idx="331">
                  <c:v>0</c:v>
                </c:pt>
                <c:pt idx="332">
                  <c:v>2</c:v>
                </c:pt>
                <c:pt idx="333">
                  <c:v>5</c:v>
                </c:pt>
                <c:pt idx="334">
                  <c:v>0</c:v>
                </c:pt>
                <c:pt idx="335">
                  <c:v>3</c:v>
                </c:pt>
                <c:pt idx="336">
                  <c:v>24</c:v>
                </c:pt>
                <c:pt idx="337">
                  <c:v>0</c:v>
                </c:pt>
                <c:pt idx="338">
                  <c:v>2</c:v>
                </c:pt>
                <c:pt idx="339">
                  <c:v>0</c:v>
                </c:pt>
                <c:pt idx="340">
                  <c:v>1</c:v>
                </c:pt>
                <c:pt idx="341">
                  <c:v>4</c:v>
                </c:pt>
                <c:pt idx="342">
                  <c:v>3</c:v>
                </c:pt>
                <c:pt idx="343">
                  <c:v>6</c:v>
                </c:pt>
                <c:pt idx="344">
                  <c:v>26</c:v>
                </c:pt>
                <c:pt idx="345">
                  <c:v>28</c:v>
                </c:pt>
                <c:pt idx="346">
                  <c:v>12</c:v>
                </c:pt>
                <c:pt idx="347">
                  <c:v>6</c:v>
                </c:pt>
                <c:pt idx="348">
                  <c:v>19</c:v>
                </c:pt>
                <c:pt idx="349">
                  <c:v>15</c:v>
                </c:pt>
                <c:pt idx="350">
                  <c:v>28</c:v>
                </c:pt>
                <c:pt idx="351">
                  <c:v>42</c:v>
                </c:pt>
                <c:pt idx="352">
                  <c:v>13</c:v>
                </c:pt>
                <c:pt idx="353">
                  <c:v>9</c:v>
                </c:pt>
                <c:pt idx="354">
                  <c:v>6</c:v>
                </c:pt>
                <c:pt idx="355">
                  <c:v>8</c:v>
                </c:pt>
                <c:pt idx="356">
                  <c:v>28</c:v>
                </c:pt>
                <c:pt idx="357">
                  <c:v>2</c:v>
                </c:pt>
                <c:pt idx="358">
                  <c:v>3</c:v>
                </c:pt>
                <c:pt idx="359">
                  <c:v>6</c:v>
                </c:pt>
                <c:pt idx="360">
                  <c:v>3</c:v>
                </c:pt>
                <c:pt idx="361">
                  <c:v>1</c:v>
                </c:pt>
                <c:pt idx="362">
                  <c:v>0</c:v>
                </c:pt>
                <c:pt idx="363">
                  <c:v>14</c:v>
                </c:pt>
                <c:pt idx="364">
                  <c:v>4</c:v>
                </c:pt>
                <c:pt idx="365">
                  <c:v>10</c:v>
                </c:pt>
                <c:pt idx="366">
                  <c:v>13</c:v>
                </c:pt>
                <c:pt idx="367">
                  <c:v>24</c:v>
                </c:pt>
                <c:pt idx="368">
                  <c:v>21</c:v>
                </c:pt>
                <c:pt idx="369">
                  <c:v>19</c:v>
                </c:pt>
                <c:pt idx="370">
                  <c:v>13</c:v>
                </c:pt>
                <c:pt idx="371">
                  <c:v>22</c:v>
                </c:pt>
                <c:pt idx="372">
                  <c:v>19</c:v>
                </c:pt>
                <c:pt idx="373">
                  <c:v>7</c:v>
                </c:pt>
                <c:pt idx="374">
                  <c:v>7</c:v>
                </c:pt>
                <c:pt idx="375">
                  <c:v>2</c:v>
                </c:pt>
                <c:pt idx="376">
                  <c:v>1</c:v>
                </c:pt>
                <c:pt idx="377">
                  <c:v>6</c:v>
                </c:pt>
                <c:pt idx="378">
                  <c:v>16</c:v>
                </c:pt>
                <c:pt idx="379">
                  <c:v>4</c:v>
                </c:pt>
                <c:pt idx="380">
                  <c:v>2</c:v>
                </c:pt>
                <c:pt idx="381">
                  <c:v>6</c:v>
                </c:pt>
                <c:pt idx="382">
                  <c:v>29</c:v>
                </c:pt>
                <c:pt idx="383">
                  <c:v>4</c:v>
                </c:pt>
                <c:pt idx="384">
                  <c:v>13</c:v>
                </c:pt>
                <c:pt idx="385">
                  <c:v>6</c:v>
                </c:pt>
                <c:pt idx="386">
                  <c:v>12</c:v>
                </c:pt>
                <c:pt idx="387">
                  <c:v>10</c:v>
                </c:pt>
                <c:pt idx="388">
                  <c:v>23</c:v>
                </c:pt>
                <c:pt idx="389">
                  <c:v>11</c:v>
                </c:pt>
                <c:pt idx="390">
                  <c:v>1</c:v>
                </c:pt>
                <c:pt idx="391">
                  <c:v>2</c:v>
                </c:pt>
                <c:pt idx="392">
                  <c:v>8</c:v>
                </c:pt>
                <c:pt idx="393">
                  <c:v>11</c:v>
                </c:pt>
                <c:pt idx="394">
                  <c:v>19</c:v>
                </c:pt>
                <c:pt idx="395">
                  <c:v>9</c:v>
                </c:pt>
                <c:pt idx="396">
                  <c:v>22</c:v>
                </c:pt>
                <c:pt idx="397">
                  <c:v>6</c:v>
                </c:pt>
                <c:pt idx="398">
                  <c:v>4</c:v>
                </c:pt>
                <c:pt idx="399">
                  <c:v>11</c:v>
                </c:pt>
                <c:pt idx="400">
                  <c:v>5</c:v>
                </c:pt>
                <c:pt idx="401">
                  <c:v>8</c:v>
                </c:pt>
                <c:pt idx="402">
                  <c:v>4</c:v>
                </c:pt>
                <c:pt idx="403">
                  <c:v>7</c:v>
                </c:pt>
                <c:pt idx="404">
                  <c:v>7</c:v>
                </c:pt>
                <c:pt idx="405">
                  <c:v>3</c:v>
                </c:pt>
                <c:pt idx="406">
                  <c:v>1</c:v>
                </c:pt>
                <c:pt idx="407">
                  <c:v>6</c:v>
                </c:pt>
                <c:pt idx="408">
                  <c:v>16</c:v>
                </c:pt>
                <c:pt idx="409">
                  <c:v>5</c:v>
                </c:pt>
                <c:pt idx="410">
                  <c:v>6</c:v>
                </c:pt>
                <c:pt idx="411">
                  <c:v>9</c:v>
                </c:pt>
                <c:pt idx="412">
                  <c:v>20</c:v>
                </c:pt>
                <c:pt idx="413">
                  <c:v>9</c:v>
                </c:pt>
                <c:pt idx="414">
                  <c:v>8</c:v>
                </c:pt>
                <c:pt idx="415">
                  <c:v>10</c:v>
                </c:pt>
                <c:pt idx="416">
                  <c:v>7</c:v>
                </c:pt>
                <c:pt idx="417">
                  <c:v>10</c:v>
                </c:pt>
                <c:pt idx="418">
                  <c:v>21</c:v>
                </c:pt>
                <c:pt idx="419">
                  <c:v>4</c:v>
                </c:pt>
                <c:pt idx="420">
                  <c:v>5</c:v>
                </c:pt>
                <c:pt idx="421">
                  <c:v>17</c:v>
                </c:pt>
                <c:pt idx="422">
                  <c:v>24</c:v>
                </c:pt>
                <c:pt idx="423">
                  <c:v>4</c:v>
                </c:pt>
                <c:pt idx="424">
                  <c:v>4</c:v>
                </c:pt>
                <c:pt idx="425">
                  <c:v>8</c:v>
                </c:pt>
                <c:pt idx="426">
                  <c:v>0</c:v>
                </c:pt>
                <c:pt idx="427">
                  <c:v>2</c:v>
                </c:pt>
                <c:pt idx="428">
                  <c:v>7</c:v>
                </c:pt>
                <c:pt idx="429">
                  <c:v>0</c:v>
                </c:pt>
                <c:pt idx="430">
                  <c:v>1</c:v>
                </c:pt>
                <c:pt idx="431">
                  <c:v>8</c:v>
                </c:pt>
                <c:pt idx="432">
                  <c:v>13</c:v>
                </c:pt>
                <c:pt idx="433">
                  <c:v>12</c:v>
                </c:pt>
                <c:pt idx="434">
                  <c:v>7</c:v>
                </c:pt>
                <c:pt idx="435">
                  <c:v>50</c:v>
                </c:pt>
                <c:pt idx="436">
                  <c:v>4</c:v>
                </c:pt>
                <c:pt idx="437">
                  <c:v>5</c:v>
                </c:pt>
                <c:pt idx="438">
                  <c:v>9</c:v>
                </c:pt>
                <c:pt idx="439">
                  <c:v>5</c:v>
                </c:pt>
                <c:pt idx="440">
                  <c:v>7</c:v>
                </c:pt>
                <c:pt idx="441">
                  <c:v>21</c:v>
                </c:pt>
                <c:pt idx="442">
                  <c:v>12</c:v>
                </c:pt>
                <c:pt idx="443">
                  <c:v>1</c:v>
                </c:pt>
                <c:pt idx="444">
                  <c:v>4</c:v>
                </c:pt>
                <c:pt idx="445">
                  <c:v>10</c:v>
                </c:pt>
                <c:pt idx="446">
                  <c:v>26</c:v>
                </c:pt>
                <c:pt idx="447">
                  <c:v>9</c:v>
                </c:pt>
                <c:pt idx="448">
                  <c:v>3</c:v>
                </c:pt>
                <c:pt idx="449">
                  <c:v>22</c:v>
                </c:pt>
                <c:pt idx="450">
                  <c:v>17</c:v>
                </c:pt>
                <c:pt idx="451">
                  <c:v>31</c:v>
                </c:pt>
                <c:pt idx="452">
                  <c:v>32</c:v>
                </c:pt>
                <c:pt idx="453">
                  <c:v>13</c:v>
                </c:pt>
                <c:pt idx="454">
                  <c:v>8</c:v>
                </c:pt>
                <c:pt idx="455">
                  <c:v>24</c:v>
                </c:pt>
                <c:pt idx="456">
                  <c:v>12</c:v>
                </c:pt>
                <c:pt idx="457">
                  <c:v>4</c:v>
                </c:pt>
                <c:pt idx="458">
                  <c:v>1</c:v>
                </c:pt>
                <c:pt idx="459">
                  <c:v>2</c:v>
                </c:pt>
                <c:pt idx="460">
                  <c:v>1</c:v>
                </c:pt>
                <c:pt idx="461">
                  <c:v>2</c:v>
                </c:pt>
                <c:pt idx="462">
                  <c:v>5</c:v>
                </c:pt>
                <c:pt idx="463">
                  <c:v>5</c:v>
                </c:pt>
                <c:pt idx="464">
                  <c:v>15</c:v>
                </c:pt>
                <c:pt idx="465">
                  <c:v>5</c:v>
                </c:pt>
                <c:pt idx="466">
                  <c:v>10</c:v>
                </c:pt>
                <c:pt idx="467">
                  <c:v>5</c:v>
                </c:pt>
                <c:pt idx="468">
                  <c:v>16</c:v>
                </c:pt>
                <c:pt idx="469">
                  <c:v>16</c:v>
                </c:pt>
                <c:pt idx="470">
                  <c:v>27</c:v>
                </c:pt>
                <c:pt idx="471">
                  <c:v>9</c:v>
                </c:pt>
                <c:pt idx="472">
                  <c:v>7</c:v>
                </c:pt>
                <c:pt idx="473">
                  <c:v>15</c:v>
                </c:pt>
                <c:pt idx="474">
                  <c:v>4</c:v>
                </c:pt>
                <c:pt idx="475">
                  <c:v>14</c:v>
                </c:pt>
                <c:pt idx="476">
                  <c:v>3</c:v>
                </c:pt>
                <c:pt idx="477">
                  <c:v>10</c:v>
                </c:pt>
                <c:pt idx="478">
                  <c:v>8</c:v>
                </c:pt>
                <c:pt idx="479">
                  <c:v>8</c:v>
                </c:pt>
                <c:pt idx="480">
                  <c:v>12</c:v>
                </c:pt>
                <c:pt idx="481">
                  <c:v>7</c:v>
                </c:pt>
                <c:pt idx="482">
                  <c:v>14</c:v>
                </c:pt>
                <c:pt idx="483">
                  <c:v>3</c:v>
                </c:pt>
                <c:pt idx="484">
                  <c:v>10</c:v>
                </c:pt>
                <c:pt idx="485">
                  <c:v>8</c:v>
                </c:pt>
                <c:pt idx="486">
                  <c:v>4</c:v>
                </c:pt>
                <c:pt idx="487">
                  <c:v>21</c:v>
                </c:pt>
                <c:pt idx="488">
                  <c:v>5</c:v>
                </c:pt>
                <c:pt idx="489">
                  <c:v>4</c:v>
                </c:pt>
                <c:pt idx="490">
                  <c:v>20</c:v>
                </c:pt>
                <c:pt idx="491">
                  <c:v>6</c:v>
                </c:pt>
                <c:pt idx="492">
                  <c:v>8</c:v>
                </c:pt>
                <c:pt idx="493">
                  <c:v>3</c:v>
                </c:pt>
                <c:pt idx="494">
                  <c:v>7</c:v>
                </c:pt>
                <c:pt idx="495">
                  <c:v>2</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5</c:v>
                </c:pt>
                <c:pt idx="511">
                  <c:v>2</c:v>
                </c:pt>
                <c:pt idx="512">
                  <c:v>6</c:v>
                </c:pt>
                <c:pt idx="513">
                  <c:v>6</c:v>
                </c:pt>
                <c:pt idx="514">
                  <c:v>8</c:v>
                </c:pt>
                <c:pt idx="515">
                  <c:v>2</c:v>
                </c:pt>
                <c:pt idx="516">
                  <c:v>88</c:v>
                </c:pt>
                <c:pt idx="517">
                  <c:v>42</c:v>
                </c:pt>
                <c:pt idx="518">
                  <c:v>0</c:v>
                </c:pt>
                <c:pt idx="519">
                  <c:v>3</c:v>
                </c:pt>
                <c:pt idx="520">
                  <c:v>3</c:v>
                </c:pt>
                <c:pt idx="521">
                  <c:v>1</c:v>
                </c:pt>
                <c:pt idx="522">
                  <c:v>0</c:v>
                </c:pt>
                <c:pt idx="523">
                  <c:v>4</c:v>
                </c:pt>
                <c:pt idx="524">
                  <c:v>5</c:v>
                </c:pt>
                <c:pt idx="525">
                  <c:v>5</c:v>
                </c:pt>
                <c:pt idx="526">
                  <c:v>7</c:v>
                </c:pt>
                <c:pt idx="527">
                  <c:v>8</c:v>
                </c:pt>
                <c:pt idx="528">
                  <c:v>2</c:v>
                </c:pt>
                <c:pt idx="529">
                  <c:v>1</c:v>
                </c:pt>
                <c:pt idx="530">
                  <c:v>18</c:v>
                </c:pt>
                <c:pt idx="531">
                  <c:v>5</c:v>
                </c:pt>
                <c:pt idx="532">
                  <c:v>0</c:v>
                </c:pt>
                <c:pt idx="533">
                  <c:v>4</c:v>
                </c:pt>
                <c:pt idx="534">
                  <c:v>3</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1</c:v>
                </c:pt>
                <c:pt idx="550">
                  <c:v>4</c:v>
                </c:pt>
                <c:pt idx="551">
                  <c:v>26</c:v>
                </c:pt>
                <c:pt idx="552">
                  <c:v>2</c:v>
                </c:pt>
                <c:pt idx="553">
                  <c:v>8</c:v>
                </c:pt>
                <c:pt idx="554">
                  <c:v>22</c:v>
                </c:pt>
                <c:pt idx="555">
                  <c:v>18</c:v>
                </c:pt>
                <c:pt idx="556">
                  <c:v>10</c:v>
                </c:pt>
                <c:pt idx="557">
                  <c:v>9</c:v>
                </c:pt>
                <c:pt idx="558">
                  <c:v>29</c:v>
                </c:pt>
                <c:pt idx="559">
                  <c:v>12</c:v>
                </c:pt>
                <c:pt idx="560">
                  <c:v>13</c:v>
                </c:pt>
                <c:pt idx="561">
                  <c:v>9</c:v>
                </c:pt>
                <c:pt idx="562">
                  <c:v>8</c:v>
                </c:pt>
                <c:pt idx="563">
                  <c:v>12</c:v>
                </c:pt>
                <c:pt idx="564">
                  <c:v>3</c:v>
                </c:pt>
                <c:pt idx="565">
                  <c:v>34</c:v>
                </c:pt>
                <c:pt idx="566">
                  <c:v>20</c:v>
                </c:pt>
                <c:pt idx="567">
                  <c:v>7</c:v>
                </c:pt>
                <c:pt idx="568">
                  <c:v>13</c:v>
                </c:pt>
                <c:pt idx="569">
                  <c:v>4</c:v>
                </c:pt>
                <c:pt idx="570">
                  <c:v>14</c:v>
                </c:pt>
                <c:pt idx="571">
                  <c:v>5</c:v>
                </c:pt>
                <c:pt idx="572">
                  <c:v>5</c:v>
                </c:pt>
                <c:pt idx="573">
                  <c:v>10</c:v>
                </c:pt>
                <c:pt idx="574">
                  <c:v>12</c:v>
                </c:pt>
                <c:pt idx="575">
                  <c:v>11</c:v>
                </c:pt>
                <c:pt idx="576">
                  <c:v>3</c:v>
                </c:pt>
                <c:pt idx="577">
                  <c:v>2</c:v>
                </c:pt>
                <c:pt idx="578">
                  <c:v>3</c:v>
                </c:pt>
                <c:pt idx="579">
                  <c:v>9</c:v>
                </c:pt>
                <c:pt idx="580">
                  <c:v>7</c:v>
                </c:pt>
                <c:pt idx="581">
                  <c:v>0</c:v>
                </c:pt>
                <c:pt idx="582">
                  <c:v>6</c:v>
                </c:pt>
                <c:pt idx="583">
                  <c:v>9</c:v>
                </c:pt>
                <c:pt idx="584">
                  <c:v>10</c:v>
                </c:pt>
                <c:pt idx="585">
                  <c:v>1</c:v>
                </c:pt>
                <c:pt idx="586">
                  <c:v>13</c:v>
                </c:pt>
                <c:pt idx="587">
                  <c:v>3</c:v>
                </c:pt>
                <c:pt idx="588">
                  <c:v>3</c:v>
                </c:pt>
                <c:pt idx="589">
                  <c:v>6</c:v>
                </c:pt>
                <c:pt idx="590">
                  <c:v>2</c:v>
                </c:pt>
                <c:pt idx="591">
                  <c:v>5</c:v>
                </c:pt>
                <c:pt idx="592">
                  <c:v>4</c:v>
                </c:pt>
                <c:pt idx="593">
                  <c:v>0</c:v>
                </c:pt>
                <c:pt idx="594">
                  <c:v>10</c:v>
                </c:pt>
                <c:pt idx="595">
                  <c:v>5</c:v>
                </c:pt>
                <c:pt idx="596">
                  <c:v>13</c:v>
                </c:pt>
                <c:pt idx="597">
                  <c:v>45</c:v>
                </c:pt>
                <c:pt idx="598">
                  <c:v>15</c:v>
                </c:pt>
                <c:pt idx="599">
                  <c:v>7</c:v>
                </c:pt>
                <c:pt idx="600">
                  <c:v>6</c:v>
                </c:pt>
                <c:pt idx="601">
                  <c:v>67</c:v>
                </c:pt>
                <c:pt idx="602">
                  <c:v>14</c:v>
                </c:pt>
                <c:pt idx="603">
                  <c:v>6</c:v>
                </c:pt>
                <c:pt idx="604">
                  <c:v>3</c:v>
                </c:pt>
                <c:pt idx="605">
                  <c:v>1</c:v>
                </c:pt>
                <c:pt idx="606">
                  <c:v>1</c:v>
                </c:pt>
                <c:pt idx="607">
                  <c:v>5</c:v>
                </c:pt>
                <c:pt idx="608">
                  <c:v>10</c:v>
                </c:pt>
                <c:pt idx="609">
                  <c:v>6</c:v>
                </c:pt>
                <c:pt idx="610">
                  <c:v>9</c:v>
                </c:pt>
                <c:pt idx="611">
                  <c:v>8</c:v>
                </c:pt>
                <c:pt idx="612">
                  <c:v>1</c:v>
                </c:pt>
                <c:pt idx="613">
                  <c:v>5</c:v>
                </c:pt>
                <c:pt idx="614">
                  <c:v>7</c:v>
                </c:pt>
                <c:pt idx="615">
                  <c:v>8</c:v>
                </c:pt>
                <c:pt idx="616">
                  <c:v>3</c:v>
                </c:pt>
                <c:pt idx="617">
                  <c:v>6</c:v>
                </c:pt>
                <c:pt idx="618">
                  <c:v>12</c:v>
                </c:pt>
                <c:pt idx="619">
                  <c:v>11</c:v>
                </c:pt>
                <c:pt idx="620">
                  <c:v>6</c:v>
                </c:pt>
                <c:pt idx="621">
                  <c:v>17</c:v>
                </c:pt>
                <c:pt idx="622">
                  <c:v>12</c:v>
                </c:pt>
                <c:pt idx="623">
                  <c:v>11</c:v>
                </c:pt>
                <c:pt idx="624">
                  <c:v>4</c:v>
                </c:pt>
                <c:pt idx="625">
                  <c:v>4</c:v>
                </c:pt>
                <c:pt idx="626">
                  <c:v>4</c:v>
                </c:pt>
                <c:pt idx="627">
                  <c:v>7</c:v>
                </c:pt>
                <c:pt idx="628">
                  <c:v>4</c:v>
                </c:pt>
                <c:pt idx="629">
                  <c:v>27</c:v>
                </c:pt>
                <c:pt idx="630">
                  <c:v>3</c:v>
                </c:pt>
                <c:pt idx="631">
                  <c:v>2</c:v>
                </c:pt>
                <c:pt idx="632">
                  <c:v>3</c:v>
                </c:pt>
                <c:pt idx="633">
                  <c:v>12</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6</c:v>
                </c:pt>
                <c:pt idx="648">
                  <c:v>16</c:v>
                </c:pt>
                <c:pt idx="649">
                  <c:v>5</c:v>
                </c:pt>
                <c:pt idx="650">
                  <c:v>1</c:v>
                </c:pt>
                <c:pt idx="651">
                  <c:v>7</c:v>
                </c:pt>
                <c:pt idx="652">
                  <c:v>5</c:v>
                </c:pt>
                <c:pt idx="653">
                  <c:v>4</c:v>
                </c:pt>
                <c:pt idx="654">
                  <c:v>0</c:v>
                </c:pt>
                <c:pt idx="655">
                  <c:v>2</c:v>
                </c:pt>
                <c:pt idx="656">
                  <c:v>15</c:v>
                </c:pt>
                <c:pt idx="657">
                  <c:v>10</c:v>
                </c:pt>
                <c:pt idx="658">
                  <c:v>8</c:v>
                </c:pt>
                <c:pt idx="659">
                  <c:v>1</c:v>
                </c:pt>
                <c:pt idx="660">
                  <c:v>3</c:v>
                </c:pt>
                <c:pt idx="661">
                  <c:v>15</c:v>
                </c:pt>
                <c:pt idx="662">
                  <c:v>11</c:v>
                </c:pt>
                <c:pt idx="663">
                  <c:v>3</c:v>
                </c:pt>
                <c:pt idx="664">
                  <c:v>7</c:v>
                </c:pt>
                <c:pt idx="665">
                  <c:v>25</c:v>
                </c:pt>
                <c:pt idx="666">
                  <c:v>2</c:v>
                </c:pt>
                <c:pt idx="667">
                  <c:v>3</c:v>
                </c:pt>
                <c:pt idx="668">
                  <c:v>3</c:v>
                </c:pt>
                <c:pt idx="669">
                  <c:v>1</c:v>
                </c:pt>
                <c:pt idx="670">
                  <c:v>2</c:v>
                </c:pt>
                <c:pt idx="671">
                  <c:v>0</c:v>
                </c:pt>
                <c:pt idx="672">
                  <c:v>5</c:v>
                </c:pt>
                <c:pt idx="673">
                  <c:v>16</c:v>
                </c:pt>
                <c:pt idx="674">
                  <c:v>26</c:v>
                </c:pt>
                <c:pt idx="675">
                  <c:v>14</c:v>
                </c:pt>
                <c:pt idx="676">
                  <c:v>0</c:v>
                </c:pt>
                <c:pt idx="677">
                  <c:v>3</c:v>
                </c:pt>
                <c:pt idx="678">
                  <c:v>9</c:v>
                </c:pt>
                <c:pt idx="679">
                  <c:v>8</c:v>
                </c:pt>
                <c:pt idx="680">
                  <c:v>1</c:v>
                </c:pt>
                <c:pt idx="681">
                  <c:v>3</c:v>
                </c:pt>
                <c:pt idx="682">
                  <c:v>0</c:v>
                </c:pt>
                <c:pt idx="683">
                  <c:v>1</c:v>
                </c:pt>
                <c:pt idx="684">
                  <c:v>3</c:v>
                </c:pt>
                <c:pt idx="685">
                  <c:v>2</c:v>
                </c:pt>
                <c:pt idx="686">
                  <c:v>10</c:v>
                </c:pt>
                <c:pt idx="687">
                  <c:v>1</c:v>
                </c:pt>
                <c:pt idx="688">
                  <c:v>10</c:v>
                </c:pt>
                <c:pt idx="689">
                  <c:v>8</c:v>
                </c:pt>
                <c:pt idx="690">
                  <c:v>8</c:v>
                </c:pt>
                <c:pt idx="691">
                  <c:v>3</c:v>
                </c:pt>
                <c:pt idx="692">
                  <c:v>5</c:v>
                </c:pt>
                <c:pt idx="693">
                  <c:v>5</c:v>
                </c:pt>
                <c:pt idx="694">
                  <c:v>4</c:v>
                </c:pt>
                <c:pt idx="695">
                  <c:v>9</c:v>
                </c:pt>
                <c:pt idx="696">
                  <c:v>14</c:v>
                </c:pt>
                <c:pt idx="697">
                  <c:v>26</c:v>
                </c:pt>
                <c:pt idx="698">
                  <c:v>4</c:v>
                </c:pt>
                <c:pt idx="699">
                  <c:v>3</c:v>
                </c:pt>
                <c:pt idx="700">
                  <c:v>6</c:v>
                </c:pt>
                <c:pt idx="701">
                  <c:v>4</c:v>
                </c:pt>
                <c:pt idx="702">
                  <c:v>12</c:v>
                </c:pt>
                <c:pt idx="703">
                  <c:v>22</c:v>
                </c:pt>
                <c:pt idx="704">
                  <c:v>30</c:v>
                </c:pt>
                <c:pt idx="705">
                  <c:v>8</c:v>
                </c:pt>
                <c:pt idx="706">
                  <c:v>46</c:v>
                </c:pt>
                <c:pt idx="707">
                  <c:v>14</c:v>
                </c:pt>
                <c:pt idx="708">
                  <c:v>16</c:v>
                </c:pt>
                <c:pt idx="709">
                  <c:v>8</c:v>
                </c:pt>
                <c:pt idx="710">
                  <c:v>3</c:v>
                </c:pt>
                <c:pt idx="711">
                  <c:v>30</c:v>
                </c:pt>
                <c:pt idx="712">
                  <c:v>7</c:v>
                </c:pt>
                <c:pt idx="713">
                  <c:v>12</c:v>
                </c:pt>
                <c:pt idx="714">
                  <c:v>12</c:v>
                </c:pt>
                <c:pt idx="715">
                  <c:v>2</c:v>
                </c:pt>
                <c:pt idx="716">
                  <c:v>10</c:v>
                </c:pt>
                <c:pt idx="717">
                  <c:v>13</c:v>
                </c:pt>
                <c:pt idx="718">
                  <c:v>1</c:v>
                </c:pt>
                <c:pt idx="719">
                  <c:v>5</c:v>
                </c:pt>
                <c:pt idx="720">
                  <c:v>4</c:v>
                </c:pt>
                <c:pt idx="721">
                  <c:v>3</c:v>
                </c:pt>
                <c:pt idx="722">
                  <c:v>7</c:v>
                </c:pt>
                <c:pt idx="723">
                  <c:v>3</c:v>
                </c:pt>
                <c:pt idx="724">
                  <c:v>18</c:v>
                </c:pt>
                <c:pt idx="725">
                  <c:v>11</c:v>
                </c:pt>
                <c:pt idx="726">
                  <c:v>10</c:v>
                </c:pt>
                <c:pt idx="727">
                  <c:v>13</c:v>
                </c:pt>
                <c:pt idx="728">
                  <c:v>19</c:v>
                </c:pt>
                <c:pt idx="729">
                  <c:v>15</c:v>
                </c:pt>
                <c:pt idx="730">
                  <c:v>14</c:v>
                </c:pt>
                <c:pt idx="731">
                  <c:v>3</c:v>
                </c:pt>
                <c:pt idx="732">
                  <c:v>87</c:v>
                </c:pt>
                <c:pt idx="733">
                  <c:v>42</c:v>
                </c:pt>
                <c:pt idx="734">
                  <c:v>3</c:v>
                </c:pt>
                <c:pt idx="735">
                  <c:v>4</c:v>
                </c:pt>
                <c:pt idx="736">
                  <c:v>2</c:v>
                </c:pt>
                <c:pt idx="737">
                  <c:v>3</c:v>
                </c:pt>
                <c:pt idx="738">
                  <c:v>7</c:v>
                </c:pt>
                <c:pt idx="739">
                  <c:v>22</c:v>
                </c:pt>
                <c:pt idx="740">
                  <c:v>14</c:v>
                </c:pt>
                <c:pt idx="741">
                  <c:v>2</c:v>
                </c:pt>
                <c:pt idx="742">
                  <c:v>3</c:v>
                </c:pt>
                <c:pt idx="743">
                  <c:v>6</c:v>
                </c:pt>
                <c:pt idx="744">
                  <c:v>4</c:v>
                </c:pt>
                <c:pt idx="745">
                  <c:v>4</c:v>
                </c:pt>
                <c:pt idx="746">
                  <c:v>5</c:v>
                </c:pt>
                <c:pt idx="747">
                  <c:v>2</c:v>
                </c:pt>
                <c:pt idx="748">
                  <c:v>6</c:v>
                </c:pt>
                <c:pt idx="749">
                  <c:v>9</c:v>
                </c:pt>
                <c:pt idx="750">
                  <c:v>6</c:v>
                </c:pt>
                <c:pt idx="751">
                  <c:v>19</c:v>
                </c:pt>
                <c:pt idx="752">
                  <c:v>10</c:v>
                </c:pt>
                <c:pt idx="753">
                  <c:v>25</c:v>
                </c:pt>
                <c:pt idx="754">
                  <c:v>11</c:v>
                </c:pt>
                <c:pt idx="755">
                  <c:v>4</c:v>
                </c:pt>
                <c:pt idx="756">
                  <c:v>8</c:v>
                </c:pt>
                <c:pt idx="757">
                  <c:v>6</c:v>
                </c:pt>
                <c:pt idx="758">
                  <c:v>6</c:v>
                </c:pt>
                <c:pt idx="759">
                  <c:v>6</c:v>
                </c:pt>
                <c:pt idx="760">
                  <c:v>27</c:v>
                </c:pt>
                <c:pt idx="761">
                  <c:v>13</c:v>
                </c:pt>
                <c:pt idx="762">
                  <c:v>15</c:v>
                </c:pt>
                <c:pt idx="763">
                  <c:v>8</c:v>
                </c:pt>
                <c:pt idx="764">
                  <c:v>6</c:v>
                </c:pt>
                <c:pt idx="765">
                  <c:v>2</c:v>
                </c:pt>
                <c:pt idx="766">
                  <c:v>3</c:v>
                </c:pt>
                <c:pt idx="767">
                  <c:v>5</c:v>
                </c:pt>
                <c:pt idx="768">
                  <c:v>11</c:v>
                </c:pt>
                <c:pt idx="769">
                  <c:v>2</c:v>
                </c:pt>
                <c:pt idx="770">
                  <c:v>7</c:v>
                </c:pt>
                <c:pt idx="771">
                  <c:v>6</c:v>
                </c:pt>
                <c:pt idx="772">
                  <c:v>3</c:v>
                </c:pt>
                <c:pt idx="773">
                  <c:v>10</c:v>
                </c:pt>
                <c:pt idx="774">
                  <c:v>17</c:v>
                </c:pt>
                <c:pt idx="775">
                  <c:v>54</c:v>
                </c:pt>
                <c:pt idx="776">
                  <c:v>1</c:v>
                </c:pt>
                <c:pt idx="777">
                  <c:v>5</c:v>
                </c:pt>
                <c:pt idx="778">
                  <c:v>0</c:v>
                </c:pt>
                <c:pt idx="779">
                  <c:v>2</c:v>
                </c:pt>
                <c:pt idx="780">
                  <c:v>8</c:v>
                </c:pt>
                <c:pt idx="781">
                  <c:v>3</c:v>
                </c:pt>
                <c:pt idx="782">
                  <c:v>12</c:v>
                </c:pt>
                <c:pt idx="783">
                  <c:v>4</c:v>
                </c:pt>
                <c:pt idx="784">
                  <c:v>4</c:v>
                </c:pt>
                <c:pt idx="785">
                  <c:v>9</c:v>
                </c:pt>
                <c:pt idx="786">
                  <c:v>12</c:v>
                </c:pt>
                <c:pt idx="787">
                  <c:v>38</c:v>
                </c:pt>
                <c:pt idx="788">
                  <c:v>40</c:v>
                </c:pt>
                <c:pt idx="789">
                  <c:v>7</c:v>
                </c:pt>
                <c:pt idx="790">
                  <c:v>14</c:v>
                </c:pt>
                <c:pt idx="791">
                  <c:v>17</c:v>
                </c:pt>
                <c:pt idx="792">
                  <c:v>4</c:v>
                </c:pt>
                <c:pt idx="793">
                  <c:v>18</c:v>
                </c:pt>
                <c:pt idx="794">
                  <c:v>19</c:v>
                </c:pt>
                <c:pt idx="795">
                  <c:v>26</c:v>
                </c:pt>
                <c:pt idx="796">
                  <c:v>48</c:v>
                </c:pt>
                <c:pt idx="797">
                  <c:v>45</c:v>
                </c:pt>
                <c:pt idx="798">
                  <c:v>53</c:v>
                </c:pt>
                <c:pt idx="799">
                  <c:v>70</c:v>
                </c:pt>
                <c:pt idx="800">
                  <c:v>28</c:v>
                </c:pt>
                <c:pt idx="801">
                  <c:v>27</c:v>
                </c:pt>
                <c:pt idx="802">
                  <c:v>36</c:v>
                </c:pt>
                <c:pt idx="803">
                  <c:v>25</c:v>
                </c:pt>
                <c:pt idx="804">
                  <c:v>4</c:v>
                </c:pt>
                <c:pt idx="805">
                  <c:v>6</c:v>
                </c:pt>
                <c:pt idx="806">
                  <c:v>12</c:v>
                </c:pt>
                <c:pt idx="807">
                  <c:v>12</c:v>
                </c:pt>
                <c:pt idx="808">
                  <c:v>5</c:v>
                </c:pt>
                <c:pt idx="809">
                  <c:v>7</c:v>
                </c:pt>
                <c:pt idx="810">
                  <c:v>5</c:v>
                </c:pt>
                <c:pt idx="811">
                  <c:v>0</c:v>
                </c:pt>
                <c:pt idx="812">
                  <c:v>4</c:v>
                </c:pt>
                <c:pt idx="813">
                  <c:v>10</c:v>
                </c:pt>
                <c:pt idx="814">
                  <c:v>8</c:v>
                </c:pt>
                <c:pt idx="815">
                  <c:v>11</c:v>
                </c:pt>
                <c:pt idx="816">
                  <c:v>4</c:v>
                </c:pt>
                <c:pt idx="817">
                  <c:v>11</c:v>
                </c:pt>
                <c:pt idx="818">
                  <c:v>0</c:v>
                </c:pt>
                <c:pt idx="819">
                  <c:v>5</c:v>
                </c:pt>
                <c:pt idx="820">
                  <c:v>3</c:v>
                </c:pt>
                <c:pt idx="821">
                  <c:v>11</c:v>
                </c:pt>
                <c:pt idx="822">
                  <c:v>13</c:v>
                </c:pt>
                <c:pt idx="823">
                  <c:v>6</c:v>
                </c:pt>
                <c:pt idx="824">
                  <c:v>13</c:v>
                </c:pt>
                <c:pt idx="825">
                  <c:v>4</c:v>
                </c:pt>
                <c:pt idx="826">
                  <c:v>3</c:v>
                </c:pt>
                <c:pt idx="827">
                  <c:v>6</c:v>
                </c:pt>
                <c:pt idx="828">
                  <c:v>1</c:v>
                </c:pt>
                <c:pt idx="829">
                  <c:v>5</c:v>
                </c:pt>
                <c:pt idx="830">
                  <c:v>1</c:v>
                </c:pt>
                <c:pt idx="831">
                  <c:v>2</c:v>
                </c:pt>
                <c:pt idx="832">
                  <c:v>6</c:v>
                </c:pt>
                <c:pt idx="833">
                  <c:v>14</c:v>
                </c:pt>
                <c:pt idx="834">
                  <c:v>19</c:v>
                </c:pt>
                <c:pt idx="835">
                  <c:v>15</c:v>
                </c:pt>
                <c:pt idx="836">
                  <c:v>1</c:v>
                </c:pt>
                <c:pt idx="837">
                  <c:v>1</c:v>
                </c:pt>
                <c:pt idx="838">
                  <c:v>1</c:v>
                </c:pt>
                <c:pt idx="839">
                  <c:v>5</c:v>
                </c:pt>
                <c:pt idx="840">
                  <c:v>1</c:v>
                </c:pt>
                <c:pt idx="841">
                  <c:v>1</c:v>
                </c:pt>
                <c:pt idx="842">
                  <c:v>0</c:v>
                </c:pt>
                <c:pt idx="843">
                  <c:v>17</c:v>
                </c:pt>
                <c:pt idx="844">
                  <c:v>25</c:v>
                </c:pt>
                <c:pt idx="845">
                  <c:v>5</c:v>
                </c:pt>
                <c:pt idx="846">
                  <c:v>25</c:v>
                </c:pt>
                <c:pt idx="847">
                  <c:v>34</c:v>
                </c:pt>
                <c:pt idx="848">
                  <c:v>4</c:v>
                </c:pt>
                <c:pt idx="849">
                  <c:v>4</c:v>
                </c:pt>
                <c:pt idx="850">
                  <c:v>8</c:v>
                </c:pt>
                <c:pt idx="851">
                  <c:v>8</c:v>
                </c:pt>
                <c:pt idx="852">
                  <c:v>6</c:v>
                </c:pt>
                <c:pt idx="853">
                  <c:v>4</c:v>
                </c:pt>
                <c:pt idx="854">
                  <c:v>3</c:v>
                </c:pt>
                <c:pt idx="855">
                  <c:v>8</c:v>
                </c:pt>
                <c:pt idx="856">
                  <c:v>1</c:v>
                </c:pt>
                <c:pt idx="857">
                  <c:v>11</c:v>
                </c:pt>
                <c:pt idx="858">
                  <c:v>2</c:v>
                </c:pt>
                <c:pt idx="859">
                  <c:v>14</c:v>
                </c:pt>
                <c:pt idx="860">
                  <c:v>2</c:v>
                </c:pt>
                <c:pt idx="861">
                  <c:v>12</c:v>
                </c:pt>
                <c:pt idx="862">
                  <c:v>0</c:v>
                </c:pt>
                <c:pt idx="863">
                  <c:v>0</c:v>
                </c:pt>
                <c:pt idx="864">
                  <c:v>27</c:v>
                </c:pt>
                <c:pt idx="865">
                  <c:v>3</c:v>
                </c:pt>
                <c:pt idx="866">
                  <c:v>0</c:v>
                </c:pt>
                <c:pt idx="867">
                  <c:v>0</c:v>
                </c:pt>
                <c:pt idx="868">
                  <c:v>4</c:v>
                </c:pt>
                <c:pt idx="869">
                  <c:v>67</c:v>
                </c:pt>
                <c:pt idx="870">
                  <c:v>50</c:v>
                </c:pt>
                <c:pt idx="871">
                  <c:v>7</c:v>
                </c:pt>
                <c:pt idx="872">
                  <c:v>5</c:v>
                </c:pt>
                <c:pt idx="873">
                  <c:v>0</c:v>
                </c:pt>
                <c:pt idx="874">
                  <c:v>5</c:v>
                </c:pt>
                <c:pt idx="875">
                  <c:v>13</c:v>
                </c:pt>
                <c:pt idx="876">
                  <c:v>3</c:v>
                </c:pt>
                <c:pt idx="877">
                  <c:v>0</c:v>
                </c:pt>
                <c:pt idx="878">
                  <c:v>17</c:v>
                </c:pt>
                <c:pt idx="879">
                  <c:v>2</c:v>
                </c:pt>
                <c:pt idx="880">
                  <c:v>6</c:v>
                </c:pt>
                <c:pt idx="881">
                  <c:v>3</c:v>
                </c:pt>
                <c:pt idx="882">
                  <c:v>0</c:v>
                </c:pt>
                <c:pt idx="883">
                  <c:v>2</c:v>
                </c:pt>
                <c:pt idx="884">
                  <c:v>3</c:v>
                </c:pt>
                <c:pt idx="885">
                  <c:v>4</c:v>
                </c:pt>
                <c:pt idx="886">
                  <c:v>4</c:v>
                </c:pt>
                <c:pt idx="887">
                  <c:v>0</c:v>
                </c:pt>
                <c:pt idx="888">
                  <c:v>0</c:v>
                </c:pt>
                <c:pt idx="889">
                  <c:v>0</c:v>
                </c:pt>
                <c:pt idx="890">
                  <c:v>32</c:v>
                </c:pt>
                <c:pt idx="891">
                  <c:v>28</c:v>
                </c:pt>
                <c:pt idx="892">
                  <c:v>6</c:v>
                </c:pt>
                <c:pt idx="893">
                  <c:v>6</c:v>
                </c:pt>
                <c:pt idx="894">
                  <c:v>3</c:v>
                </c:pt>
                <c:pt idx="895">
                  <c:v>4</c:v>
                </c:pt>
                <c:pt idx="896">
                  <c:v>5</c:v>
                </c:pt>
                <c:pt idx="897">
                  <c:v>5</c:v>
                </c:pt>
                <c:pt idx="898">
                  <c:v>15</c:v>
                </c:pt>
                <c:pt idx="899">
                  <c:v>12</c:v>
                </c:pt>
                <c:pt idx="900">
                  <c:v>17</c:v>
                </c:pt>
                <c:pt idx="901">
                  <c:v>4</c:v>
                </c:pt>
                <c:pt idx="902">
                  <c:v>3</c:v>
                </c:pt>
                <c:pt idx="903">
                  <c:v>2</c:v>
                </c:pt>
                <c:pt idx="904">
                  <c:v>4</c:v>
                </c:pt>
                <c:pt idx="905">
                  <c:v>6</c:v>
                </c:pt>
                <c:pt idx="906">
                  <c:v>6</c:v>
                </c:pt>
                <c:pt idx="907">
                  <c:v>5</c:v>
                </c:pt>
                <c:pt idx="908">
                  <c:v>4</c:v>
                </c:pt>
                <c:pt idx="909">
                  <c:v>5</c:v>
                </c:pt>
                <c:pt idx="910">
                  <c:v>5</c:v>
                </c:pt>
                <c:pt idx="911">
                  <c:v>1</c:v>
                </c:pt>
                <c:pt idx="912">
                  <c:v>8</c:v>
                </c:pt>
                <c:pt idx="913">
                  <c:v>22</c:v>
                </c:pt>
                <c:pt idx="914">
                  <c:v>27</c:v>
                </c:pt>
                <c:pt idx="915">
                  <c:v>37</c:v>
                </c:pt>
                <c:pt idx="916">
                  <c:v>40</c:v>
                </c:pt>
                <c:pt idx="917">
                  <c:v>0</c:v>
                </c:pt>
                <c:pt idx="918">
                  <c:v>6</c:v>
                </c:pt>
                <c:pt idx="919">
                  <c:v>2</c:v>
                </c:pt>
                <c:pt idx="920">
                  <c:v>11</c:v>
                </c:pt>
                <c:pt idx="921">
                  <c:v>9</c:v>
                </c:pt>
                <c:pt idx="922">
                  <c:v>8</c:v>
                </c:pt>
                <c:pt idx="923">
                  <c:v>6</c:v>
                </c:pt>
                <c:pt idx="924">
                  <c:v>8</c:v>
                </c:pt>
                <c:pt idx="925">
                  <c:v>5</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7</c:v>
                </c:pt>
                <c:pt idx="940">
                  <c:v>5</c:v>
                </c:pt>
                <c:pt idx="941">
                  <c:v>33</c:v>
                </c:pt>
                <c:pt idx="942">
                  <c:v>1</c:v>
                </c:pt>
                <c:pt idx="943">
                  <c:v>6</c:v>
                </c:pt>
                <c:pt idx="944">
                  <c:v>5</c:v>
                </c:pt>
                <c:pt idx="945">
                  <c:v>3</c:v>
                </c:pt>
                <c:pt idx="946">
                  <c:v>2</c:v>
                </c:pt>
                <c:pt idx="947">
                  <c:v>13</c:v>
                </c:pt>
                <c:pt idx="948">
                  <c:v>6</c:v>
                </c:pt>
                <c:pt idx="949">
                  <c:v>3</c:v>
                </c:pt>
                <c:pt idx="950">
                  <c:v>2</c:v>
                </c:pt>
                <c:pt idx="951">
                  <c:v>5</c:v>
                </c:pt>
                <c:pt idx="952">
                  <c:v>9</c:v>
                </c:pt>
                <c:pt idx="953">
                  <c:v>4</c:v>
                </c:pt>
                <c:pt idx="954">
                  <c:v>5</c:v>
                </c:pt>
                <c:pt idx="955">
                  <c:v>5</c:v>
                </c:pt>
                <c:pt idx="956">
                  <c:v>5</c:v>
                </c:pt>
                <c:pt idx="957">
                  <c:v>11</c:v>
                </c:pt>
                <c:pt idx="958">
                  <c:v>13</c:v>
                </c:pt>
                <c:pt idx="959">
                  <c:v>2</c:v>
                </c:pt>
                <c:pt idx="960">
                  <c:v>3</c:v>
                </c:pt>
                <c:pt idx="961">
                  <c:v>4</c:v>
                </c:pt>
                <c:pt idx="962">
                  <c:v>1</c:v>
                </c:pt>
                <c:pt idx="963">
                  <c:v>7</c:v>
                </c:pt>
                <c:pt idx="964">
                  <c:v>4</c:v>
                </c:pt>
                <c:pt idx="965">
                  <c:v>4</c:v>
                </c:pt>
                <c:pt idx="966">
                  <c:v>13</c:v>
                </c:pt>
                <c:pt idx="967">
                  <c:v>8</c:v>
                </c:pt>
                <c:pt idx="968">
                  <c:v>5</c:v>
                </c:pt>
                <c:pt idx="969">
                  <c:v>3</c:v>
                </c:pt>
                <c:pt idx="970">
                  <c:v>4</c:v>
                </c:pt>
                <c:pt idx="971">
                  <c:v>10</c:v>
                </c:pt>
                <c:pt idx="972">
                  <c:v>6</c:v>
                </c:pt>
                <c:pt idx="973">
                  <c:v>10</c:v>
                </c:pt>
                <c:pt idx="974">
                  <c:v>7</c:v>
                </c:pt>
                <c:pt idx="975">
                  <c:v>6</c:v>
                </c:pt>
                <c:pt idx="976">
                  <c:v>10</c:v>
                </c:pt>
                <c:pt idx="977">
                  <c:v>3</c:v>
                </c:pt>
                <c:pt idx="978">
                  <c:v>3</c:v>
                </c:pt>
                <c:pt idx="979">
                  <c:v>1</c:v>
                </c:pt>
                <c:pt idx="980">
                  <c:v>14</c:v>
                </c:pt>
                <c:pt idx="981">
                  <c:v>8</c:v>
                </c:pt>
                <c:pt idx="982">
                  <c:v>3</c:v>
                </c:pt>
                <c:pt idx="983">
                  <c:v>3</c:v>
                </c:pt>
                <c:pt idx="984">
                  <c:v>1</c:v>
                </c:pt>
                <c:pt idx="985">
                  <c:v>1</c:v>
                </c:pt>
                <c:pt idx="986">
                  <c:v>4</c:v>
                </c:pt>
                <c:pt idx="987">
                  <c:v>1</c:v>
                </c:pt>
                <c:pt idx="988">
                  <c:v>4</c:v>
                </c:pt>
                <c:pt idx="989">
                  <c:v>9</c:v>
                </c:pt>
                <c:pt idx="990">
                  <c:v>7</c:v>
                </c:pt>
                <c:pt idx="991">
                  <c:v>0</c:v>
                </c:pt>
                <c:pt idx="992">
                  <c:v>3</c:v>
                </c:pt>
                <c:pt idx="993">
                  <c:v>12</c:v>
                </c:pt>
                <c:pt idx="994">
                  <c:v>23</c:v>
                </c:pt>
                <c:pt idx="995">
                  <c:v>17</c:v>
                </c:pt>
                <c:pt idx="996">
                  <c:v>16</c:v>
                </c:pt>
                <c:pt idx="997">
                  <c:v>3</c:v>
                </c:pt>
                <c:pt idx="998">
                  <c:v>2</c:v>
                </c:pt>
                <c:pt idx="999">
                  <c:v>5</c:v>
                </c:pt>
                <c:pt idx="1000">
                  <c:v>20</c:v>
                </c:pt>
                <c:pt idx="1001">
                  <c:v>4</c:v>
                </c:pt>
                <c:pt idx="1002">
                  <c:v>6</c:v>
                </c:pt>
                <c:pt idx="1003">
                  <c:v>12</c:v>
                </c:pt>
                <c:pt idx="1004">
                  <c:v>1</c:v>
                </c:pt>
                <c:pt idx="1005">
                  <c:v>6</c:v>
                </c:pt>
                <c:pt idx="1006">
                  <c:v>0</c:v>
                </c:pt>
                <c:pt idx="1007">
                  <c:v>2</c:v>
                </c:pt>
                <c:pt idx="1008">
                  <c:v>4</c:v>
                </c:pt>
                <c:pt idx="1009">
                  <c:v>24</c:v>
                </c:pt>
                <c:pt idx="1010">
                  <c:v>10</c:v>
                </c:pt>
                <c:pt idx="1011">
                  <c:v>2</c:v>
                </c:pt>
                <c:pt idx="1012">
                  <c:v>0</c:v>
                </c:pt>
                <c:pt idx="1013">
                  <c:v>4</c:v>
                </c:pt>
                <c:pt idx="1014">
                  <c:v>4</c:v>
                </c:pt>
                <c:pt idx="1015">
                  <c:v>3</c:v>
                </c:pt>
                <c:pt idx="1016">
                  <c:v>12</c:v>
                </c:pt>
                <c:pt idx="1017">
                  <c:v>2</c:v>
                </c:pt>
                <c:pt idx="1018">
                  <c:v>1</c:v>
                </c:pt>
                <c:pt idx="1019">
                  <c:v>10</c:v>
                </c:pt>
                <c:pt idx="1020">
                  <c:v>12</c:v>
                </c:pt>
                <c:pt idx="1021">
                  <c:v>3</c:v>
                </c:pt>
                <c:pt idx="1022">
                  <c:v>2</c:v>
                </c:pt>
                <c:pt idx="1023">
                  <c:v>4</c:v>
                </c:pt>
                <c:pt idx="1024">
                  <c:v>6</c:v>
                </c:pt>
                <c:pt idx="1025">
                  <c:v>1</c:v>
                </c:pt>
                <c:pt idx="1026">
                  <c:v>6</c:v>
                </c:pt>
                <c:pt idx="1027">
                  <c:v>5</c:v>
                </c:pt>
                <c:pt idx="1028">
                  <c:v>11</c:v>
                </c:pt>
                <c:pt idx="1029">
                  <c:v>18</c:v>
                </c:pt>
                <c:pt idx="1030">
                  <c:v>0</c:v>
                </c:pt>
                <c:pt idx="1031">
                  <c:v>3</c:v>
                </c:pt>
                <c:pt idx="1032">
                  <c:v>6</c:v>
                </c:pt>
                <c:pt idx="1033">
                  <c:v>7</c:v>
                </c:pt>
                <c:pt idx="1034">
                  <c:v>6</c:v>
                </c:pt>
                <c:pt idx="1035">
                  <c:v>7</c:v>
                </c:pt>
                <c:pt idx="1036">
                  <c:v>7</c:v>
                </c:pt>
                <c:pt idx="1037">
                  <c:v>3</c:v>
                </c:pt>
                <c:pt idx="1038">
                  <c:v>0</c:v>
                </c:pt>
                <c:pt idx="1039">
                  <c:v>5</c:v>
                </c:pt>
                <c:pt idx="1040">
                  <c:v>5</c:v>
                </c:pt>
                <c:pt idx="1041">
                  <c:v>1</c:v>
                </c:pt>
                <c:pt idx="1042">
                  <c:v>0</c:v>
                </c:pt>
                <c:pt idx="1043">
                  <c:v>0</c:v>
                </c:pt>
                <c:pt idx="1044">
                  <c:v>14</c:v>
                </c:pt>
                <c:pt idx="1045">
                  <c:v>7</c:v>
                </c:pt>
                <c:pt idx="1046">
                  <c:v>1</c:v>
                </c:pt>
                <c:pt idx="1047">
                  <c:v>9</c:v>
                </c:pt>
                <c:pt idx="1048">
                  <c:v>4</c:v>
                </c:pt>
                <c:pt idx="1049">
                  <c:v>1</c:v>
                </c:pt>
                <c:pt idx="1050">
                  <c:v>1</c:v>
                </c:pt>
                <c:pt idx="1051">
                  <c:v>10</c:v>
                </c:pt>
                <c:pt idx="1052">
                  <c:v>15</c:v>
                </c:pt>
                <c:pt idx="1053">
                  <c:v>4</c:v>
                </c:pt>
                <c:pt idx="1054">
                  <c:v>1</c:v>
                </c:pt>
                <c:pt idx="1055">
                  <c:v>9</c:v>
                </c:pt>
                <c:pt idx="1056">
                  <c:v>6</c:v>
                </c:pt>
                <c:pt idx="1057">
                  <c:v>5</c:v>
                </c:pt>
                <c:pt idx="1058">
                  <c:v>7</c:v>
                </c:pt>
                <c:pt idx="1059">
                  <c:v>15</c:v>
                </c:pt>
                <c:pt idx="1060">
                  <c:v>29</c:v>
                </c:pt>
                <c:pt idx="1061">
                  <c:v>13</c:v>
                </c:pt>
                <c:pt idx="1062">
                  <c:v>6</c:v>
                </c:pt>
                <c:pt idx="1063">
                  <c:v>3</c:v>
                </c:pt>
                <c:pt idx="1064">
                  <c:v>1</c:v>
                </c:pt>
                <c:pt idx="1065">
                  <c:v>1</c:v>
                </c:pt>
                <c:pt idx="1066">
                  <c:v>2</c:v>
                </c:pt>
                <c:pt idx="1067">
                  <c:v>1</c:v>
                </c:pt>
                <c:pt idx="1068">
                  <c:v>4</c:v>
                </c:pt>
                <c:pt idx="1069">
                  <c:v>6</c:v>
                </c:pt>
                <c:pt idx="1070">
                  <c:v>2</c:v>
                </c:pt>
                <c:pt idx="1071">
                  <c:v>8</c:v>
                </c:pt>
                <c:pt idx="1072">
                  <c:v>5</c:v>
                </c:pt>
                <c:pt idx="1073">
                  <c:v>6</c:v>
                </c:pt>
                <c:pt idx="1074">
                  <c:v>9</c:v>
                </c:pt>
                <c:pt idx="1075">
                  <c:v>3</c:v>
                </c:pt>
                <c:pt idx="1076">
                  <c:v>12</c:v>
                </c:pt>
                <c:pt idx="1077">
                  <c:v>3</c:v>
                </c:pt>
                <c:pt idx="1078">
                  <c:v>1</c:v>
                </c:pt>
                <c:pt idx="1079">
                  <c:v>3</c:v>
                </c:pt>
                <c:pt idx="1080">
                  <c:v>12</c:v>
                </c:pt>
                <c:pt idx="1081">
                  <c:v>6</c:v>
                </c:pt>
                <c:pt idx="1082">
                  <c:v>36</c:v>
                </c:pt>
                <c:pt idx="1083">
                  <c:v>3</c:v>
                </c:pt>
                <c:pt idx="1084">
                  <c:v>9</c:v>
                </c:pt>
                <c:pt idx="1085">
                  <c:v>9</c:v>
                </c:pt>
                <c:pt idx="1086">
                  <c:v>3</c:v>
                </c:pt>
                <c:pt idx="1087">
                  <c:v>12</c:v>
                </c:pt>
                <c:pt idx="1088">
                  <c:v>8</c:v>
                </c:pt>
                <c:pt idx="1089">
                  <c:v>12</c:v>
                </c:pt>
                <c:pt idx="1090">
                  <c:v>10</c:v>
                </c:pt>
                <c:pt idx="1091">
                  <c:v>34</c:v>
                </c:pt>
                <c:pt idx="1092">
                  <c:v>9</c:v>
                </c:pt>
                <c:pt idx="1093">
                  <c:v>5</c:v>
                </c:pt>
                <c:pt idx="1094">
                  <c:v>1</c:v>
                </c:pt>
                <c:pt idx="1095">
                  <c:v>2</c:v>
                </c:pt>
                <c:pt idx="1096">
                  <c:v>12</c:v>
                </c:pt>
                <c:pt idx="1097">
                  <c:v>7</c:v>
                </c:pt>
                <c:pt idx="1098">
                  <c:v>0</c:v>
                </c:pt>
                <c:pt idx="1099">
                  <c:v>0</c:v>
                </c:pt>
                <c:pt idx="1100">
                  <c:v>3</c:v>
                </c:pt>
                <c:pt idx="1101">
                  <c:v>5</c:v>
                </c:pt>
                <c:pt idx="1102">
                  <c:v>3</c:v>
                </c:pt>
                <c:pt idx="1103">
                  <c:v>1</c:v>
                </c:pt>
                <c:pt idx="1104">
                  <c:v>7</c:v>
                </c:pt>
                <c:pt idx="1105">
                  <c:v>1</c:v>
                </c:pt>
                <c:pt idx="1106">
                  <c:v>1</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4</c:v>
                </c:pt>
                <c:pt idx="1130">
                  <c:v>1</c:v>
                </c:pt>
                <c:pt idx="1131">
                  <c:v>1</c:v>
                </c:pt>
                <c:pt idx="1132">
                  <c:v>0</c:v>
                </c:pt>
                <c:pt idx="1133">
                  <c:v>1</c:v>
                </c:pt>
                <c:pt idx="1134">
                  <c:v>4</c:v>
                </c:pt>
                <c:pt idx="1135">
                  <c:v>0</c:v>
                </c:pt>
                <c:pt idx="1136">
                  <c:v>1</c:v>
                </c:pt>
                <c:pt idx="1137">
                  <c:v>1</c:v>
                </c:pt>
                <c:pt idx="1138">
                  <c:v>4</c:v>
                </c:pt>
                <c:pt idx="1139">
                  <c:v>4</c:v>
                </c:pt>
                <c:pt idx="1140">
                  <c:v>4</c:v>
                </c:pt>
                <c:pt idx="1141">
                  <c:v>5</c:v>
                </c:pt>
                <c:pt idx="1142">
                  <c:v>1</c:v>
                </c:pt>
                <c:pt idx="1143">
                  <c:v>3</c:v>
                </c:pt>
                <c:pt idx="1144">
                  <c:v>5</c:v>
                </c:pt>
                <c:pt idx="1145">
                  <c:v>0</c:v>
                </c:pt>
                <c:pt idx="1146">
                  <c:v>2</c:v>
                </c:pt>
                <c:pt idx="1147">
                  <c:v>6</c:v>
                </c:pt>
                <c:pt idx="1148">
                  <c:v>5</c:v>
                </c:pt>
                <c:pt idx="1149">
                  <c:v>7</c:v>
                </c:pt>
                <c:pt idx="1150">
                  <c:v>22</c:v>
                </c:pt>
                <c:pt idx="1151">
                  <c:v>15</c:v>
                </c:pt>
                <c:pt idx="1152">
                  <c:v>13</c:v>
                </c:pt>
                <c:pt idx="1153">
                  <c:v>46</c:v>
                </c:pt>
                <c:pt idx="1154">
                  <c:v>1</c:v>
                </c:pt>
                <c:pt idx="1155">
                  <c:v>0</c:v>
                </c:pt>
                <c:pt idx="1156">
                  <c:v>8</c:v>
                </c:pt>
                <c:pt idx="1157">
                  <c:v>2</c:v>
                </c:pt>
                <c:pt idx="1158">
                  <c:v>3</c:v>
                </c:pt>
                <c:pt idx="1159">
                  <c:v>1</c:v>
                </c:pt>
                <c:pt idx="1160">
                  <c:v>5</c:v>
                </c:pt>
                <c:pt idx="1161">
                  <c:v>6</c:v>
                </c:pt>
                <c:pt idx="1162">
                  <c:v>13</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7</c:v>
                </c:pt>
                <c:pt idx="1181">
                  <c:v>3</c:v>
                </c:pt>
                <c:pt idx="1182">
                  <c:v>9</c:v>
                </c:pt>
                <c:pt idx="1183">
                  <c:v>4</c:v>
                </c:pt>
                <c:pt idx="1184">
                  <c:v>10</c:v>
                </c:pt>
                <c:pt idx="1185">
                  <c:v>0</c:v>
                </c:pt>
                <c:pt idx="1186">
                  <c:v>1</c:v>
                </c:pt>
                <c:pt idx="1187">
                  <c:v>1</c:v>
                </c:pt>
                <c:pt idx="1188">
                  <c:v>13</c:v>
                </c:pt>
                <c:pt idx="1189">
                  <c:v>12</c:v>
                </c:pt>
                <c:pt idx="1190">
                  <c:v>0</c:v>
                </c:pt>
                <c:pt idx="1191">
                  <c:v>26</c:v>
                </c:pt>
                <c:pt idx="1192">
                  <c:v>10</c:v>
                </c:pt>
                <c:pt idx="1193">
                  <c:v>11</c:v>
                </c:pt>
                <c:pt idx="1194">
                  <c:v>2</c:v>
                </c:pt>
                <c:pt idx="1195">
                  <c:v>2</c:v>
                </c:pt>
                <c:pt idx="1196">
                  <c:v>12</c:v>
                </c:pt>
                <c:pt idx="1197">
                  <c:v>0</c:v>
                </c:pt>
                <c:pt idx="1198">
                  <c:v>2</c:v>
                </c:pt>
                <c:pt idx="1199">
                  <c:v>5</c:v>
                </c:pt>
                <c:pt idx="1200">
                  <c:v>3</c:v>
                </c:pt>
                <c:pt idx="1201">
                  <c:v>13</c:v>
                </c:pt>
                <c:pt idx="1202">
                  <c:v>1</c:v>
                </c:pt>
                <c:pt idx="1203">
                  <c:v>0</c:v>
                </c:pt>
                <c:pt idx="1204">
                  <c:v>2</c:v>
                </c:pt>
                <c:pt idx="1205">
                  <c:v>1</c:v>
                </c:pt>
                <c:pt idx="1206">
                  <c:v>12</c:v>
                </c:pt>
                <c:pt idx="1207">
                  <c:v>2</c:v>
                </c:pt>
                <c:pt idx="1208">
                  <c:v>6</c:v>
                </c:pt>
                <c:pt idx="1209">
                  <c:v>2</c:v>
                </c:pt>
                <c:pt idx="1210">
                  <c:v>2</c:v>
                </c:pt>
                <c:pt idx="1211">
                  <c:v>5</c:v>
                </c:pt>
                <c:pt idx="1212">
                  <c:v>1</c:v>
                </c:pt>
                <c:pt idx="1213">
                  <c:v>1</c:v>
                </c:pt>
                <c:pt idx="1214">
                  <c:v>1</c:v>
                </c:pt>
                <c:pt idx="1215">
                  <c:v>7</c:v>
                </c:pt>
                <c:pt idx="1216">
                  <c:v>1</c:v>
                </c:pt>
                <c:pt idx="1217">
                  <c:v>2</c:v>
                </c:pt>
                <c:pt idx="1218">
                  <c:v>6</c:v>
                </c:pt>
                <c:pt idx="1219">
                  <c:v>29</c:v>
                </c:pt>
                <c:pt idx="1220">
                  <c:v>22</c:v>
                </c:pt>
                <c:pt idx="1221">
                  <c:v>3</c:v>
                </c:pt>
                <c:pt idx="1222">
                  <c:v>4</c:v>
                </c:pt>
                <c:pt idx="1223">
                  <c:v>2</c:v>
                </c:pt>
                <c:pt idx="1224">
                  <c:v>1</c:v>
                </c:pt>
                <c:pt idx="1225">
                  <c:v>39</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31</c:v>
                </c:pt>
                <c:pt idx="1239">
                  <c:v>26</c:v>
                </c:pt>
                <c:pt idx="1240">
                  <c:v>4</c:v>
                </c:pt>
                <c:pt idx="1241">
                  <c:v>4</c:v>
                </c:pt>
                <c:pt idx="1242">
                  <c:v>1</c:v>
                </c:pt>
                <c:pt idx="1243">
                  <c:v>2</c:v>
                </c:pt>
                <c:pt idx="1244">
                  <c:v>1</c:v>
                </c:pt>
                <c:pt idx="1245">
                  <c:v>0</c:v>
                </c:pt>
                <c:pt idx="1246">
                  <c:v>3</c:v>
                </c:pt>
                <c:pt idx="1247">
                  <c:v>2</c:v>
                </c:pt>
                <c:pt idx="1248">
                  <c:v>0</c:v>
                </c:pt>
                <c:pt idx="1249">
                  <c:v>0</c:v>
                </c:pt>
                <c:pt idx="1250">
                  <c:v>7</c:v>
                </c:pt>
                <c:pt idx="1251">
                  <c:v>14</c:v>
                </c:pt>
                <c:pt idx="1252">
                  <c:v>6</c:v>
                </c:pt>
                <c:pt idx="1253">
                  <c:v>1</c:v>
                </c:pt>
                <c:pt idx="1254">
                  <c:v>2</c:v>
                </c:pt>
                <c:pt idx="1255">
                  <c:v>1</c:v>
                </c:pt>
                <c:pt idx="1256">
                  <c:v>0</c:v>
                </c:pt>
                <c:pt idx="1257">
                  <c:v>11</c:v>
                </c:pt>
                <c:pt idx="1258">
                  <c:v>4</c:v>
                </c:pt>
                <c:pt idx="1259">
                  <c:v>26</c:v>
                </c:pt>
                <c:pt idx="1260">
                  <c:v>5</c:v>
                </c:pt>
                <c:pt idx="1261">
                  <c:v>3</c:v>
                </c:pt>
                <c:pt idx="1262">
                  <c:v>1</c:v>
                </c:pt>
                <c:pt idx="1263">
                  <c:v>1</c:v>
                </c:pt>
                <c:pt idx="1264">
                  <c:v>1</c:v>
                </c:pt>
                <c:pt idx="1265">
                  <c:v>6</c:v>
                </c:pt>
                <c:pt idx="1266">
                  <c:v>3</c:v>
                </c:pt>
                <c:pt idx="1267">
                  <c:v>2</c:v>
                </c:pt>
                <c:pt idx="1268">
                  <c:v>0</c:v>
                </c:pt>
                <c:pt idx="1269">
                  <c:v>6</c:v>
                </c:pt>
                <c:pt idx="1270">
                  <c:v>5</c:v>
                </c:pt>
                <c:pt idx="1271">
                  <c:v>20</c:v>
                </c:pt>
                <c:pt idx="1272">
                  <c:v>20</c:v>
                </c:pt>
                <c:pt idx="1273">
                  <c:v>2</c:v>
                </c:pt>
                <c:pt idx="1274">
                  <c:v>4</c:v>
                </c:pt>
                <c:pt idx="1275">
                  <c:v>0</c:v>
                </c:pt>
                <c:pt idx="1276">
                  <c:v>5</c:v>
                </c:pt>
                <c:pt idx="1277">
                  <c:v>1</c:v>
                </c:pt>
                <c:pt idx="1278">
                  <c:v>2</c:v>
                </c:pt>
                <c:pt idx="1279">
                  <c:v>2</c:v>
                </c:pt>
                <c:pt idx="1280">
                  <c:v>2</c:v>
                </c:pt>
                <c:pt idx="1281">
                  <c:v>11</c:v>
                </c:pt>
              </c:numCache>
            </c:numRef>
          </c:yVal>
        </c:ser>
        <c:ser>
          <c:idx val="1"/>
          <c:order val="1"/>
          <c:tx>
            <c:v>После очистки</c:v>
          </c:tx>
          <c:spPr>
            <ns1:solidFill>
              <ns1:srgbClr val="277978"/>
            </ns1:solidFill>
            <ns1:ln w="14288">
              <ns1:solidFill>
                <ns1:srgbClr val="277978"/>
              </ns1:solidFill>
            </ns1:ln>
          </c:spPr>
          <c:marker>
            <c:symbol val="none"/>
          </c:marker>
          <c:xVal>
            <c:numRef>
              <c:f>'Chart Data'!$C$2:$C$1283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Data'!$D$2:$D$1283</c:f>
              <c:numCache>
                <c:formatCode>0</c:formatCode>
                <c:ptCount val="1282"/>
                <c:pt idx="0">
                  <c:v>55</c:v>
                </c:pt>
                <c:pt idx="1">
                  <c:v>15</c:v>
                </c:pt>
                <c:pt idx="2">
                  <c:v>1</c:v>
                </c:pt>
                <c:pt idx="3">
                  <c:v>1</c:v>
                </c:pt>
                <c:pt idx="4">
                  <c:v>6</c:v>
                </c:pt>
                <c:pt idx="5">
                  <c:v>2</c:v>
                </c:pt>
                <c:pt idx="6">
                  <c:v>11</c:v>
                </c:pt>
                <c:pt idx="7">
                  <c:v>23</c:v>
                </c:pt>
                <c:pt idx="8">
                  <c:v>3</c:v>
                </c:pt>
                <c:pt idx="9">
                  <c:v>4</c:v>
                </c:pt>
                <c:pt idx="10">
                  <c:v>6</c:v>
                </c:pt>
                <c:pt idx="11">
                  <c:v>12</c:v>
                </c:pt>
                <c:pt idx="12">
                  <c:v>8</c:v>
                </c:pt>
                <c:pt idx="13">
                  <c:v>18</c:v>
                </c:pt>
                <c:pt idx="14">
                  <c:v>14</c:v>
                </c:pt>
                <c:pt idx="15">
                  <c:v>6</c:v>
                </c:pt>
                <c:pt idx="16">
                  <c:v>9</c:v>
                </c:pt>
                <c:pt idx="17">
                  <c:v>22</c:v>
                </c:pt>
                <c:pt idx="18">
                  <c:v>11</c:v>
                </c:pt>
                <c:pt idx="19">
                  <c:v>13</c:v>
                </c:pt>
                <c:pt idx="20">
                  <c:v>8</c:v>
                </c:pt>
                <c:pt idx="21">
                  <c:v>4</c:v>
                </c:pt>
                <c:pt idx="22">
                  <c:v>6</c:v>
                </c:pt>
                <c:pt idx="23">
                  <c:v>5</c:v>
                </c:pt>
                <c:pt idx="24">
                  <c:v>8</c:v>
                </c:pt>
                <c:pt idx="25">
                  <c:v>23</c:v>
                </c:pt>
                <c:pt idx="26">
                  <c:v>14</c:v>
                </c:pt>
                <c:pt idx="27">
                  <c:v>4</c:v>
                </c:pt>
                <c:pt idx="28">
                  <c:v>18</c:v>
                </c:pt>
                <c:pt idx="29">
                  <c:v>11</c:v>
                </c:pt>
                <c:pt idx="30">
                  <c:v>12</c:v>
                </c:pt>
                <c:pt idx="31">
                  <c:v>11</c:v>
                </c:pt>
                <c:pt idx="32">
                  <c:v>87</c:v>
                </c:pt>
                <c:pt idx="33">
                  <c:v>19</c:v>
                </c:pt>
                <c:pt idx="34">
                  <c:v>9</c:v>
                </c:pt>
                <c:pt idx="35">
                  <c:v>8</c:v>
                </c:pt>
                <c:pt idx="36">
                  <c:v>3</c:v>
                </c:pt>
                <c:pt idx="37">
                  <c:v>11</c:v>
                </c:pt>
                <c:pt idx="38">
                  <c:v>3</c:v>
                </c:pt>
                <c:pt idx="39">
                  <c:v>5</c:v>
                </c:pt>
                <c:pt idx="40">
                  <c:v>2</c:v>
                </c:pt>
                <c:pt idx="41">
                  <c:v>6</c:v>
                </c:pt>
                <c:pt idx="42">
                  <c:v>12</c:v>
                </c:pt>
                <c:pt idx="43">
                  <c:v>4</c:v>
                </c:pt>
                <c:pt idx="44">
                  <c:v>22</c:v>
                </c:pt>
                <c:pt idx="45">
                  <c:v>9</c:v>
                </c:pt>
                <c:pt idx="46">
                  <c:v>2</c:v>
                </c:pt>
                <c:pt idx="47">
                  <c:v>5</c:v>
                </c:pt>
                <c:pt idx="48">
                  <c:v>4</c:v>
                </c:pt>
                <c:pt idx="49">
                  <c:v>7</c:v>
                </c:pt>
                <c:pt idx="50">
                  <c:v>77</c:v>
                </c:pt>
                <c:pt idx="51">
                  <c:v>64</c:v>
                </c:pt>
                <c:pt idx="52">
                  <c:v>5</c:v>
                </c:pt>
                <c:pt idx="53">
                  <c:v>10</c:v>
                </c:pt>
                <c:pt idx="54">
                  <c:v>2</c:v>
                </c:pt>
                <c:pt idx="55">
                  <c:v>17</c:v>
                </c:pt>
                <c:pt idx="56">
                  <c:v>9</c:v>
                </c:pt>
                <c:pt idx="57">
                  <c:v>14</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4</c:v>
                </c:pt>
                <c:pt idx="77">
                  <c:v>2</c:v>
                </c:pt>
                <c:pt idx="78">
                  <c:v>13</c:v>
                </c:pt>
                <c:pt idx="79">
                  <c:v>32</c:v>
                </c:pt>
                <c:pt idx="80">
                  <c:v>14</c:v>
                </c:pt>
                <c:pt idx="81">
                  <c:v>40</c:v>
                </c:pt>
                <c:pt idx="82">
                  <c:v>3</c:v>
                </c:pt>
                <c:pt idx="83">
                  <c:v>2</c:v>
                </c:pt>
                <c:pt idx="84">
                  <c:v>7</c:v>
                </c:pt>
                <c:pt idx="85">
                  <c:v>6</c:v>
                </c:pt>
                <c:pt idx="86">
                  <c:v>8</c:v>
                </c:pt>
                <c:pt idx="87">
                  <c:v>11</c:v>
                </c:pt>
                <c:pt idx="88">
                  <c:v>13</c:v>
                </c:pt>
                <c:pt idx="89">
                  <c:v>33</c:v>
                </c:pt>
                <c:pt idx="90">
                  <c:v>6</c:v>
                </c:pt>
                <c:pt idx="91">
                  <c:v>4</c:v>
                </c:pt>
                <c:pt idx="92">
                  <c:v>17</c:v>
                </c:pt>
                <c:pt idx="93">
                  <c:v>1</c:v>
                </c:pt>
                <c:pt idx="94">
                  <c:v>32</c:v>
                </c:pt>
                <c:pt idx="95">
                  <c:v>14</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21</c:v>
                </c:pt>
                <c:pt idx="114">
                  <c:v>47</c:v>
                </c:pt>
                <c:pt idx="115">
                  <c:v>36</c:v>
                </c:pt>
                <c:pt idx="116">
                  <c:v>2</c:v>
                </c:pt>
                <c:pt idx="117">
                  <c:v>3</c:v>
                </c:pt>
                <c:pt idx="118">
                  <c:v>12</c:v>
                </c:pt>
                <c:pt idx="119">
                  <c:v>14</c:v>
                </c:pt>
                <c:pt idx="120">
                  <c:v>39</c:v>
                </c:pt>
                <c:pt idx="121">
                  <c:v>3</c:v>
                </c:pt>
                <c:pt idx="122">
                  <c:v>17</c:v>
                </c:pt>
                <c:pt idx="123">
                  <c:v>13</c:v>
                </c:pt>
                <c:pt idx="124">
                  <c:v>13</c:v>
                </c:pt>
                <c:pt idx="125">
                  <c:v>10</c:v>
                </c:pt>
                <c:pt idx="126">
                  <c:v>6</c:v>
                </c:pt>
                <c:pt idx="127">
                  <c:v>6</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12</c:v>
                </c:pt>
                <c:pt idx="144">
                  <c:v>5</c:v>
                </c:pt>
                <c:pt idx="145">
                  <c:v>6</c:v>
                </c:pt>
                <c:pt idx="146">
                  <c:v>8</c:v>
                </c:pt>
                <c:pt idx="147">
                  <c:v>3</c:v>
                </c:pt>
                <c:pt idx="148">
                  <c:v>9</c:v>
                </c:pt>
                <c:pt idx="149">
                  <c:v>7</c:v>
                </c:pt>
                <c:pt idx="150">
                  <c:v>3</c:v>
                </c:pt>
                <c:pt idx="151">
                  <c:v>12</c:v>
                </c:pt>
                <c:pt idx="152">
                  <c:v>11</c:v>
                </c:pt>
                <c:pt idx="153">
                  <c:v>12</c:v>
                </c:pt>
                <c:pt idx="154">
                  <c:v>2</c:v>
                </c:pt>
                <c:pt idx="155">
                  <c:v>5</c:v>
                </c:pt>
                <c:pt idx="156">
                  <c:v>5</c:v>
                </c:pt>
                <c:pt idx="157">
                  <c:v>4</c:v>
                </c:pt>
                <c:pt idx="158">
                  <c:v>36</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6</c:v>
                </c:pt>
                <c:pt idx="173">
                  <c:v>10</c:v>
                </c:pt>
                <c:pt idx="174">
                  <c:v>6</c:v>
                </c:pt>
                <c:pt idx="175">
                  <c:v>17</c:v>
                </c:pt>
                <c:pt idx="176">
                  <c:v>9</c:v>
                </c:pt>
                <c:pt idx="177">
                  <c:v>7</c:v>
                </c:pt>
                <c:pt idx="178">
                  <c:v>9</c:v>
                </c:pt>
                <c:pt idx="179">
                  <c:v>6</c:v>
                </c:pt>
                <c:pt idx="180">
                  <c:v>15</c:v>
                </c:pt>
                <c:pt idx="181">
                  <c:v>39</c:v>
                </c:pt>
                <c:pt idx="182">
                  <c:v>7</c:v>
                </c:pt>
                <c:pt idx="183">
                  <c:v>2</c:v>
                </c:pt>
                <c:pt idx="184">
                  <c:v>3</c:v>
                </c:pt>
                <c:pt idx="185">
                  <c:v>7</c:v>
                </c:pt>
                <c:pt idx="186">
                  <c:v>10</c:v>
                </c:pt>
                <c:pt idx="187">
                  <c:v>33</c:v>
                </c:pt>
                <c:pt idx="188">
                  <c:v>14</c:v>
                </c:pt>
                <c:pt idx="189">
                  <c:v>26</c:v>
                </c:pt>
                <c:pt idx="190">
                  <c:v>28</c:v>
                </c:pt>
                <c:pt idx="191">
                  <c:v>12</c:v>
                </c:pt>
                <c:pt idx="192">
                  <c:v>3</c:v>
                </c:pt>
                <c:pt idx="193">
                  <c:v>7</c:v>
                </c:pt>
                <c:pt idx="194">
                  <c:v>2</c:v>
                </c:pt>
                <c:pt idx="195">
                  <c:v>7</c:v>
                </c:pt>
                <c:pt idx="196">
                  <c:v>2</c:v>
                </c:pt>
                <c:pt idx="197">
                  <c:v>13</c:v>
                </c:pt>
                <c:pt idx="198">
                  <c:v>42</c:v>
                </c:pt>
                <c:pt idx="199">
                  <c:v>18</c:v>
                </c:pt>
                <c:pt idx="200">
                  <c:v>9</c:v>
                </c:pt>
                <c:pt idx="201">
                  <c:v>9</c:v>
                </c:pt>
                <c:pt idx="202">
                  <c:v>15</c:v>
                </c:pt>
                <c:pt idx="203">
                  <c:v>2</c:v>
                </c:pt>
                <c:pt idx="204">
                  <c:v>4</c:v>
                </c:pt>
                <c:pt idx="205">
                  <c:v>5</c:v>
                </c:pt>
                <c:pt idx="206">
                  <c:v>8</c:v>
                </c:pt>
                <c:pt idx="207">
                  <c:v>15</c:v>
                </c:pt>
                <c:pt idx="208">
                  <c:v>2</c:v>
                </c:pt>
                <c:pt idx="209">
                  <c:v>7</c:v>
                </c:pt>
                <c:pt idx="210">
                  <c:v>2</c:v>
                </c:pt>
                <c:pt idx="211">
                  <c:v>4</c:v>
                </c:pt>
                <c:pt idx="212">
                  <c:v>12</c:v>
                </c:pt>
                <c:pt idx="213">
                  <c:v>43</c:v>
                </c:pt>
                <c:pt idx="214">
                  <c:v>10</c:v>
                </c:pt>
                <c:pt idx="215">
                  <c:v>10</c:v>
                </c:pt>
                <c:pt idx="216">
                  <c:v>10</c:v>
                </c:pt>
                <c:pt idx="217">
                  <c:v>4</c:v>
                </c:pt>
                <c:pt idx="218">
                  <c:v>24</c:v>
                </c:pt>
                <c:pt idx="219">
                  <c:v>7</c:v>
                </c:pt>
                <c:pt idx="220">
                  <c:v>3</c:v>
                </c:pt>
                <c:pt idx="221">
                  <c:v>9</c:v>
                </c:pt>
                <c:pt idx="222">
                  <c:v>3</c:v>
                </c:pt>
                <c:pt idx="223">
                  <c:v>3</c:v>
                </c:pt>
                <c:pt idx="224">
                  <c:v>5</c:v>
                </c:pt>
                <c:pt idx="225">
                  <c:v>3</c:v>
                </c:pt>
                <c:pt idx="226">
                  <c:v>44</c:v>
                </c:pt>
                <c:pt idx="227">
                  <c:v>8</c:v>
                </c:pt>
                <c:pt idx="228">
                  <c:v>2</c:v>
                </c:pt>
                <c:pt idx="229">
                  <c:v>4</c:v>
                </c:pt>
                <c:pt idx="230">
                  <c:v>8</c:v>
                </c:pt>
                <c:pt idx="231">
                  <c:v>7</c:v>
                </c:pt>
                <c:pt idx="232">
                  <c:v>18</c:v>
                </c:pt>
                <c:pt idx="233">
                  <c:v>7</c:v>
                </c:pt>
                <c:pt idx="234">
                  <c:v>1</c:v>
                </c:pt>
                <c:pt idx="235">
                  <c:v>8</c:v>
                </c:pt>
                <c:pt idx="236">
                  <c:v>16</c:v>
                </c:pt>
                <c:pt idx="237">
                  <c:v>29</c:v>
                </c:pt>
                <c:pt idx="238">
                  <c:v>59</c:v>
                </c:pt>
                <c:pt idx="239">
                  <c:v>27</c:v>
                </c:pt>
                <c:pt idx="240">
                  <c:v>31</c:v>
                </c:pt>
                <c:pt idx="241">
                  <c:v>4</c:v>
                </c:pt>
                <c:pt idx="242">
                  <c:v>4</c:v>
                </c:pt>
                <c:pt idx="243">
                  <c:v>1</c:v>
                </c:pt>
                <c:pt idx="244">
                  <c:v>9</c:v>
                </c:pt>
                <c:pt idx="245">
                  <c:v>1</c:v>
                </c:pt>
                <c:pt idx="246">
                  <c:v>2</c:v>
                </c:pt>
                <c:pt idx="247">
                  <c:v>2</c:v>
                </c:pt>
                <c:pt idx="248">
                  <c:v>2</c:v>
                </c:pt>
                <c:pt idx="249">
                  <c:v>0</c:v>
                </c:pt>
                <c:pt idx="250">
                  <c:v>12</c:v>
                </c:pt>
                <c:pt idx="251">
                  <c:v>2</c:v>
                </c:pt>
                <c:pt idx="252">
                  <c:v>6</c:v>
                </c:pt>
                <c:pt idx="253">
                  <c:v>4</c:v>
                </c:pt>
                <c:pt idx="254">
                  <c:v>4</c:v>
                </c:pt>
                <c:pt idx="255">
                  <c:v>6</c:v>
                </c:pt>
                <c:pt idx="256">
                  <c:v>4</c:v>
                </c:pt>
                <c:pt idx="257">
                  <c:v>19</c:v>
                </c:pt>
                <c:pt idx="258">
                  <c:v>4</c:v>
                </c:pt>
                <c:pt idx="259">
                  <c:v>4</c:v>
                </c:pt>
                <c:pt idx="260">
                  <c:v>7</c:v>
                </c:pt>
                <c:pt idx="261">
                  <c:v>9</c:v>
                </c:pt>
                <c:pt idx="262">
                  <c:v>2</c:v>
                </c:pt>
                <c:pt idx="263">
                  <c:v>2</c:v>
                </c:pt>
                <c:pt idx="264">
                  <c:v>8</c:v>
                </c:pt>
                <c:pt idx="265">
                  <c:v>7</c:v>
                </c:pt>
                <c:pt idx="266">
                  <c:v>7</c:v>
                </c:pt>
                <c:pt idx="267">
                  <c:v>5</c:v>
                </c:pt>
                <c:pt idx="268">
                  <c:v>4</c:v>
                </c:pt>
                <c:pt idx="269">
                  <c:v>10</c:v>
                </c:pt>
                <c:pt idx="270">
                  <c:v>5</c:v>
                </c:pt>
                <c:pt idx="271">
                  <c:v>15</c:v>
                </c:pt>
                <c:pt idx="272">
                  <c:v>63</c:v>
                </c:pt>
                <c:pt idx="273">
                  <c:v>20</c:v>
                </c:pt>
                <c:pt idx="274">
                  <c:v>7</c:v>
                </c:pt>
                <c:pt idx="275">
                  <c:v>2</c:v>
                </c:pt>
                <c:pt idx="276">
                  <c:v>26</c:v>
                </c:pt>
                <c:pt idx="277">
                  <c:v>6</c:v>
                </c:pt>
                <c:pt idx="278">
                  <c:v>5</c:v>
                </c:pt>
                <c:pt idx="279">
                  <c:v>9</c:v>
                </c:pt>
                <c:pt idx="280">
                  <c:v>6</c:v>
                </c:pt>
                <c:pt idx="281">
                  <c:v>5</c:v>
                </c:pt>
                <c:pt idx="282">
                  <c:v>0</c:v>
                </c:pt>
                <c:pt idx="283">
                  <c:v>1</c:v>
                </c:pt>
                <c:pt idx="284">
                  <c:v>17</c:v>
                </c:pt>
                <c:pt idx="285">
                  <c:v>1</c:v>
                </c:pt>
                <c:pt idx="286">
                  <c:v>2</c:v>
                </c:pt>
                <c:pt idx="287">
                  <c:v>2</c:v>
                </c:pt>
                <c:pt idx="288">
                  <c:v>1</c:v>
                </c:pt>
                <c:pt idx="289">
                  <c:v>11</c:v>
                </c:pt>
                <c:pt idx="290">
                  <c:v>13</c:v>
                </c:pt>
                <c:pt idx="291">
                  <c:v>8</c:v>
                </c:pt>
                <c:pt idx="292">
                  <c:v>65</c:v>
                </c:pt>
                <c:pt idx="293">
                  <c:v>32</c:v>
                </c:pt>
                <c:pt idx="294">
                  <c:v>10</c:v>
                </c:pt>
                <c:pt idx="295">
                  <c:v>33</c:v>
                </c:pt>
                <c:pt idx="296">
                  <c:v>0</c:v>
                </c:pt>
                <c:pt idx="297">
                  <c:v>125</c:v>
                </c:pt>
                <c:pt idx="298">
                  <c:v>11</c:v>
                </c:pt>
                <c:pt idx="299">
                  <c:v>2</c:v>
                </c:pt>
                <c:pt idx="300">
                  <c:v>7</c:v>
                </c:pt>
                <c:pt idx="301">
                  <c:v>10</c:v>
                </c:pt>
                <c:pt idx="302">
                  <c:v>4</c:v>
                </c:pt>
                <c:pt idx="303">
                  <c:v>6</c:v>
                </c:pt>
                <c:pt idx="304">
                  <c:v>2</c:v>
                </c:pt>
                <c:pt idx="305">
                  <c:v>1</c:v>
                </c:pt>
                <c:pt idx="306">
                  <c:v>1</c:v>
                </c:pt>
                <c:pt idx="307">
                  <c:v>3</c:v>
                </c:pt>
                <c:pt idx="308">
                  <c:v>0</c:v>
                </c:pt>
                <c:pt idx="309">
                  <c:v>1</c:v>
                </c:pt>
                <c:pt idx="310">
                  <c:v>18</c:v>
                </c:pt>
                <c:pt idx="311">
                  <c:v>4</c:v>
                </c:pt>
                <c:pt idx="312">
                  <c:v>6</c:v>
                </c:pt>
                <c:pt idx="313">
                  <c:v>14</c:v>
                </c:pt>
                <c:pt idx="314">
                  <c:v>78</c:v>
                </c:pt>
                <c:pt idx="315">
                  <c:v>7</c:v>
                </c:pt>
                <c:pt idx="316">
                  <c:v>18</c:v>
                </c:pt>
                <c:pt idx="317">
                  <c:v>10</c:v>
                </c:pt>
                <c:pt idx="318">
                  <c:v>7</c:v>
                </c:pt>
                <c:pt idx="319">
                  <c:v>7</c:v>
                </c:pt>
                <c:pt idx="320">
                  <c:v>3</c:v>
                </c:pt>
                <c:pt idx="321">
                  <c:v>0</c:v>
                </c:pt>
                <c:pt idx="322">
                  <c:v>0</c:v>
                </c:pt>
                <c:pt idx="323">
                  <c:v>4</c:v>
                </c:pt>
                <c:pt idx="324">
                  <c:v>15</c:v>
                </c:pt>
                <c:pt idx="325">
                  <c:v>10</c:v>
                </c:pt>
                <c:pt idx="326">
                  <c:v>22</c:v>
                </c:pt>
                <c:pt idx="327">
                  <c:v>26</c:v>
                </c:pt>
                <c:pt idx="328">
                  <c:v>11</c:v>
                </c:pt>
                <c:pt idx="329">
                  <c:v>6</c:v>
                </c:pt>
                <c:pt idx="330">
                  <c:v>9</c:v>
                </c:pt>
                <c:pt idx="331">
                  <c:v>0</c:v>
                </c:pt>
                <c:pt idx="332">
                  <c:v>2</c:v>
                </c:pt>
                <c:pt idx="333">
                  <c:v>5</c:v>
                </c:pt>
                <c:pt idx="334">
                  <c:v>0</c:v>
                </c:pt>
                <c:pt idx="335">
                  <c:v>3</c:v>
                </c:pt>
                <c:pt idx="336">
                  <c:v>23</c:v>
                </c:pt>
                <c:pt idx="337">
                  <c:v>0</c:v>
                </c:pt>
                <c:pt idx="338">
                  <c:v>2</c:v>
                </c:pt>
                <c:pt idx="339">
                  <c:v>0</c:v>
                </c:pt>
                <c:pt idx="340">
                  <c:v>1</c:v>
                </c:pt>
                <c:pt idx="341">
                  <c:v>4</c:v>
                </c:pt>
                <c:pt idx="342">
                  <c:v>3</c:v>
                </c:pt>
                <c:pt idx="343">
                  <c:v>6</c:v>
                </c:pt>
                <c:pt idx="344">
                  <c:v>26</c:v>
                </c:pt>
                <c:pt idx="345">
                  <c:v>27</c:v>
                </c:pt>
                <c:pt idx="346">
                  <c:v>12</c:v>
                </c:pt>
                <c:pt idx="347">
                  <c:v>6</c:v>
                </c:pt>
                <c:pt idx="348">
                  <c:v>19</c:v>
                </c:pt>
                <c:pt idx="349">
                  <c:v>14</c:v>
                </c:pt>
                <c:pt idx="350">
                  <c:v>28</c:v>
                </c:pt>
                <c:pt idx="351">
                  <c:v>40</c:v>
                </c:pt>
                <c:pt idx="352">
                  <c:v>13</c:v>
                </c:pt>
                <c:pt idx="353">
                  <c:v>8</c:v>
                </c:pt>
                <c:pt idx="354">
                  <c:v>5</c:v>
                </c:pt>
                <c:pt idx="355">
                  <c:v>8</c:v>
                </c:pt>
                <c:pt idx="356">
                  <c:v>27</c:v>
                </c:pt>
                <c:pt idx="357">
                  <c:v>2</c:v>
                </c:pt>
                <c:pt idx="358">
                  <c:v>3</c:v>
                </c:pt>
                <c:pt idx="359">
                  <c:v>6</c:v>
                </c:pt>
                <c:pt idx="360">
                  <c:v>3</c:v>
                </c:pt>
                <c:pt idx="361">
                  <c:v>1</c:v>
                </c:pt>
                <c:pt idx="362">
                  <c:v>0</c:v>
                </c:pt>
                <c:pt idx="363">
                  <c:v>14</c:v>
                </c:pt>
                <c:pt idx="364">
                  <c:v>4</c:v>
                </c:pt>
                <c:pt idx="365">
                  <c:v>10</c:v>
                </c:pt>
                <c:pt idx="366">
                  <c:v>13</c:v>
                </c:pt>
                <c:pt idx="367">
                  <c:v>22</c:v>
                </c:pt>
                <c:pt idx="368">
                  <c:v>21</c:v>
                </c:pt>
                <c:pt idx="369">
                  <c:v>19</c:v>
                </c:pt>
                <c:pt idx="370">
                  <c:v>13</c:v>
                </c:pt>
                <c:pt idx="371">
                  <c:v>19</c:v>
                </c:pt>
                <c:pt idx="372">
                  <c:v>19</c:v>
                </c:pt>
                <c:pt idx="373">
                  <c:v>7</c:v>
                </c:pt>
                <c:pt idx="374">
                  <c:v>7</c:v>
                </c:pt>
                <c:pt idx="375">
                  <c:v>2</c:v>
                </c:pt>
                <c:pt idx="376">
                  <c:v>1</c:v>
                </c:pt>
                <c:pt idx="377">
                  <c:v>5</c:v>
                </c:pt>
                <c:pt idx="378">
                  <c:v>14</c:v>
                </c:pt>
                <c:pt idx="379">
                  <c:v>3</c:v>
                </c:pt>
                <c:pt idx="380">
                  <c:v>1</c:v>
                </c:pt>
                <c:pt idx="381">
                  <c:v>4</c:v>
                </c:pt>
                <c:pt idx="382">
                  <c:v>28</c:v>
                </c:pt>
                <c:pt idx="383">
                  <c:v>4</c:v>
                </c:pt>
                <c:pt idx="384">
                  <c:v>12</c:v>
                </c:pt>
                <c:pt idx="385">
                  <c:v>5</c:v>
                </c:pt>
                <c:pt idx="386">
                  <c:v>12</c:v>
                </c:pt>
                <c:pt idx="387">
                  <c:v>10</c:v>
                </c:pt>
                <c:pt idx="388">
                  <c:v>22</c:v>
                </c:pt>
                <c:pt idx="389">
                  <c:v>11</c:v>
                </c:pt>
                <c:pt idx="390">
                  <c:v>1</c:v>
                </c:pt>
                <c:pt idx="391">
                  <c:v>2</c:v>
                </c:pt>
                <c:pt idx="392">
                  <c:v>8</c:v>
                </c:pt>
                <c:pt idx="393">
                  <c:v>11</c:v>
                </c:pt>
                <c:pt idx="394">
                  <c:v>18</c:v>
                </c:pt>
                <c:pt idx="395">
                  <c:v>9</c:v>
                </c:pt>
                <c:pt idx="396">
                  <c:v>21</c:v>
                </c:pt>
                <c:pt idx="397">
                  <c:v>6</c:v>
                </c:pt>
                <c:pt idx="398">
                  <c:v>4</c:v>
                </c:pt>
                <c:pt idx="399">
                  <c:v>10</c:v>
                </c:pt>
                <c:pt idx="400">
                  <c:v>5</c:v>
                </c:pt>
                <c:pt idx="401">
                  <c:v>8</c:v>
                </c:pt>
                <c:pt idx="402">
                  <c:v>3</c:v>
                </c:pt>
                <c:pt idx="403">
                  <c:v>7</c:v>
                </c:pt>
                <c:pt idx="404">
                  <c:v>6</c:v>
                </c:pt>
                <c:pt idx="405">
                  <c:v>3</c:v>
                </c:pt>
                <c:pt idx="406">
                  <c:v>0</c:v>
                </c:pt>
                <c:pt idx="407">
                  <c:v>6</c:v>
                </c:pt>
                <c:pt idx="408">
                  <c:v>16</c:v>
                </c:pt>
                <c:pt idx="409">
                  <c:v>5</c:v>
                </c:pt>
                <c:pt idx="410">
                  <c:v>5</c:v>
                </c:pt>
                <c:pt idx="411">
                  <c:v>8</c:v>
                </c:pt>
                <c:pt idx="412">
                  <c:v>19</c:v>
                </c:pt>
                <c:pt idx="413">
                  <c:v>9</c:v>
                </c:pt>
                <c:pt idx="414">
                  <c:v>4</c:v>
                </c:pt>
                <c:pt idx="415">
                  <c:v>8</c:v>
                </c:pt>
                <c:pt idx="416">
                  <c:v>7</c:v>
                </c:pt>
                <c:pt idx="417">
                  <c:v>10</c:v>
                </c:pt>
                <c:pt idx="418">
                  <c:v>18</c:v>
                </c:pt>
                <c:pt idx="419">
                  <c:v>4</c:v>
                </c:pt>
                <c:pt idx="420">
                  <c:v>5</c:v>
                </c:pt>
                <c:pt idx="421">
                  <c:v>16</c:v>
                </c:pt>
                <c:pt idx="422">
                  <c:v>24</c:v>
                </c:pt>
                <c:pt idx="423">
                  <c:v>4</c:v>
                </c:pt>
                <c:pt idx="424">
                  <c:v>4</c:v>
                </c:pt>
                <c:pt idx="425">
                  <c:v>8</c:v>
                </c:pt>
                <c:pt idx="426">
                  <c:v>0</c:v>
                </c:pt>
                <c:pt idx="427">
                  <c:v>0</c:v>
                </c:pt>
                <c:pt idx="428">
                  <c:v>3</c:v>
                </c:pt>
                <c:pt idx="429">
                  <c:v>0</c:v>
                </c:pt>
                <c:pt idx="430">
                  <c:v>1</c:v>
                </c:pt>
                <c:pt idx="431">
                  <c:v>6</c:v>
                </c:pt>
                <c:pt idx="432">
                  <c:v>13</c:v>
                </c:pt>
                <c:pt idx="433">
                  <c:v>11</c:v>
                </c:pt>
                <c:pt idx="434">
                  <c:v>7</c:v>
                </c:pt>
                <c:pt idx="435">
                  <c:v>46</c:v>
                </c:pt>
                <c:pt idx="436">
                  <c:v>3</c:v>
                </c:pt>
                <c:pt idx="437">
                  <c:v>5</c:v>
                </c:pt>
                <c:pt idx="438">
                  <c:v>9</c:v>
                </c:pt>
                <c:pt idx="439">
                  <c:v>5</c:v>
                </c:pt>
                <c:pt idx="440">
                  <c:v>7</c:v>
                </c:pt>
                <c:pt idx="441">
                  <c:v>21</c:v>
                </c:pt>
                <c:pt idx="442">
                  <c:v>12</c:v>
                </c:pt>
                <c:pt idx="443">
                  <c:v>1</c:v>
                </c:pt>
                <c:pt idx="444">
                  <c:v>3</c:v>
                </c:pt>
                <c:pt idx="445">
                  <c:v>5</c:v>
                </c:pt>
                <c:pt idx="446">
                  <c:v>25</c:v>
                </c:pt>
                <c:pt idx="447">
                  <c:v>8</c:v>
                </c:pt>
                <c:pt idx="448">
                  <c:v>1</c:v>
                </c:pt>
                <c:pt idx="449">
                  <c:v>21</c:v>
                </c:pt>
                <c:pt idx="450">
                  <c:v>17</c:v>
                </c:pt>
                <c:pt idx="451">
                  <c:v>30</c:v>
                </c:pt>
                <c:pt idx="452">
                  <c:v>28</c:v>
                </c:pt>
                <c:pt idx="453">
                  <c:v>13</c:v>
                </c:pt>
                <c:pt idx="454">
                  <c:v>7</c:v>
                </c:pt>
                <c:pt idx="455">
                  <c:v>22</c:v>
                </c:pt>
                <c:pt idx="456">
                  <c:v>10</c:v>
                </c:pt>
                <c:pt idx="457">
                  <c:v>4</c:v>
                </c:pt>
                <c:pt idx="458">
                  <c:v>1</c:v>
                </c:pt>
                <c:pt idx="459">
                  <c:v>1</c:v>
                </c:pt>
                <c:pt idx="460">
                  <c:v>1</c:v>
                </c:pt>
                <c:pt idx="461">
                  <c:v>2</c:v>
                </c:pt>
                <c:pt idx="462">
                  <c:v>5</c:v>
                </c:pt>
                <c:pt idx="463">
                  <c:v>5</c:v>
                </c:pt>
                <c:pt idx="464">
                  <c:v>14</c:v>
                </c:pt>
                <c:pt idx="465">
                  <c:v>4</c:v>
                </c:pt>
                <c:pt idx="466">
                  <c:v>9</c:v>
                </c:pt>
                <c:pt idx="467">
                  <c:v>5</c:v>
                </c:pt>
                <c:pt idx="468">
                  <c:v>16</c:v>
                </c:pt>
                <c:pt idx="469">
                  <c:v>16</c:v>
                </c:pt>
                <c:pt idx="470">
                  <c:v>26</c:v>
                </c:pt>
                <c:pt idx="471">
                  <c:v>9</c:v>
                </c:pt>
                <c:pt idx="472">
                  <c:v>7</c:v>
                </c:pt>
                <c:pt idx="473">
                  <c:v>14</c:v>
                </c:pt>
                <c:pt idx="474">
                  <c:v>4</c:v>
                </c:pt>
                <c:pt idx="475">
                  <c:v>14</c:v>
                </c:pt>
                <c:pt idx="476">
                  <c:v>3</c:v>
                </c:pt>
                <c:pt idx="477">
                  <c:v>8</c:v>
                </c:pt>
                <c:pt idx="478">
                  <c:v>8</c:v>
                </c:pt>
                <c:pt idx="479">
                  <c:v>8</c:v>
                </c:pt>
                <c:pt idx="480">
                  <c:v>12</c:v>
                </c:pt>
                <c:pt idx="481">
                  <c:v>7</c:v>
                </c:pt>
                <c:pt idx="482">
                  <c:v>13</c:v>
                </c:pt>
                <c:pt idx="483">
                  <c:v>3</c:v>
                </c:pt>
                <c:pt idx="484">
                  <c:v>10</c:v>
                </c:pt>
                <c:pt idx="485">
                  <c:v>7</c:v>
                </c:pt>
                <c:pt idx="486">
                  <c:v>4</c:v>
                </c:pt>
                <c:pt idx="487">
                  <c:v>21</c:v>
                </c:pt>
                <c:pt idx="488">
                  <c:v>5</c:v>
                </c:pt>
                <c:pt idx="489">
                  <c:v>4</c:v>
                </c:pt>
                <c:pt idx="490">
                  <c:v>20</c:v>
                </c:pt>
                <c:pt idx="491">
                  <c:v>6</c:v>
                </c:pt>
                <c:pt idx="492">
                  <c:v>8</c:v>
                </c:pt>
                <c:pt idx="493">
                  <c:v>3</c:v>
                </c:pt>
                <c:pt idx="494">
                  <c:v>7</c:v>
                </c:pt>
                <c:pt idx="495">
                  <c:v>1</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4</c:v>
                </c:pt>
                <c:pt idx="511">
                  <c:v>1</c:v>
                </c:pt>
                <c:pt idx="512">
                  <c:v>6</c:v>
                </c:pt>
                <c:pt idx="513">
                  <c:v>6</c:v>
                </c:pt>
                <c:pt idx="514">
                  <c:v>8</c:v>
                </c:pt>
                <c:pt idx="515">
                  <c:v>2</c:v>
                </c:pt>
                <c:pt idx="516">
                  <c:v>86</c:v>
                </c:pt>
                <c:pt idx="517">
                  <c:v>40</c:v>
                </c:pt>
                <c:pt idx="518">
                  <c:v>0</c:v>
                </c:pt>
                <c:pt idx="519">
                  <c:v>3</c:v>
                </c:pt>
                <c:pt idx="520">
                  <c:v>3</c:v>
                </c:pt>
                <c:pt idx="521">
                  <c:v>0</c:v>
                </c:pt>
                <c:pt idx="522">
                  <c:v>0</c:v>
                </c:pt>
                <c:pt idx="523">
                  <c:v>4</c:v>
                </c:pt>
                <c:pt idx="524">
                  <c:v>5</c:v>
                </c:pt>
                <c:pt idx="525">
                  <c:v>5</c:v>
                </c:pt>
                <c:pt idx="526">
                  <c:v>7</c:v>
                </c:pt>
                <c:pt idx="527">
                  <c:v>8</c:v>
                </c:pt>
                <c:pt idx="528">
                  <c:v>2</c:v>
                </c:pt>
                <c:pt idx="529">
                  <c:v>0</c:v>
                </c:pt>
                <c:pt idx="530">
                  <c:v>17</c:v>
                </c:pt>
                <c:pt idx="531">
                  <c:v>5</c:v>
                </c:pt>
                <c:pt idx="532">
                  <c:v>0</c:v>
                </c:pt>
                <c:pt idx="533">
                  <c:v>4</c:v>
                </c:pt>
                <c:pt idx="534">
                  <c:v>2</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0</c:v>
                </c:pt>
                <c:pt idx="550">
                  <c:v>4</c:v>
                </c:pt>
                <c:pt idx="551">
                  <c:v>25</c:v>
                </c:pt>
                <c:pt idx="552">
                  <c:v>2</c:v>
                </c:pt>
                <c:pt idx="553">
                  <c:v>8</c:v>
                </c:pt>
                <c:pt idx="554">
                  <c:v>16</c:v>
                </c:pt>
                <c:pt idx="555">
                  <c:v>14</c:v>
                </c:pt>
                <c:pt idx="556">
                  <c:v>9</c:v>
                </c:pt>
                <c:pt idx="557">
                  <c:v>8</c:v>
                </c:pt>
                <c:pt idx="558">
                  <c:v>27</c:v>
                </c:pt>
                <c:pt idx="559">
                  <c:v>11</c:v>
                </c:pt>
                <c:pt idx="560">
                  <c:v>7</c:v>
                </c:pt>
                <c:pt idx="561">
                  <c:v>9</c:v>
                </c:pt>
                <c:pt idx="562">
                  <c:v>8</c:v>
                </c:pt>
                <c:pt idx="563">
                  <c:v>12</c:v>
                </c:pt>
                <c:pt idx="564">
                  <c:v>3</c:v>
                </c:pt>
                <c:pt idx="565">
                  <c:v>34</c:v>
                </c:pt>
                <c:pt idx="566">
                  <c:v>19</c:v>
                </c:pt>
                <c:pt idx="567">
                  <c:v>7</c:v>
                </c:pt>
                <c:pt idx="568">
                  <c:v>11</c:v>
                </c:pt>
                <c:pt idx="569">
                  <c:v>3</c:v>
                </c:pt>
                <c:pt idx="570">
                  <c:v>14</c:v>
                </c:pt>
                <c:pt idx="571">
                  <c:v>5</c:v>
                </c:pt>
                <c:pt idx="572">
                  <c:v>5</c:v>
                </c:pt>
                <c:pt idx="573">
                  <c:v>10</c:v>
                </c:pt>
                <c:pt idx="574">
                  <c:v>11</c:v>
                </c:pt>
                <c:pt idx="575">
                  <c:v>11</c:v>
                </c:pt>
                <c:pt idx="576">
                  <c:v>2</c:v>
                </c:pt>
                <c:pt idx="577">
                  <c:v>1</c:v>
                </c:pt>
                <c:pt idx="578">
                  <c:v>2</c:v>
                </c:pt>
                <c:pt idx="579">
                  <c:v>9</c:v>
                </c:pt>
                <c:pt idx="580">
                  <c:v>7</c:v>
                </c:pt>
                <c:pt idx="581">
                  <c:v>0</c:v>
                </c:pt>
                <c:pt idx="582">
                  <c:v>5</c:v>
                </c:pt>
                <c:pt idx="583">
                  <c:v>8</c:v>
                </c:pt>
                <c:pt idx="584">
                  <c:v>10</c:v>
                </c:pt>
                <c:pt idx="585">
                  <c:v>1</c:v>
                </c:pt>
                <c:pt idx="586">
                  <c:v>13</c:v>
                </c:pt>
                <c:pt idx="587">
                  <c:v>3</c:v>
                </c:pt>
                <c:pt idx="588">
                  <c:v>2</c:v>
                </c:pt>
                <c:pt idx="589">
                  <c:v>5</c:v>
                </c:pt>
                <c:pt idx="590">
                  <c:v>2</c:v>
                </c:pt>
                <c:pt idx="591">
                  <c:v>5</c:v>
                </c:pt>
                <c:pt idx="592">
                  <c:v>4</c:v>
                </c:pt>
                <c:pt idx="593">
                  <c:v>0</c:v>
                </c:pt>
                <c:pt idx="594">
                  <c:v>8</c:v>
                </c:pt>
                <c:pt idx="595">
                  <c:v>4</c:v>
                </c:pt>
                <c:pt idx="596">
                  <c:v>12</c:v>
                </c:pt>
                <c:pt idx="597">
                  <c:v>42</c:v>
                </c:pt>
                <c:pt idx="598">
                  <c:v>15</c:v>
                </c:pt>
                <c:pt idx="599">
                  <c:v>7</c:v>
                </c:pt>
                <c:pt idx="600">
                  <c:v>5</c:v>
                </c:pt>
                <c:pt idx="601">
                  <c:v>66</c:v>
                </c:pt>
                <c:pt idx="602">
                  <c:v>13</c:v>
                </c:pt>
                <c:pt idx="603">
                  <c:v>6</c:v>
                </c:pt>
                <c:pt idx="604">
                  <c:v>3</c:v>
                </c:pt>
                <c:pt idx="605">
                  <c:v>1</c:v>
                </c:pt>
                <c:pt idx="606">
                  <c:v>1</c:v>
                </c:pt>
                <c:pt idx="607">
                  <c:v>4</c:v>
                </c:pt>
                <c:pt idx="608">
                  <c:v>7</c:v>
                </c:pt>
                <c:pt idx="609">
                  <c:v>6</c:v>
                </c:pt>
                <c:pt idx="610">
                  <c:v>8</c:v>
                </c:pt>
                <c:pt idx="611">
                  <c:v>8</c:v>
                </c:pt>
                <c:pt idx="612">
                  <c:v>1</c:v>
                </c:pt>
                <c:pt idx="613">
                  <c:v>5</c:v>
                </c:pt>
                <c:pt idx="614">
                  <c:v>7</c:v>
                </c:pt>
                <c:pt idx="615">
                  <c:v>8</c:v>
                </c:pt>
                <c:pt idx="616">
                  <c:v>3</c:v>
                </c:pt>
                <c:pt idx="617">
                  <c:v>6</c:v>
                </c:pt>
                <c:pt idx="618">
                  <c:v>11</c:v>
                </c:pt>
                <c:pt idx="619">
                  <c:v>11</c:v>
                </c:pt>
                <c:pt idx="620">
                  <c:v>6</c:v>
                </c:pt>
                <c:pt idx="621">
                  <c:v>16</c:v>
                </c:pt>
                <c:pt idx="622">
                  <c:v>12</c:v>
                </c:pt>
                <c:pt idx="623">
                  <c:v>11</c:v>
                </c:pt>
                <c:pt idx="624">
                  <c:v>4</c:v>
                </c:pt>
                <c:pt idx="625">
                  <c:v>4</c:v>
                </c:pt>
                <c:pt idx="626">
                  <c:v>4</c:v>
                </c:pt>
                <c:pt idx="627">
                  <c:v>7</c:v>
                </c:pt>
                <c:pt idx="628">
                  <c:v>3</c:v>
                </c:pt>
                <c:pt idx="629">
                  <c:v>26</c:v>
                </c:pt>
                <c:pt idx="630">
                  <c:v>3</c:v>
                </c:pt>
                <c:pt idx="631">
                  <c:v>2</c:v>
                </c:pt>
                <c:pt idx="632">
                  <c:v>3</c:v>
                </c:pt>
                <c:pt idx="633">
                  <c:v>10</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5</c:v>
                </c:pt>
                <c:pt idx="648">
                  <c:v>16</c:v>
                </c:pt>
                <c:pt idx="649">
                  <c:v>5</c:v>
                </c:pt>
                <c:pt idx="650">
                  <c:v>1</c:v>
                </c:pt>
                <c:pt idx="651">
                  <c:v>6</c:v>
                </c:pt>
                <c:pt idx="652">
                  <c:v>4</c:v>
                </c:pt>
                <c:pt idx="653">
                  <c:v>3</c:v>
                </c:pt>
                <c:pt idx="654">
                  <c:v>0</c:v>
                </c:pt>
                <c:pt idx="655">
                  <c:v>2</c:v>
                </c:pt>
                <c:pt idx="656">
                  <c:v>14</c:v>
                </c:pt>
                <c:pt idx="657">
                  <c:v>10</c:v>
                </c:pt>
                <c:pt idx="658">
                  <c:v>5</c:v>
                </c:pt>
                <c:pt idx="659">
                  <c:v>1</c:v>
                </c:pt>
                <c:pt idx="660">
                  <c:v>3</c:v>
                </c:pt>
                <c:pt idx="661">
                  <c:v>10</c:v>
                </c:pt>
                <c:pt idx="662">
                  <c:v>9</c:v>
                </c:pt>
                <c:pt idx="663">
                  <c:v>3</c:v>
                </c:pt>
                <c:pt idx="664">
                  <c:v>7</c:v>
                </c:pt>
                <c:pt idx="665">
                  <c:v>25</c:v>
                </c:pt>
                <c:pt idx="666">
                  <c:v>1</c:v>
                </c:pt>
                <c:pt idx="667">
                  <c:v>3</c:v>
                </c:pt>
                <c:pt idx="668">
                  <c:v>3</c:v>
                </c:pt>
                <c:pt idx="669">
                  <c:v>1</c:v>
                </c:pt>
                <c:pt idx="670">
                  <c:v>2</c:v>
                </c:pt>
                <c:pt idx="671">
                  <c:v>0</c:v>
                </c:pt>
                <c:pt idx="672">
                  <c:v>5</c:v>
                </c:pt>
                <c:pt idx="673">
                  <c:v>16</c:v>
                </c:pt>
                <c:pt idx="674">
                  <c:v>24</c:v>
                </c:pt>
                <c:pt idx="675">
                  <c:v>13</c:v>
                </c:pt>
                <c:pt idx="676">
                  <c:v>0</c:v>
                </c:pt>
                <c:pt idx="677">
                  <c:v>3</c:v>
                </c:pt>
                <c:pt idx="678">
                  <c:v>6</c:v>
                </c:pt>
                <c:pt idx="679">
                  <c:v>8</c:v>
                </c:pt>
                <c:pt idx="680">
                  <c:v>1</c:v>
                </c:pt>
                <c:pt idx="681">
                  <c:v>3</c:v>
                </c:pt>
                <c:pt idx="682">
                  <c:v>0</c:v>
                </c:pt>
                <c:pt idx="683">
                  <c:v>1</c:v>
                </c:pt>
                <c:pt idx="684">
                  <c:v>2</c:v>
                </c:pt>
                <c:pt idx="685">
                  <c:v>2</c:v>
                </c:pt>
                <c:pt idx="686">
                  <c:v>7</c:v>
                </c:pt>
                <c:pt idx="687">
                  <c:v>1</c:v>
                </c:pt>
                <c:pt idx="688">
                  <c:v>10</c:v>
                </c:pt>
                <c:pt idx="689">
                  <c:v>8</c:v>
                </c:pt>
                <c:pt idx="690">
                  <c:v>8</c:v>
                </c:pt>
                <c:pt idx="691">
                  <c:v>3</c:v>
                </c:pt>
                <c:pt idx="692">
                  <c:v>4</c:v>
                </c:pt>
                <c:pt idx="693">
                  <c:v>4</c:v>
                </c:pt>
                <c:pt idx="694">
                  <c:v>4</c:v>
                </c:pt>
                <c:pt idx="695">
                  <c:v>8</c:v>
                </c:pt>
                <c:pt idx="696">
                  <c:v>14</c:v>
                </c:pt>
                <c:pt idx="697">
                  <c:v>23</c:v>
                </c:pt>
                <c:pt idx="698">
                  <c:v>4</c:v>
                </c:pt>
                <c:pt idx="699">
                  <c:v>2</c:v>
                </c:pt>
                <c:pt idx="700">
                  <c:v>6</c:v>
                </c:pt>
                <c:pt idx="701">
                  <c:v>4</c:v>
                </c:pt>
                <c:pt idx="702">
                  <c:v>12</c:v>
                </c:pt>
                <c:pt idx="703">
                  <c:v>18</c:v>
                </c:pt>
                <c:pt idx="704">
                  <c:v>28</c:v>
                </c:pt>
                <c:pt idx="705">
                  <c:v>6</c:v>
                </c:pt>
                <c:pt idx="706">
                  <c:v>44</c:v>
                </c:pt>
                <c:pt idx="707">
                  <c:v>14</c:v>
                </c:pt>
                <c:pt idx="708">
                  <c:v>16</c:v>
                </c:pt>
                <c:pt idx="709">
                  <c:v>8</c:v>
                </c:pt>
                <c:pt idx="710">
                  <c:v>3</c:v>
                </c:pt>
                <c:pt idx="711">
                  <c:v>30</c:v>
                </c:pt>
                <c:pt idx="712">
                  <c:v>7</c:v>
                </c:pt>
                <c:pt idx="713">
                  <c:v>12</c:v>
                </c:pt>
                <c:pt idx="714">
                  <c:v>12</c:v>
                </c:pt>
                <c:pt idx="715">
                  <c:v>1</c:v>
                </c:pt>
                <c:pt idx="716">
                  <c:v>7</c:v>
                </c:pt>
                <c:pt idx="717">
                  <c:v>13</c:v>
                </c:pt>
                <c:pt idx="718">
                  <c:v>1</c:v>
                </c:pt>
                <c:pt idx="719">
                  <c:v>4</c:v>
                </c:pt>
                <c:pt idx="720">
                  <c:v>4</c:v>
                </c:pt>
                <c:pt idx="721">
                  <c:v>3</c:v>
                </c:pt>
                <c:pt idx="722">
                  <c:v>7</c:v>
                </c:pt>
                <c:pt idx="723">
                  <c:v>2</c:v>
                </c:pt>
                <c:pt idx="724">
                  <c:v>15</c:v>
                </c:pt>
                <c:pt idx="725">
                  <c:v>9</c:v>
                </c:pt>
                <c:pt idx="726">
                  <c:v>9</c:v>
                </c:pt>
                <c:pt idx="727">
                  <c:v>11</c:v>
                </c:pt>
                <c:pt idx="728">
                  <c:v>18</c:v>
                </c:pt>
                <c:pt idx="729">
                  <c:v>14</c:v>
                </c:pt>
                <c:pt idx="730">
                  <c:v>13</c:v>
                </c:pt>
                <c:pt idx="731">
                  <c:v>2</c:v>
                </c:pt>
                <c:pt idx="732">
                  <c:v>85</c:v>
                </c:pt>
                <c:pt idx="733">
                  <c:v>40</c:v>
                </c:pt>
                <c:pt idx="734">
                  <c:v>3</c:v>
                </c:pt>
                <c:pt idx="735">
                  <c:v>4</c:v>
                </c:pt>
                <c:pt idx="736">
                  <c:v>1</c:v>
                </c:pt>
                <c:pt idx="737">
                  <c:v>3</c:v>
                </c:pt>
                <c:pt idx="738">
                  <c:v>7</c:v>
                </c:pt>
                <c:pt idx="739">
                  <c:v>22</c:v>
                </c:pt>
                <c:pt idx="740">
                  <c:v>13</c:v>
                </c:pt>
                <c:pt idx="741">
                  <c:v>2</c:v>
                </c:pt>
                <c:pt idx="742">
                  <c:v>3</c:v>
                </c:pt>
                <c:pt idx="743">
                  <c:v>6</c:v>
                </c:pt>
                <c:pt idx="744">
                  <c:v>4</c:v>
                </c:pt>
                <c:pt idx="745">
                  <c:v>3</c:v>
                </c:pt>
                <c:pt idx="746">
                  <c:v>5</c:v>
                </c:pt>
                <c:pt idx="747">
                  <c:v>2</c:v>
                </c:pt>
                <c:pt idx="748">
                  <c:v>6</c:v>
                </c:pt>
                <c:pt idx="749">
                  <c:v>9</c:v>
                </c:pt>
                <c:pt idx="750">
                  <c:v>6</c:v>
                </c:pt>
                <c:pt idx="751">
                  <c:v>15</c:v>
                </c:pt>
                <c:pt idx="752">
                  <c:v>7</c:v>
                </c:pt>
                <c:pt idx="753">
                  <c:v>19</c:v>
                </c:pt>
                <c:pt idx="754">
                  <c:v>9</c:v>
                </c:pt>
                <c:pt idx="755">
                  <c:v>4</c:v>
                </c:pt>
                <c:pt idx="756">
                  <c:v>7</c:v>
                </c:pt>
                <c:pt idx="757">
                  <c:v>6</c:v>
                </c:pt>
                <c:pt idx="758">
                  <c:v>5</c:v>
                </c:pt>
                <c:pt idx="759">
                  <c:v>3</c:v>
                </c:pt>
                <c:pt idx="760">
                  <c:v>27</c:v>
                </c:pt>
                <c:pt idx="761">
                  <c:v>13</c:v>
                </c:pt>
                <c:pt idx="762">
                  <c:v>14</c:v>
                </c:pt>
                <c:pt idx="763">
                  <c:v>8</c:v>
                </c:pt>
                <c:pt idx="764">
                  <c:v>6</c:v>
                </c:pt>
                <c:pt idx="765">
                  <c:v>2</c:v>
                </c:pt>
                <c:pt idx="766">
                  <c:v>3</c:v>
                </c:pt>
                <c:pt idx="767">
                  <c:v>5</c:v>
                </c:pt>
                <c:pt idx="768">
                  <c:v>11</c:v>
                </c:pt>
                <c:pt idx="769">
                  <c:v>2</c:v>
                </c:pt>
                <c:pt idx="770">
                  <c:v>7</c:v>
                </c:pt>
                <c:pt idx="771">
                  <c:v>5</c:v>
                </c:pt>
                <c:pt idx="772">
                  <c:v>3</c:v>
                </c:pt>
                <c:pt idx="773">
                  <c:v>10</c:v>
                </c:pt>
                <c:pt idx="774">
                  <c:v>17</c:v>
                </c:pt>
                <c:pt idx="775">
                  <c:v>51</c:v>
                </c:pt>
                <c:pt idx="776">
                  <c:v>1</c:v>
                </c:pt>
                <c:pt idx="777">
                  <c:v>4</c:v>
                </c:pt>
                <c:pt idx="778">
                  <c:v>0</c:v>
                </c:pt>
                <c:pt idx="779">
                  <c:v>2</c:v>
                </c:pt>
                <c:pt idx="780">
                  <c:v>8</c:v>
                </c:pt>
                <c:pt idx="781">
                  <c:v>3</c:v>
                </c:pt>
                <c:pt idx="782">
                  <c:v>8</c:v>
                </c:pt>
                <c:pt idx="783">
                  <c:v>3</c:v>
                </c:pt>
                <c:pt idx="784">
                  <c:v>4</c:v>
                </c:pt>
                <c:pt idx="785">
                  <c:v>7</c:v>
                </c:pt>
                <c:pt idx="786">
                  <c:v>12</c:v>
                </c:pt>
                <c:pt idx="787">
                  <c:v>36</c:v>
                </c:pt>
                <c:pt idx="788">
                  <c:v>38</c:v>
                </c:pt>
                <c:pt idx="789">
                  <c:v>6</c:v>
                </c:pt>
                <c:pt idx="790">
                  <c:v>12</c:v>
                </c:pt>
                <c:pt idx="791">
                  <c:v>13</c:v>
                </c:pt>
                <c:pt idx="792">
                  <c:v>4</c:v>
                </c:pt>
                <c:pt idx="793">
                  <c:v>18</c:v>
                </c:pt>
                <c:pt idx="794">
                  <c:v>17</c:v>
                </c:pt>
                <c:pt idx="795">
                  <c:v>24</c:v>
                </c:pt>
                <c:pt idx="796">
                  <c:v>48</c:v>
                </c:pt>
                <c:pt idx="797">
                  <c:v>44</c:v>
                </c:pt>
                <c:pt idx="798">
                  <c:v>49</c:v>
                </c:pt>
                <c:pt idx="799">
                  <c:v>66</c:v>
                </c:pt>
                <c:pt idx="800">
                  <c:v>26</c:v>
                </c:pt>
                <c:pt idx="801">
                  <c:v>24</c:v>
                </c:pt>
                <c:pt idx="802">
                  <c:v>35</c:v>
                </c:pt>
                <c:pt idx="803">
                  <c:v>22</c:v>
                </c:pt>
                <c:pt idx="804">
                  <c:v>4</c:v>
                </c:pt>
                <c:pt idx="805">
                  <c:v>6</c:v>
                </c:pt>
                <c:pt idx="806">
                  <c:v>9</c:v>
                </c:pt>
                <c:pt idx="807">
                  <c:v>12</c:v>
                </c:pt>
                <c:pt idx="808">
                  <c:v>4</c:v>
                </c:pt>
                <c:pt idx="809">
                  <c:v>6</c:v>
                </c:pt>
                <c:pt idx="810">
                  <c:v>5</c:v>
                </c:pt>
                <c:pt idx="811">
                  <c:v>0</c:v>
                </c:pt>
                <c:pt idx="812">
                  <c:v>4</c:v>
                </c:pt>
                <c:pt idx="813">
                  <c:v>9</c:v>
                </c:pt>
                <c:pt idx="814">
                  <c:v>7</c:v>
                </c:pt>
                <c:pt idx="815">
                  <c:v>10</c:v>
                </c:pt>
                <c:pt idx="816">
                  <c:v>4</c:v>
                </c:pt>
                <c:pt idx="817">
                  <c:v>10</c:v>
                </c:pt>
                <c:pt idx="818">
                  <c:v>0</c:v>
                </c:pt>
                <c:pt idx="819">
                  <c:v>5</c:v>
                </c:pt>
                <c:pt idx="820">
                  <c:v>1</c:v>
                </c:pt>
                <c:pt idx="821">
                  <c:v>9</c:v>
                </c:pt>
                <c:pt idx="822">
                  <c:v>12</c:v>
                </c:pt>
                <c:pt idx="823">
                  <c:v>6</c:v>
                </c:pt>
                <c:pt idx="824">
                  <c:v>12</c:v>
                </c:pt>
                <c:pt idx="825">
                  <c:v>4</c:v>
                </c:pt>
                <c:pt idx="826">
                  <c:v>3</c:v>
                </c:pt>
                <c:pt idx="827">
                  <c:v>6</c:v>
                </c:pt>
                <c:pt idx="828">
                  <c:v>1</c:v>
                </c:pt>
                <c:pt idx="829">
                  <c:v>5</c:v>
                </c:pt>
                <c:pt idx="830">
                  <c:v>1</c:v>
                </c:pt>
                <c:pt idx="831">
                  <c:v>2</c:v>
                </c:pt>
                <c:pt idx="832">
                  <c:v>5</c:v>
                </c:pt>
                <c:pt idx="833">
                  <c:v>14</c:v>
                </c:pt>
                <c:pt idx="834">
                  <c:v>18</c:v>
                </c:pt>
                <c:pt idx="835">
                  <c:v>14</c:v>
                </c:pt>
                <c:pt idx="836">
                  <c:v>1</c:v>
                </c:pt>
                <c:pt idx="837">
                  <c:v>1</c:v>
                </c:pt>
                <c:pt idx="838">
                  <c:v>1</c:v>
                </c:pt>
                <c:pt idx="839">
                  <c:v>5</c:v>
                </c:pt>
                <c:pt idx="840">
                  <c:v>1</c:v>
                </c:pt>
                <c:pt idx="841">
                  <c:v>1</c:v>
                </c:pt>
                <c:pt idx="842">
                  <c:v>0</c:v>
                </c:pt>
                <c:pt idx="843">
                  <c:v>16</c:v>
                </c:pt>
                <c:pt idx="844">
                  <c:v>24</c:v>
                </c:pt>
                <c:pt idx="845">
                  <c:v>5</c:v>
                </c:pt>
                <c:pt idx="846">
                  <c:v>24</c:v>
                </c:pt>
                <c:pt idx="847">
                  <c:v>32</c:v>
                </c:pt>
                <c:pt idx="848">
                  <c:v>2</c:v>
                </c:pt>
                <c:pt idx="849">
                  <c:v>3</c:v>
                </c:pt>
                <c:pt idx="850">
                  <c:v>8</c:v>
                </c:pt>
                <c:pt idx="851">
                  <c:v>8</c:v>
                </c:pt>
                <c:pt idx="852">
                  <c:v>5</c:v>
                </c:pt>
                <c:pt idx="853">
                  <c:v>3</c:v>
                </c:pt>
                <c:pt idx="854">
                  <c:v>3</c:v>
                </c:pt>
                <c:pt idx="855">
                  <c:v>8</c:v>
                </c:pt>
                <c:pt idx="856">
                  <c:v>1</c:v>
                </c:pt>
                <c:pt idx="857">
                  <c:v>9</c:v>
                </c:pt>
                <c:pt idx="858">
                  <c:v>1</c:v>
                </c:pt>
                <c:pt idx="859">
                  <c:v>10</c:v>
                </c:pt>
                <c:pt idx="860">
                  <c:v>2</c:v>
                </c:pt>
                <c:pt idx="861">
                  <c:v>10</c:v>
                </c:pt>
                <c:pt idx="862">
                  <c:v>0</c:v>
                </c:pt>
                <c:pt idx="863">
                  <c:v>0</c:v>
                </c:pt>
                <c:pt idx="864">
                  <c:v>26</c:v>
                </c:pt>
                <c:pt idx="865">
                  <c:v>2</c:v>
                </c:pt>
                <c:pt idx="866">
                  <c:v>0</c:v>
                </c:pt>
                <c:pt idx="867">
                  <c:v>0</c:v>
                </c:pt>
                <c:pt idx="868">
                  <c:v>4</c:v>
                </c:pt>
                <c:pt idx="869">
                  <c:v>60</c:v>
                </c:pt>
                <c:pt idx="870">
                  <c:v>49</c:v>
                </c:pt>
                <c:pt idx="871">
                  <c:v>7</c:v>
                </c:pt>
                <c:pt idx="872">
                  <c:v>4</c:v>
                </c:pt>
                <c:pt idx="873">
                  <c:v>0</c:v>
                </c:pt>
                <c:pt idx="874">
                  <c:v>5</c:v>
                </c:pt>
                <c:pt idx="875">
                  <c:v>13</c:v>
                </c:pt>
                <c:pt idx="876">
                  <c:v>3</c:v>
                </c:pt>
                <c:pt idx="877">
                  <c:v>0</c:v>
                </c:pt>
                <c:pt idx="878">
                  <c:v>16</c:v>
                </c:pt>
                <c:pt idx="879">
                  <c:v>2</c:v>
                </c:pt>
                <c:pt idx="880">
                  <c:v>6</c:v>
                </c:pt>
                <c:pt idx="881">
                  <c:v>3</c:v>
                </c:pt>
                <c:pt idx="882">
                  <c:v>0</c:v>
                </c:pt>
                <c:pt idx="883">
                  <c:v>2</c:v>
                </c:pt>
                <c:pt idx="884">
                  <c:v>3</c:v>
                </c:pt>
                <c:pt idx="885">
                  <c:v>4</c:v>
                </c:pt>
                <c:pt idx="886">
                  <c:v>4</c:v>
                </c:pt>
                <c:pt idx="887">
                  <c:v>0</c:v>
                </c:pt>
                <c:pt idx="888">
                  <c:v>0</c:v>
                </c:pt>
                <c:pt idx="889">
                  <c:v>0</c:v>
                </c:pt>
                <c:pt idx="890">
                  <c:v>31</c:v>
                </c:pt>
                <c:pt idx="891">
                  <c:v>26</c:v>
                </c:pt>
                <c:pt idx="892">
                  <c:v>6</c:v>
                </c:pt>
                <c:pt idx="893">
                  <c:v>6</c:v>
                </c:pt>
                <c:pt idx="894">
                  <c:v>3</c:v>
                </c:pt>
                <c:pt idx="895">
                  <c:v>4</c:v>
                </c:pt>
                <c:pt idx="896">
                  <c:v>5</c:v>
                </c:pt>
                <c:pt idx="897">
                  <c:v>5</c:v>
                </c:pt>
                <c:pt idx="898">
                  <c:v>15</c:v>
                </c:pt>
                <c:pt idx="899">
                  <c:v>11</c:v>
                </c:pt>
                <c:pt idx="900">
                  <c:v>15</c:v>
                </c:pt>
                <c:pt idx="901">
                  <c:v>4</c:v>
                </c:pt>
                <c:pt idx="902">
                  <c:v>3</c:v>
                </c:pt>
                <c:pt idx="903">
                  <c:v>2</c:v>
                </c:pt>
                <c:pt idx="904">
                  <c:v>4</c:v>
                </c:pt>
                <c:pt idx="905">
                  <c:v>6</c:v>
                </c:pt>
                <c:pt idx="906">
                  <c:v>6</c:v>
                </c:pt>
                <c:pt idx="907">
                  <c:v>4</c:v>
                </c:pt>
                <c:pt idx="908">
                  <c:v>3</c:v>
                </c:pt>
                <c:pt idx="909">
                  <c:v>5</c:v>
                </c:pt>
                <c:pt idx="910">
                  <c:v>4</c:v>
                </c:pt>
                <c:pt idx="911">
                  <c:v>1</c:v>
                </c:pt>
                <c:pt idx="912">
                  <c:v>7</c:v>
                </c:pt>
                <c:pt idx="913">
                  <c:v>21</c:v>
                </c:pt>
                <c:pt idx="914">
                  <c:v>25</c:v>
                </c:pt>
                <c:pt idx="915">
                  <c:v>35</c:v>
                </c:pt>
                <c:pt idx="916">
                  <c:v>38</c:v>
                </c:pt>
                <c:pt idx="917">
                  <c:v>0</c:v>
                </c:pt>
                <c:pt idx="918">
                  <c:v>5</c:v>
                </c:pt>
                <c:pt idx="919">
                  <c:v>2</c:v>
                </c:pt>
                <c:pt idx="920">
                  <c:v>11</c:v>
                </c:pt>
                <c:pt idx="921">
                  <c:v>7</c:v>
                </c:pt>
                <c:pt idx="922">
                  <c:v>8</c:v>
                </c:pt>
                <c:pt idx="923">
                  <c:v>3</c:v>
                </c:pt>
                <c:pt idx="924">
                  <c:v>8</c:v>
                </c:pt>
                <c:pt idx="925">
                  <c:v>4</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6</c:v>
                </c:pt>
                <c:pt idx="940">
                  <c:v>5</c:v>
                </c:pt>
                <c:pt idx="941">
                  <c:v>32</c:v>
                </c:pt>
                <c:pt idx="942">
                  <c:v>1</c:v>
                </c:pt>
                <c:pt idx="943">
                  <c:v>6</c:v>
                </c:pt>
                <c:pt idx="944">
                  <c:v>5</c:v>
                </c:pt>
                <c:pt idx="945">
                  <c:v>3</c:v>
                </c:pt>
                <c:pt idx="946">
                  <c:v>2</c:v>
                </c:pt>
                <c:pt idx="947">
                  <c:v>12</c:v>
                </c:pt>
                <c:pt idx="948">
                  <c:v>4</c:v>
                </c:pt>
                <c:pt idx="949">
                  <c:v>3</c:v>
                </c:pt>
                <c:pt idx="950">
                  <c:v>2</c:v>
                </c:pt>
                <c:pt idx="951">
                  <c:v>5</c:v>
                </c:pt>
                <c:pt idx="952">
                  <c:v>9</c:v>
                </c:pt>
                <c:pt idx="953">
                  <c:v>4</c:v>
                </c:pt>
                <c:pt idx="954">
                  <c:v>4</c:v>
                </c:pt>
                <c:pt idx="955">
                  <c:v>5</c:v>
                </c:pt>
                <c:pt idx="956">
                  <c:v>5</c:v>
                </c:pt>
                <c:pt idx="957">
                  <c:v>10</c:v>
                </c:pt>
                <c:pt idx="958">
                  <c:v>12</c:v>
                </c:pt>
                <c:pt idx="959">
                  <c:v>2</c:v>
                </c:pt>
                <c:pt idx="960">
                  <c:v>3</c:v>
                </c:pt>
                <c:pt idx="961">
                  <c:v>4</c:v>
                </c:pt>
                <c:pt idx="962">
                  <c:v>1</c:v>
                </c:pt>
                <c:pt idx="963">
                  <c:v>7</c:v>
                </c:pt>
                <c:pt idx="964">
                  <c:v>4</c:v>
                </c:pt>
                <c:pt idx="965">
                  <c:v>4</c:v>
                </c:pt>
                <c:pt idx="966">
                  <c:v>13</c:v>
                </c:pt>
                <c:pt idx="967">
                  <c:v>7</c:v>
                </c:pt>
                <c:pt idx="968">
                  <c:v>5</c:v>
                </c:pt>
                <c:pt idx="969">
                  <c:v>3</c:v>
                </c:pt>
                <c:pt idx="970">
                  <c:v>3</c:v>
                </c:pt>
                <c:pt idx="971">
                  <c:v>10</c:v>
                </c:pt>
                <c:pt idx="972">
                  <c:v>6</c:v>
                </c:pt>
                <c:pt idx="973">
                  <c:v>10</c:v>
                </c:pt>
                <c:pt idx="974">
                  <c:v>6</c:v>
                </c:pt>
                <c:pt idx="975">
                  <c:v>6</c:v>
                </c:pt>
                <c:pt idx="976">
                  <c:v>10</c:v>
                </c:pt>
                <c:pt idx="977">
                  <c:v>3</c:v>
                </c:pt>
                <c:pt idx="978">
                  <c:v>3</c:v>
                </c:pt>
                <c:pt idx="979">
                  <c:v>1</c:v>
                </c:pt>
                <c:pt idx="980">
                  <c:v>13</c:v>
                </c:pt>
                <c:pt idx="981">
                  <c:v>8</c:v>
                </c:pt>
                <c:pt idx="982">
                  <c:v>3</c:v>
                </c:pt>
                <c:pt idx="983">
                  <c:v>3</c:v>
                </c:pt>
                <c:pt idx="984">
                  <c:v>1</c:v>
                </c:pt>
                <c:pt idx="985">
                  <c:v>1</c:v>
                </c:pt>
                <c:pt idx="986">
                  <c:v>4</c:v>
                </c:pt>
                <c:pt idx="987">
                  <c:v>1</c:v>
                </c:pt>
                <c:pt idx="988">
                  <c:v>4</c:v>
                </c:pt>
                <c:pt idx="989">
                  <c:v>9</c:v>
                </c:pt>
                <c:pt idx="990">
                  <c:v>5</c:v>
                </c:pt>
                <c:pt idx="991">
                  <c:v>0</c:v>
                </c:pt>
                <c:pt idx="992">
                  <c:v>3</c:v>
                </c:pt>
                <c:pt idx="993">
                  <c:v>12</c:v>
                </c:pt>
                <c:pt idx="994">
                  <c:v>22</c:v>
                </c:pt>
                <c:pt idx="995">
                  <c:v>17</c:v>
                </c:pt>
                <c:pt idx="996">
                  <c:v>16</c:v>
                </c:pt>
                <c:pt idx="997">
                  <c:v>2</c:v>
                </c:pt>
                <c:pt idx="998">
                  <c:v>2</c:v>
                </c:pt>
                <c:pt idx="999">
                  <c:v>5</c:v>
                </c:pt>
                <c:pt idx="1000">
                  <c:v>20</c:v>
                </c:pt>
                <c:pt idx="1001">
                  <c:v>3</c:v>
                </c:pt>
                <c:pt idx="1002">
                  <c:v>6</c:v>
                </c:pt>
                <c:pt idx="1003">
                  <c:v>12</c:v>
                </c:pt>
                <c:pt idx="1004">
                  <c:v>1</c:v>
                </c:pt>
                <c:pt idx="1005">
                  <c:v>6</c:v>
                </c:pt>
                <c:pt idx="1006">
                  <c:v>0</c:v>
                </c:pt>
                <c:pt idx="1007">
                  <c:v>2</c:v>
                </c:pt>
                <c:pt idx="1008">
                  <c:v>4</c:v>
                </c:pt>
                <c:pt idx="1009">
                  <c:v>23</c:v>
                </c:pt>
                <c:pt idx="1010">
                  <c:v>9</c:v>
                </c:pt>
                <c:pt idx="1011">
                  <c:v>2</c:v>
                </c:pt>
                <c:pt idx="1012">
                  <c:v>0</c:v>
                </c:pt>
                <c:pt idx="1013">
                  <c:v>4</c:v>
                </c:pt>
                <c:pt idx="1014">
                  <c:v>4</c:v>
                </c:pt>
                <c:pt idx="1015">
                  <c:v>3</c:v>
                </c:pt>
                <c:pt idx="1016">
                  <c:v>12</c:v>
                </c:pt>
                <c:pt idx="1017">
                  <c:v>2</c:v>
                </c:pt>
                <c:pt idx="1018">
                  <c:v>1</c:v>
                </c:pt>
                <c:pt idx="1019">
                  <c:v>9</c:v>
                </c:pt>
                <c:pt idx="1020">
                  <c:v>12</c:v>
                </c:pt>
                <c:pt idx="1021">
                  <c:v>3</c:v>
                </c:pt>
                <c:pt idx="1022">
                  <c:v>2</c:v>
                </c:pt>
                <c:pt idx="1023">
                  <c:v>3</c:v>
                </c:pt>
                <c:pt idx="1024">
                  <c:v>5</c:v>
                </c:pt>
                <c:pt idx="1025">
                  <c:v>1</c:v>
                </c:pt>
                <c:pt idx="1026">
                  <c:v>6</c:v>
                </c:pt>
                <c:pt idx="1027">
                  <c:v>5</c:v>
                </c:pt>
                <c:pt idx="1028">
                  <c:v>10</c:v>
                </c:pt>
                <c:pt idx="1029">
                  <c:v>15</c:v>
                </c:pt>
                <c:pt idx="1030">
                  <c:v>0</c:v>
                </c:pt>
                <c:pt idx="1031">
                  <c:v>3</c:v>
                </c:pt>
                <c:pt idx="1032">
                  <c:v>6</c:v>
                </c:pt>
                <c:pt idx="1033">
                  <c:v>7</c:v>
                </c:pt>
                <c:pt idx="1034">
                  <c:v>6</c:v>
                </c:pt>
                <c:pt idx="1035">
                  <c:v>6</c:v>
                </c:pt>
                <c:pt idx="1036">
                  <c:v>6</c:v>
                </c:pt>
                <c:pt idx="1037">
                  <c:v>3</c:v>
                </c:pt>
                <c:pt idx="1038">
                  <c:v>0</c:v>
                </c:pt>
                <c:pt idx="1039">
                  <c:v>4</c:v>
                </c:pt>
                <c:pt idx="1040">
                  <c:v>5</c:v>
                </c:pt>
                <c:pt idx="1041">
                  <c:v>1</c:v>
                </c:pt>
                <c:pt idx="1042">
                  <c:v>0</c:v>
                </c:pt>
                <c:pt idx="1043">
                  <c:v>0</c:v>
                </c:pt>
                <c:pt idx="1044">
                  <c:v>10</c:v>
                </c:pt>
                <c:pt idx="1045">
                  <c:v>6</c:v>
                </c:pt>
                <c:pt idx="1046">
                  <c:v>1</c:v>
                </c:pt>
                <c:pt idx="1047">
                  <c:v>9</c:v>
                </c:pt>
                <c:pt idx="1048">
                  <c:v>4</c:v>
                </c:pt>
                <c:pt idx="1049">
                  <c:v>1</c:v>
                </c:pt>
                <c:pt idx="1050">
                  <c:v>0</c:v>
                </c:pt>
                <c:pt idx="1051">
                  <c:v>9</c:v>
                </c:pt>
                <c:pt idx="1052">
                  <c:v>14</c:v>
                </c:pt>
                <c:pt idx="1053">
                  <c:v>1</c:v>
                </c:pt>
                <c:pt idx="1054">
                  <c:v>1</c:v>
                </c:pt>
                <c:pt idx="1055">
                  <c:v>6</c:v>
                </c:pt>
                <c:pt idx="1056">
                  <c:v>5</c:v>
                </c:pt>
                <c:pt idx="1057">
                  <c:v>5</c:v>
                </c:pt>
                <c:pt idx="1058">
                  <c:v>3</c:v>
                </c:pt>
                <c:pt idx="1059">
                  <c:v>11</c:v>
                </c:pt>
                <c:pt idx="1060">
                  <c:v>29</c:v>
                </c:pt>
                <c:pt idx="1061">
                  <c:v>12</c:v>
                </c:pt>
                <c:pt idx="1062">
                  <c:v>5</c:v>
                </c:pt>
                <c:pt idx="1063">
                  <c:v>3</c:v>
                </c:pt>
                <c:pt idx="1064">
                  <c:v>0</c:v>
                </c:pt>
                <c:pt idx="1065">
                  <c:v>1</c:v>
                </c:pt>
                <c:pt idx="1066">
                  <c:v>2</c:v>
                </c:pt>
                <c:pt idx="1067">
                  <c:v>1</c:v>
                </c:pt>
                <c:pt idx="1068">
                  <c:v>4</c:v>
                </c:pt>
                <c:pt idx="1069">
                  <c:v>6</c:v>
                </c:pt>
                <c:pt idx="1070">
                  <c:v>2</c:v>
                </c:pt>
                <c:pt idx="1071">
                  <c:v>8</c:v>
                </c:pt>
                <c:pt idx="1072">
                  <c:v>5</c:v>
                </c:pt>
                <c:pt idx="1073">
                  <c:v>6</c:v>
                </c:pt>
                <c:pt idx="1074">
                  <c:v>9</c:v>
                </c:pt>
                <c:pt idx="1075">
                  <c:v>3</c:v>
                </c:pt>
                <c:pt idx="1076">
                  <c:v>10</c:v>
                </c:pt>
                <c:pt idx="1077">
                  <c:v>3</c:v>
                </c:pt>
                <c:pt idx="1078">
                  <c:v>1</c:v>
                </c:pt>
                <c:pt idx="1079">
                  <c:v>3</c:v>
                </c:pt>
                <c:pt idx="1080">
                  <c:v>12</c:v>
                </c:pt>
                <c:pt idx="1081">
                  <c:v>6</c:v>
                </c:pt>
                <c:pt idx="1082">
                  <c:v>33</c:v>
                </c:pt>
                <c:pt idx="1083">
                  <c:v>3</c:v>
                </c:pt>
                <c:pt idx="1084">
                  <c:v>9</c:v>
                </c:pt>
                <c:pt idx="1085">
                  <c:v>9</c:v>
                </c:pt>
                <c:pt idx="1086">
                  <c:v>3</c:v>
                </c:pt>
                <c:pt idx="1087">
                  <c:v>11</c:v>
                </c:pt>
                <c:pt idx="1088">
                  <c:v>4</c:v>
                </c:pt>
                <c:pt idx="1089">
                  <c:v>9</c:v>
                </c:pt>
                <c:pt idx="1090">
                  <c:v>9</c:v>
                </c:pt>
                <c:pt idx="1091">
                  <c:v>33</c:v>
                </c:pt>
                <c:pt idx="1092">
                  <c:v>8</c:v>
                </c:pt>
                <c:pt idx="1093">
                  <c:v>5</c:v>
                </c:pt>
                <c:pt idx="1094">
                  <c:v>1</c:v>
                </c:pt>
                <c:pt idx="1095">
                  <c:v>2</c:v>
                </c:pt>
                <c:pt idx="1096">
                  <c:v>11</c:v>
                </c:pt>
                <c:pt idx="1097">
                  <c:v>6</c:v>
                </c:pt>
                <c:pt idx="1098">
                  <c:v>0</c:v>
                </c:pt>
                <c:pt idx="1099">
                  <c:v>0</c:v>
                </c:pt>
                <c:pt idx="1100">
                  <c:v>3</c:v>
                </c:pt>
                <c:pt idx="1101">
                  <c:v>5</c:v>
                </c:pt>
                <c:pt idx="1102">
                  <c:v>3</c:v>
                </c:pt>
                <c:pt idx="1103">
                  <c:v>0</c:v>
                </c:pt>
                <c:pt idx="1104">
                  <c:v>7</c:v>
                </c:pt>
                <c:pt idx="1105">
                  <c:v>1</c:v>
                </c:pt>
                <c:pt idx="1106">
                  <c:v>0</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3</c:v>
                </c:pt>
                <c:pt idx="1130">
                  <c:v>1</c:v>
                </c:pt>
                <c:pt idx="1131">
                  <c:v>1</c:v>
                </c:pt>
                <c:pt idx="1132">
                  <c:v>0</c:v>
                </c:pt>
                <c:pt idx="1133">
                  <c:v>0</c:v>
                </c:pt>
                <c:pt idx="1134">
                  <c:v>4</c:v>
                </c:pt>
                <c:pt idx="1135">
                  <c:v>0</c:v>
                </c:pt>
                <c:pt idx="1136">
                  <c:v>1</c:v>
                </c:pt>
                <c:pt idx="1137">
                  <c:v>1</c:v>
                </c:pt>
                <c:pt idx="1138">
                  <c:v>2</c:v>
                </c:pt>
                <c:pt idx="1139">
                  <c:v>4</c:v>
                </c:pt>
                <c:pt idx="1140">
                  <c:v>2</c:v>
                </c:pt>
                <c:pt idx="1141">
                  <c:v>5</c:v>
                </c:pt>
                <c:pt idx="1142">
                  <c:v>1</c:v>
                </c:pt>
                <c:pt idx="1143">
                  <c:v>3</c:v>
                </c:pt>
                <c:pt idx="1144">
                  <c:v>5</c:v>
                </c:pt>
                <c:pt idx="1145">
                  <c:v>0</c:v>
                </c:pt>
                <c:pt idx="1146">
                  <c:v>2</c:v>
                </c:pt>
                <c:pt idx="1147">
                  <c:v>6</c:v>
                </c:pt>
                <c:pt idx="1148">
                  <c:v>5</c:v>
                </c:pt>
                <c:pt idx="1149">
                  <c:v>7</c:v>
                </c:pt>
                <c:pt idx="1150">
                  <c:v>21</c:v>
                </c:pt>
                <c:pt idx="1151">
                  <c:v>14</c:v>
                </c:pt>
                <c:pt idx="1152">
                  <c:v>11</c:v>
                </c:pt>
                <c:pt idx="1153">
                  <c:v>45</c:v>
                </c:pt>
                <c:pt idx="1154">
                  <c:v>1</c:v>
                </c:pt>
                <c:pt idx="1155">
                  <c:v>0</c:v>
                </c:pt>
                <c:pt idx="1156">
                  <c:v>8</c:v>
                </c:pt>
                <c:pt idx="1157">
                  <c:v>2</c:v>
                </c:pt>
                <c:pt idx="1158">
                  <c:v>3</c:v>
                </c:pt>
                <c:pt idx="1159">
                  <c:v>1</c:v>
                </c:pt>
                <c:pt idx="1160">
                  <c:v>5</c:v>
                </c:pt>
                <c:pt idx="1161">
                  <c:v>5</c:v>
                </c:pt>
                <c:pt idx="1162">
                  <c:v>12</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5</c:v>
                </c:pt>
                <c:pt idx="1181">
                  <c:v>3</c:v>
                </c:pt>
                <c:pt idx="1182">
                  <c:v>9</c:v>
                </c:pt>
                <c:pt idx="1183">
                  <c:v>4</c:v>
                </c:pt>
                <c:pt idx="1184">
                  <c:v>10</c:v>
                </c:pt>
                <c:pt idx="1185">
                  <c:v>0</c:v>
                </c:pt>
                <c:pt idx="1186">
                  <c:v>1</c:v>
                </c:pt>
                <c:pt idx="1187">
                  <c:v>1</c:v>
                </c:pt>
                <c:pt idx="1188">
                  <c:v>9</c:v>
                </c:pt>
                <c:pt idx="1189">
                  <c:v>12</c:v>
                </c:pt>
                <c:pt idx="1190">
                  <c:v>0</c:v>
                </c:pt>
                <c:pt idx="1191">
                  <c:v>24</c:v>
                </c:pt>
                <c:pt idx="1192">
                  <c:v>10</c:v>
                </c:pt>
                <c:pt idx="1193">
                  <c:v>10</c:v>
                </c:pt>
                <c:pt idx="1194">
                  <c:v>1</c:v>
                </c:pt>
                <c:pt idx="1195">
                  <c:v>2</c:v>
                </c:pt>
                <c:pt idx="1196">
                  <c:v>12</c:v>
                </c:pt>
                <c:pt idx="1197">
                  <c:v>0</c:v>
                </c:pt>
                <c:pt idx="1198">
                  <c:v>2</c:v>
                </c:pt>
                <c:pt idx="1199">
                  <c:v>4</c:v>
                </c:pt>
                <c:pt idx="1200">
                  <c:v>3</c:v>
                </c:pt>
                <c:pt idx="1201">
                  <c:v>11</c:v>
                </c:pt>
                <c:pt idx="1202">
                  <c:v>1</c:v>
                </c:pt>
                <c:pt idx="1203">
                  <c:v>0</c:v>
                </c:pt>
                <c:pt idx="1204">
                  <c:v>2</c:v>
                </c:pt>
                <c:pt idx="1205">
                  <c:v>1</c:v>
                </c:pt>
                <c:pt idx="1206">
                  <c:v>12</c:v>
                </c:pt>
                <c:pt idx="1207">
                  <c:v>0</c:v>
                </c:pt>
                <c:pt idx="1208">
                  <c:v>5</c:v>
                </c:pt>
                <c:pt idx="1209">
                  <c:v>1</c:v>
                </c:pt>
                <c:pt idx="1210">
                  <c:v>2</c:v>
                </c:pt>
                <c:pt idx="1211">
                  <c:v>4</c:v>
                </c:pt>
                <c:pt idx="1212">
                  <c:v>1</c:v>
                </c:pt>
                <c:pt idx="1213">
                  <c:v>1</c:v>
                </c:pt>
                <c:pt idx="1214">
                  <c:v>1</c:v>
                </c:pt>
                <c:pt idx="1215">
                  <c:v>7</c:v>
                </c:pt>
                <c:pt idx="1216">
                  <c:v>1</c:v>
                </c:pt>
                <c:pt idx="1217">
                  <c:v>2</c:v>
                </c:pt>
                <c:pt idx="1218">
                  <c:v>6</c:v>
                </c:pt>
                <c:pt idx="1219">
                  <c:v>28</c:v>
                </c:pt>
                <c:pt idx="1220">
                  <c:v>22</c:v>
                </c:pt>
                <c:pt idx="1221">
                  <c:v>3</c:v>
                </c:pt>
                <c:pt idx="1222">
                  <c:v>4</c:v>
                </c:pt>
                <c:pt idx="1223">
                  <c:v>1</c:v>
                </c:pt>
                <c:pt idx="1224">
                  <c:v>1</c:v>
                </c:pt>
                <c:pt idx="1225">
                  <c:v>37</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30</c:v>
                </c:pt>
                <c:pt idx="1239">
                  <c:v>25</c:v>
                </c:pt>
                <c:pt idx="1240">
                  <c:v>4</c:v>
                </c:pt>
                <c:pt idx="1241">
                  <c:v>4</c:v>
                </c:pt>
                <c:pt idx="1242">
                  <c:v>1</c:v>
                </c:pt>
                <c:pt idx="1243">
                  <c:v>2</c:v>
                </c:pt>
                <c:pt idx="1244">
                  <c:v>1</c:v>
                </c:pt>
                <c:pt idx="1245">
                  <c:v>0</c:v>
                </c:pt>
                <c:pt idx="1246">
                  <c:v>3</c:v>
                </c:pt>
                <c:pt idx="1247">
                  <c:v>2</c:v>
                </c:pt>
                <c:pt idx="1248">
                  <c:v>0</c:v>
                </c:pt>
                <c:pt idx="1249">
                  <c:v>0</c:v>
                </c:pt>
                <c:pt idx="1250">
                  <c:v>6</c:v>
                </c:pt>
                <c:pt idx="1251">
                  <c:v>14</c:v>
                </c:pt>
                <c:pt idx="1252">
                  <c:v>6</c:v>
                </c:pt>
                <c:pt idx="1253">
                  <c:v>1</c:v>
                </c:pt>
                <c:pt idx="1254">
                  <c:v>2</c:v>
                </c:pt>
                <c:pt idx="1255">
                  <c:v>0</c:v>
                </c:pt>
                <c:pt idx="1256">
                  <c:v>0</c:v>
                </c:pt>
                <c:pt idx="1257">
                  <c:v>7</c:v>
                </c:pt>
                <c:pt idx="1258">
                  <c:v>4</c:v>
                </c:pt>
                <c:pt idx="1259">
                  <c:v>24</c:v>
                </c:pt>
                <c:pt idx="1260">
                  <c:v>5</c:v>
                </c:pt>
                <c:pt idx="1261">
                  <c:v>3</c:v>
                </c:pt>
                <c:pt idx="1262">
                  <c:v>1</c:v>
                </c:pt>
                <c:pt idx="1263">
                  <c:v>1</c:v>
                </c:pt>
                <c:pt idx="1264">
                  <c:v>1</c:v>
                </c:pt>
                <c:pt idx="1265">
                  <c:v>4</c:v>
                </c:pt>
                <c:pt idx="1266">
                  <c:v>3</c:v>
                </c:pt>
                <c:pt idx="1267">
                  <c:v>2</c:v>
                </c:pt>
                <c:pt idx="1268">
                  <c:v>0</c:v>
                </c:pt>
                <c:pt idx="1269">
                  <c:v>3</c:v>
                </c:pt>
                <c:pt idx="1270">
                  <c:v>4</c:v>
                </c:pt>
                <c:pt idx="1271">
                  <c:v>19</c:v>
                </c:pt>
                <c:pt idx="1272">
                  <c:v>20</c:v>
                </c:pt>
                <c:pt idx="1273">
                  <c:v>1</c:v>
                </c:pt>
                <c:pt idx="1274">
                  <c:v>4</c:v>
                </c:pt>
                <c:pt idx="1275">
                  <c:v>0</c:v>
                </c:pt>
                <c:pt idx="1276">
                  <c:v>4</c:v>
                </c:pt>
                <c:pt idx="1277">
                  <c:v>1</c:v>
                </c:pt>
                <c:pt idx="1278">
                  <c:v>2</c:v>
                </c:pt>
                <c:pt idx="1279">
                  <c:v>2</c:v>
                </c:pt>
                <c:pt idx="1280">
                  <c:v>2</c:v>
                </c:pt>
                <c:pt idx="1281">
                  <c:v>11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1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37.5"/>
      </c:valAx>
      <c:valAx>
        <c:axId val="48650112"/>
        <c:scaling>
          <c:orientation val="minMax"/>
          <c:max val="2027"/>
          <c:min val="2023"/>
        </c:scaling>
        <c:delete val="0"/>
        <c:axPos val="b"/>
        <c:numFmt formatCode="0"/>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1"/>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 · упоминания</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4</c:v>
                </c:pt>
                <c:pt idx="1">
                  <c:v>4</c:v>
                </c:pt>
                <c:pt idx="2">
                  <c:v>4</c:v>
                </c:pt>
                <c:pt idx="3">
                  <c:v>3</c:v>
                </c:pt>
                <c:pt idx="4">
                  <c:v>3</c:v>
                </c:pt>
                <c:pt idx="5">
                  <c:v>3</c:v>
                </c:pt>
                <c:pt idx="6">
                  <c:v>4</c:v>
                </c:pt>
                <c:pt idx="7">
                  <c:v>4</c:v>
                </c:pt>
                <c:pt idx="8">
                  <c:v>5</c:v>
                </c:pt>
                <c:pt idx="9">
                  <c:v>4</c:v>
                </c:pt>
                <c:pt idx="10">
                  <c:v>3</c:v>
                </c:pt>
                <c:pt idx="11">
                  <c:v>3</c:v>
                </c:pt>
                <c:pt idx="12">
                  <c:v>3</c:v>
                </c:pt>
                <c:pt idx="13">
                  <c:v>4</c:v>
                </c:pt>
                <c:pt idx="14">
                  <c:v>4</c:v>
                </c:pt>
                <c:pt idx="15">
                  <c:v>5</c:v>
                </c:pt>
                <c:pt idx="16">
                  <c:v>4</c:v>
                </c:pt>
                <c:pt idx="17">
                  <c:v>3</c:v>
                </c:pt>
                <c:pt idx="18">
                  <c:v>3</c:v>
                </c:pt>
                <c:pt idx="19">
                  <c:v>3</c:v>
                </c:pt>
                <c:pt idx="20">
                  <c:v>4</c:v>
                </c:pt>
                <c:pt idx="21">
                  <c:v>4</c:v>
                </c:pt>
                <c:pt idx="22">
                  <c:v>5</c:v>
                </c:pt>
                <c:pt idx="23">
                  <c:v>4</c:v>
                </c:pt>
                <c:pt idx="24">
                  <c:v>3</c:v>
                </c:pt>
                <c:pt idx="25">
                  <c:v>3</c:v>
                </c:pt>
                <c:pt idx="26">
                  <c:v>3</c:v>
                </c:pt>
                <c:pt idx="27">
                  <c:v>4</c:v>
                </c:pt>
                <c:pt idx="28">
                  <c:v>4</c:v>
                </c:pt>
                <c:pt idx="29">
                  <c:v>4</c:v>
                </c:pt>
                <c:pt idx="30">
                  <c:v>3</c:v>
                </c:pt>
              </c:numCache>
            </c:numRef>
          </c:yVal>
        </c:ser>
        <c:ser>
          <c:idx val="1"/>
          <c:order val="1"/>
          <c:tx>
            <c:v>Нижняя граница 80%</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3</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2</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Средний прогноз</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1.3267</c:v>
                </c:pt>
                <c:pt idx="1">
                  <c:v>1.5204</c:v>
                </c:pt>
                <c:pt idx="2">
                  <c:v>1.2674</c:v>
                </c:pt>
                <c:pt idx="3">
                  <c:v>1.0991</c:v>
                </c:pt>
                <c:pt idx="4">
                  <c:v>1.1198</c:v>
                </c:pt>
                <c:pt idx="5">
                  <c:v>1.0475</c:v>
                </c:pt>
                <c:pt idx="6">
                  <c:v>1.2011</c:v>
                </c:pt>
                <c:pt idx="7">
                  <c:v>1.3129</c:v>
                </c:pt>
                <c:pt idx="8">
                  <c:v>1.5192</c:v>
                </c:pt>
                <c:pt idx="9">
                  <c:v>1.2572</c:v>
                </c:pt>
                <c:pt idx="10">
                  <c:v>1.1274</c:v>
                </c:pt>
                <c:pt idx="11">
                  <c:v>1.1028</c:v>
                </c:pt>
                <c:pt idx="12">
                  <c:v>1.0299</c:v>
                </c:pt>
                <c:pt idx="13">
                  <c:v>1.1846</c:v>
                </c:pt>
                <c:pt idx="14">
                  <c:v>1.3109</c:v>
                </c:pt>
                <c:pt idx="15">
                  <c:v>1.5247</c:v>
                </c:pt>
                <c:pt idx="16">
                  <c:v>1.2315</c:v>
                </c:pt>
                <c:pt idx="17">
                  <c:v>1.0893</c:v>
                </c:pt>
                <c:pt idx="18">
                  <c:v>1.1111</c:v>
                </c:pt>
                <c:pt idx="19">
                  <c:v>1.0484</c:v>
                </c:pt>
                <c:pt idx="20">
                  <c:v>1.1769</c:v>
                </c:pt>
                <c:pt idx="21">
                  <c:v>1.3299</c:v>
                </c:pt>
                <c:pt idx="22">
                  <c:v>1.5235</c:v>
                </c:pt>
                <c:pt idx="23">
                  <c:v>1.2454</c:v>
                </c:pt>
                <c:pt idx="24">
                  <c:v>1.0761</c:v>
                </c:pt>
                <c:pt idx="25">
                  <c:v>1.1167</c:v>
                </c:pt>
                <c:pt idx="26">
                  <c:v>1.0436</c:v>
                </c:pt>
                <c:pt idx="27">
                  <c:v>1.2019</c:v>
                </c:pt>
                <c:pt idx="28">
                  <c:v>1.3106</c:v>
                </c:pt>
                <c:pt idx="29">
                  <c:v>1.3895</c:v>
                </c:pt>
                <c:pt idx="30">
                  <c:v>1.1167</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 · упоминания</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7</c:v>
                </c:pt>
                <c:pt idx="1">
                  <c:v>9</c:v>
                </c:pt>
                <c:pt idx="2">
                  <c:v>7</c:v>
                </c:pt>
                <c:pt idx="3">
                  <c:v>6</c:v>
                </c:pt>
                <c:pt idx="4">
                  <c:v>6</c:v>
                </c:pt>
                <c:pt idx="5">
                  <c:v>6</c:v>
                </c:pt>
                <c:pt idx="6">
                  <c:v>6</c:v>
                </c:pt>
                <c:pt idx="7">
                  <c:v>6</c:v>
                </c:pt>
                <c:pt idx="8">
                  <c:v>9</c:v>
                </c:pt>
                <c:pt idx="9">
                  <c:v>7</c:v>
                </c:pt>
                <c:pt idx="10">
                  <c:v>6</c:v>
                </c:pt>
                <c:pt idx="11">
                  <c:v>6</c:v>
                </c:pt>
                <c:pt idx="12">
                  <c:v>6</c:v>
                </c:pt>
                <c:pt idx="13">
                  <c:v>6</c:v>
                </c:pt>
                <c:pt idx="14">
                  <c:v>6</c:v>
                </c:pt>
                <c:pt idx="15">
                  <c:v>9</c:v>
                </c:pt>
                <c:pt idx="16">
                  <c:v>7</c:v>
                </c:pt>
                <c:pt idx="17">
                  <c:v>6</c:v>
                </c:pt>
                <c:pt idx="18">
                  <c:v>6</c:v>
                </c:pt>
                <c:pt idx="19">
                  <c:v>6</c:v>
                </c:pt>
                <c:pt idx="20">
                  <c:v>6</c:v>
                </c:pt>
                <c:pt idx="21">
                  <c:v>6</c:v>
                </c:pt>
                <c:pt idx="22">
                  <c:v>9</c:v>
                </c:pt>
                <c:pt idx="23">
                  <c:v>7</c:v>
                </c:pt>
                <c:pt idx="24">
                  <c:v>6</c:v>
                </c:pt>
                <c:pt idx="25">
                  <c:v>6</c:v>
                </c:pt>
                <c:pt idx="26">
                  <c:v>5</c:v>
                </c:pt>
                <c:pt idx="27">
                  <c:v>6</c:v>
                </c:pt>
                <c:pt idx="28">
                  <c:v>6</c:v>
                </c:pt>
                <c:pt idx="29">
                  <c:v>8</c:v>
                </c:pt>
                <c:pt idx="30">
                  <c:v>6</c:v>
                </c:pt>
              </c:numCache>
            </c:numRef>
          </c:yVal>
        </c:ser>
        <c:ser>
          <c:idx val="1"/>
          <c:order val="1"/>
          <c:tx>
            <c:v>Нижняя граница 80%</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27</c:v>
                </c:pt>
                <c:pt idx="1">
                  <c:v>23</c:v>
                </c:pt>
                <c:pt idx="2">
                  <c:v>0</c:v>
                </c:pt>
                <c:pt idx="3">
                  <c:v>0</c:v>
                </c:pt>
                <c:pt idx="4">
                  <c:v>0</c:v>
                </c:pt>
                <c:pt idx="5">
                  <c:v>0</c:v>
                </c:pt>
                <c:pt idx="6">
                  <c:v>0</c:v>
                </c:pt>
                <c:pt idx="7">
                  <c:v>0</c:v>
                </c:pt>
                <c:pt idx="8">
                  <c:v>1</c:v>
                </c:pt>
                <c:pt idx="9">
                  <c:v>0</c:v>
                </c:pt>
                <c:pt idx="10">
                  <c:v>0</c:v>
                </c:pt>
                <c:pt idx="11">
                  <c:v>0</c:v>
                </c:pt>
                <c:pt idx="12">
                  <c:v>3</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4</c:v>
                </c:pt>
                <c:pt idx="33">
                  <c:v>1</c:v>
                </c:pt>
                <c:pt idx="34">
                  <c:v>3</c:v>
                </c:pt>
                <c:pt idx="35">
                  <c:v>0</c:v>
                </c:pt>
                <c:pt idx="36">
                  <c:v>3</c:v>
                </c:pt>
                <c:pt idx="37">
                  <c:v>0</c:v>
                </c:pt>
                <c:pt idx="38">
                  <c:v>0</c:v>
                </c:pt>
                <c:pt idx="39">
                  <c:v>1</c:v>
                </c:pt>
                <c:pt idx="40">
                  <c:v>1</c:v>
                </c:pt>
                <c:pt idx="41">
                  <c:v>1</c:v>
                </c:pt>
                <c:pt idx="42">
                  <c:v>1</c:v>
                </c:pt>
                <c:pt idx="43">
                  <c:v>7</c:v>
                </c:pt>
              </c:numCache>
            </c:numRef>
          </c:yVal>
        </c:ser>
        <c:ser>
          <c:idx val="3"/>
          <c:order val="3"/>
          <c:tx>
            <c:v>Средний прогноз</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2.1359</c:v>
                </c:pt>
                <c:pt idx="1">
                  <c:v>3.0896</c:v>
                </c:pt>
                <c:pt idx="2">
                  <c:v>2.3031</c:v>
                </c:pt>
                <c:pt idx="3">
                  <c:v>1.9209</c:v>
                </c:pt>
                <c:pt idx="4">
                  <c:v>2.0192</c:v>
                </c:pt>
                <c:pt idx="5">
                  <c:v>1.8073</c:v>
                </c:pt>
                <c:pt idx="6">
                  <c:v>1.8765</c:v>
                </c:pt>
                <c:pt idx="7">
                  <c:v>2.0911</c:v>
                </c:pt>
                <c:pt idx="8">
                  <c:v>3.0574</c:v>
                </c:pt>
                <c:pt idx="9">
                  <c:v>2.2763</c:v>
                </c:pt>
                <c:pt idx="10">
                  <c:v>1.9397</c:v>
                </c:pt>
                <c:pt idx="11">
                  <c:v>1.9487</c:v>
                </c:pt>
                <c:pt idx="12">
                  <c:v>1.8148</c:v>
                </c:pt>
                <c:pt idx="13">
                  <c:v>1.8252</c:v>
                </c:pt>
                <c:pt idx="14">
                  <c:v>2.0955</c:v>
                </c:pt>
                <c:pt idx="15">
                  <c:v>3.0614</c:v>
                </c:pt>
                <c:pt idx="16">
                  <c:v>2.272</c:v>
                </c:pt>
                <c:pt idx="17">
                  <c:v>1.9065</c:v>
                </c:pt>
                <c:pt idx="18">
                  <c:v>1.9923</c:v>
                </c:pt>
                <c:pt idx="19">
                  <c:v>1.8128</c:v>
                </c:pt>
                <c:pt idx="20">
                  <c:v>1.8824</c:v>
                </c:pt>
                <c:pt idx="21">
                  <c:v>2.1025</c:v>
                </c:pt>
                <c:pt idx="22">
                  <c:v>3.0732</c:v>
                </c:pt>
                <c:pt idx="23">
                  <c:v>2.2584</c:v>
                </c:pt>
                <c:pt idx="24">
                  <c:v>1.9206</c:v>
                </c:pt>
                <c:pt idx="25">
                  <c:v>1.9545</c:v>
                </c:pt>
                <c:pt idx="26">
                  <c:v>1.773</c:v>
                </c:pt>
                <c:pt idx="27">
                  <c:v>1.8623</c:v>
                </c:pt>
                <c:pt idx="28">
                  <c:v>2.0788</c:v>
                </c:pt>
                <c:pt idx="29">
                  <c:v>2.7941</c:v>
                </c:pt>
                <c:pt idx="30">
                  <c:v>2.1369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10"/>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5.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 · записи с упоминанием</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2</c:v>
                </c:pt>
                <c:pt idx="1">
                  <c:v>3</c:v>
                </c:pt>
                <c:pt idx="2">
                  <c:v>2</c:v>
                </c:pt>
                <c:pt idx="3">
                  <c:v>2</c:v>
                </c:pt>
                <c:pt idx="4">
                  <c:v>2</c:v>
                </c:pt>
                <c:pt idx="5">
                  <c:v>2</c:v>
                </c:pt>
                <c:pt idx="6">
                  <c:v>2</c:v>
                </c:pt>
                <c:pt idx="7">
                  <c:v>2</c:v>
                </c:pt>
                <c:pt idx="8">
                  <c:v>3</c:v>
                </c:pt>
                <c:pt idx="9">
                  <c:v>2</c:v>
                </c:pt>
                <c:pt idx="10">
                  <c:v>2</c:v>
                </c:pt>
                <c:pt idx="11">
                  <c:v>2</c:v>
                </c:pt>
                <c:pt idx="12">
                  <c:v>2</c:v>
                </c:pt>
                <c:pt idx="13">
                  <c:v>2</c:v>
                </c:pt>
                <c:pt idx="14">
                  <c:v>2</c:v>
                </c:pt>
                <c:pt idx="15">
                  <c:v>3</c:v>
                </c:pt>
                <c:pt idx="16">
                  <c:v>2</c:v>
                </c:pt>
                <c:pt idx="17">
                  <c:v>2</c:v>
                </c:pt>
                <c:pt idx="18">
                  <c:v>2</c:v>
                </c:pt>
                <c:pt idx="19">
                  <c:v>2</c:v>
                </c:pt>
                <c:pt idx="20">
                  <c:v>2</c:v>
                </c:pt>
                <c:pt idx="21">
                  <c:v>2</c:v>
                </c:pt>
                <c:pt idx="22">
                  <c:v>3</c:v>
                </c:pt>
                <c:pt idx="23">
                  <c:v>2</c:v>
                </c:pt>
                <c:pt idx="24">
                  <c:v>2</c:v>
                </c:pt>
                <c:pt idx="25">
                  <c:v>2</c:v>
                </c:pt>
                <c:pt idx="26">
                  <c:v>2</c:v>
                </c:pt>
                <c:pt idx="27">
                  <c:v>2</c:v>
                </c:pt>
                <c:pt idx="28">
                  <c:v>2</c:v>
                </c:pt>
                <c:pt idx="29">
                  <c:v>2</c:v>
                </c:pt>
                <c:pt idx="30">
                  <c:v>2</c:v>
                </c:pt>
              </c:numCache>
            </c:numRef>
          </c:yVal>
        </c:ser>
        <c:ser>
          <c:idx val="1"/>
          <c:order val="1"/>
          <c:tx>
            <c:v>Нижняя граница 80%</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1</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1</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Средний прогноз</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0.815</c:v>
                </c:pt>
                <c:pt idx="1">
                  <c:v>0.8715</c:v>
                </c:pt>
                <c:pt idx="2">
                  <c:v>0.7662</c:v>
                </c:pt>
                <c:pt idx="3">
                  <c:v>0.7435</c:v>
                </c:pt>
                <c:pt idx="4">
                  <c:v>0.8053</c:v>
                </c:pt>
                <c:pt idx="5">
                  <c:v>0.6963</c:v>
                </c:pt>
                <c:pt idx="6">
                  <c:v>0.7637</c:v>
                </c:pt>
                <c:pt idx="7">
                  <c:v>0.7983</c:v>
                </c:pt>
                <c:pt idx="8">
                  <c:v>0.8585</c:v>
                </c:pt>
                <c:pt idx="9">
                  <c:v>0.7696</c:v>
                </c:pt>
                <c:pt idx="10">
                  <c:v>0.7713</c:v>
                </c:pt>
                <c:pt idx="11">
                  <c:v>0.7853</c:v>
                </c:pt>
                <c:pt idx="12">
                  <c:v>0.6874</c:v>
                </c:pt>
                <c:pt idx="13">
                  <c:v>0.7694</c:v>
                </c:pt>
                <c:pt idx="14">
                  <c:v>0.8028</c:v>
                </c:pt>
                <c:pt idx="15">
                  <c:v>0.8718</c:v>
                </c:pt>
                <c:pt idx="16">
                  <c:v>0.7558</c:v>
                </c:pt>
                <c:pt idx="17">
                  <c:v>0.7536</c:v>
                </c:pt>
                <c:pt idx="18">
                  <c:v>0.7946</c:v>
                </c:pt>
                <c:pt idx="19">
                  <c:v>0.6936</c:v>
                </c:pt>
                <c:pt idx="20">
                  <c:v>0.76</c:v>
                </c:pt>
                <c:pt idx="21">
                  <c:v>0.8046</c:v>
                </c:pt>
                <c:pt idx="22">
                  <c:v>0.8641</c:v>
                </c:pt>
                <c:pt idx="23">
                  <c:v>0.7542</c:v>
                </c:pt>
                <c:pt idx="24">
                  <c:v>0.7386</c:v>
                </c:pt>
                <c:pt idx="25">
                  <c:v>0.7949</c:v>
                </c:pt>
                <c:pt idx="26">
                  <c:v>0.6917</c:v>
                </c:pt>
                <c:pt idx="27">
                  <c:v>0.7741</c:v>
                </c:pt>
                <c:pt idx="28">
                  <c:v>0.7992</c:v>
                </c:pt>
                <c:pt idx="29">
                  <c:v>0.8271</c:v>
                </c:pt>
                <c:pt idx="30">
                  <c:v>0.7153</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6.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 · записи с упоминанием</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3</c:v>
                </c:pt>
                <c:pt idx="1">
                  <c:v>4</c:v>
                </c:pt>
                <c:pt idx="2">
                  <c:v>3</c:v>
                </c:pt>
                <c:pt idx="3">
                  <c:v>3</c:v>
                </c:pt>
                <c:pt idx="4">
                  <c:v>4</c:v>
                </c:pt>
                <c:pt idx="5">
                  <c:v>3</c:v>
                </c:pt>
                <c:pt idx="6">
                  <c:v>3</c:v>
                </c:pt>
                <c:pt idx="7">
                  <c:v>3</c:v>
                </c:pt>
                <c:pt idx="8">
                  <c:v>4</c:v>
                </c:pt>
                <c:pt idx="9">
                  <c:v>3</c:v>
                </c:pt>
                <c:pt idx="10">
                  <c:v>3</c:v>
                </c:pt>
                <c:pt idx="11">
                  <c:v>3</c:v>
                </c:pt>
                <c:pt idx="12">
                  <c:v>3</c:v>
                </c:pt>
                <c:pt idx="13">
                  <c:v>3</c:v>
                </c:pt>
                <c:pt idx="14">
                  <c:v>3</c:v>
                </c:pt>
                <c:pt idx="15">
                  <c:v>4</c:v>
                </c:pt>
                <c:pt idx="16">
                  <c:v>3</c:v>
                </c:pt>
                <c:pt idx="17">
                  <c:v>3</c:v>
                </c:pt>
                <c:pt idx="18">
                  <c:v>3</c:v>
                </c:pt>
                <c:pt idx="19">
                  <c:v>3</c:v>
                </c:pt>
                <c:pt idx="20">
                  <c:v>3</c:v>
                </c:pt>
                <c:pt idx="21">
                  <c:v>3</c:v>
                </c:pt>
                <c:pt idx="22">
                  <c:v>4</c:v>
                </c:pt>
                <c:pt idx="23">
                  <c:v>3</c:v>
                </c:pt>
                <c:pt idx="24">
                  <c:v>3</c:v>
                </c:pt>
                <c:pt idx="25">
                  <c:v>3</c:v>
                </c:pt>
                <c:pt idx="26">
                  <c:v>3</c:v>
                </c:pt>
                <c:pt idx="27">
                  <c:v>3</c:v>
                </c:pt>
                <c:pt idx="28">
                  <c:v>3</c:v>
                </c:pt>
                <c:pt idx="29">
                  <c:v>4</c:v>
                </c:pt>
                <c:pt idx="30">
                  <c:v>4</c:v>
                </c:pt>
              </c:numCache>
            </c:numRef>
          </c:yVal>
        </c:ser>
        <c:ser>
          <c:idx val="1"/>
          <c:order val="1"/>
          <c:tx>
            <c:v>Нижняя граница 80%</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6</c:v>
                </c:pt>
                <c:pt idx="1">
                  <c:v>5</c:v>
                </c:pt>
                <c:pt idx="2">
                  <c:v>0</c:v>
                </c:pt>
                <c:pt idx="3">
                  <c:v>0</c:v>
                </c:pt>
                <c:pt idx="4">
                  <c:v>0</c:v>
                </c:pt>
                <c:pt idx="5">
                  <c:v>0</c:v>
                </c:pt>
                <c:pt idx="6">
                  <c:v>0</c:v>
                </c:pt>
                <c:pt idx="7">
                  <c:v>0</c:v>
                </c:pt>
                <c:pt idx="8">
                  <c:v>1</c:v>
                </c:pt>
                <c:pt idx="9">
                  <c:v>0</c:v>
                </c:pt>
                <c:pt idx="10">
                  <c:v>0</c:v>
                </c:pt>
                <c:pt idx="11">
                  <c:v>0</c:v>
                </c:pt>
                <c:pt idx="12">
                  <c:v>2</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1</c:v>
                </c:pt>
                <c:pt idx="33">
                  <c:v>1</c:v>
                </c:pt>
                <c:pt idx="34">
                  <c:v>3</c:v>
                </c:pt>
                <c:pt idx="35">
                  <c:v>0</c:v>
                </c:pt>
                <c:pt idx="36">
                  <c:v>3</c:v>
                </c:pt>
                <c:pt idx="37">
                  <c:v>0</c:v>
                </c:pt>
                <c:pt idx="38">
                  <c:v>0</c:v>
                </c:pt>
                <c:pt idx="39">
                  <c:v>1</c:v>
                </c:pt>
                <c:pt idx="40">
                  <c:v>1</c:v>
                </c:pt>
                <c:pt idx="41">
                  <c:v>1</c:v>
                </c:pt>
                <c:pt idx="42">
                  <c:v>1</c:v>
                </c:pt>
                <c:pt idx="43">
                  <c:v>2</c:v>
                </c:pt>
              </c:numCache>
            </c:numRef>
          </c:yVal>
        </c:ser>
        <c:ser>
          <c:idx val="3"/>
          <c:order val="3"/>
          <c:tx>
            <c:v>Средний прогноз</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1.0334</c:v>
                </c:pt>
                <c:pt idx="1">
                  <c:v>1.3436</c:v>
                </c:pt>
                <c:pt idx="2">
                  <c:v>1.202</c:v>
                </c:pt>
                <c:pt idx="3">
                  <c:v>1.1429</c:v>
                </c:pt>
                <c:pt idx="4">
                  <c:v>1.2337</c:v>
                </c:pt>
                <c:pt idx="5">
                  <c:v>1.0668</c:v>
                </c:pt>
                <c:pt idx="6">
                  <c:v>1.0532</c:v>
                </c:pt>
                <c:pt idx="7">
                  <c:v>1.0173</c:v>
                </c:pt>
                <c:pt idx="8">
                  <c:v>1.3509</c:v>
                </c:pt>
                <c:pt idx="9">
                  <c:v>1.1914</c:v>
                </c:pt>
                <c:pt idx="10">
                  <c:v>1.1464</c:v>
                </c:pt>
                <c:pt idx="11">
                  <c:v>1.1909</c:v>
                </c:pt>
                <c:pt idx="12">
                  <c:v>1.0633</c:v>
                </c:pt>
                <c:pt idx="13">
                  <c:v>1.0414</c:v>
                </c:pt>
                <c:pt idx="14">
                  <c:v>1.0278</c:v>
                </c:pt>
                <c:pt idx="15">
                  <c:v>1.3552</c:v>
                </c:pt>
                <c:pt idx="16">
                  <c:v>1.193</c:v>
                </c:pt>
                <c:pt idx="17">
                  <c:v>1.1446</c:v>
                </c:pt>
                <c:pt idx="18">
                  <c:v>1.2143</c:v>
                </c:pt>
                <c:pt idx="19">
                  <c:v>1.0719</c:v>
                </c:pt>
                <c:pt idx="20">
                  <c:v>1.059</c:v>
                </c:pt>
                <c:pt idx="21">
                  <c:v>1.0312</c:v>
                </c:pt>
                <c:pt idx="22">
                  <c:v>1.3513</c:v>
                </c:pt>
                <c:pt idx="23">
                  <c:v>1.1839</c:v>
                </c:pt>
                <c:pt idx="24">
                  <c:v>1.1394</c:v>
                </c:pt>
                <c:pt idx="25">
                  <c:v>1.201</c:v>
                </c:pt>
                <c:pt idx="26">
                  <c:v>1.0469</c:v>
                </c:pt>
                <c:pt idx="27">
                  <c:v>1.045</c:v>
                </c:pt>
                <c:pt idx="28">
                  <c:v>1.0111</c:v>
                </c:pt>
                <c:pt idx="29">
                  <c:v>1.4874</c:v>
                </c:pt>
                <c:pt idx="30">
                  <c:v>1.3219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7.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Нормированный CRPS</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Нормированный CRPS</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Смесь</c:v>
                </c:pt>
              </c:strCache>
            </c:strRef>
          </c:cat>
          <c:val>
            <c:numRef>
              <c:f>'Chart Data'!$B$2:$B$6</c:f>
              <c:numCache>
                <c:formatCode>0.0</c:formatCode>
                <c:ptCount val="5"/>
                <c:pt idx="0">
                  <c:v>0.5056</c:v>
                </c:pt>
                <c:pt idx="1">
                  <c:v>0.4711</c:v>
                </c:pt>
                <c:pt idx="2">
                  <c:v>0.4542</c:v>
                </c:pt>
                <c:pt idx="3">
                  <c:v>0.4546</c:v>
                </c:pt>
                <c:pt idx="4">
                  <c:v>0.4609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0.65"/>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2"/>
      </c:valAx>
      <c:spPr>
        <ns1:solidFill>
          <ns1:srgbClr val="FCFBF8"/>
        </ns1:solidFill>
      </c:spPr>
    </c:plotArea>
    <c:plotVisOnly val="1"/>
  </c:chart>
  <c:spPr>
    <ns1:solidFill>
      <ns1:srgbClr val="FCFBF8"/>
    </ns1:solidFill>
  </c:spPr>
  <c:externalData r:id="rIdWorkbook">
    <c:autoUpdate val="0"/>
  </c:externalData>
</c:chartSpace>
</file>

<file path=ppt/slides/charts/chart8.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RMSE, число за день</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RMSE, число за день</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Смесь</c:v>
                </c:pt>
              </c:strCache>
            </c:strRef>
          </c:cat>
          <c:val>
            <c:numRef>
              <c:f>'Chart Data'!$B$2:$B$6</c:f>
              <c:numCache>
                <c:formatCode>0.0</c:formatCode>
                <c:ptCount val="5"/>
                <c:pt idx="0">
                  <c:v>2.4242</c:v>
                </c:pt>
                <c:pt idx="1">
                  <c:v>2.4275</c:v>
                </c:pt>
                <c:pt idx="2">
                  <c:v>2.3829</c:v>
                </c:pt>
                <c:pt idx="3">
                  <c:v>2.3859</c:v>
                </c:pt>
                <c:pt idx="4">
                  <c:v>2.3869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3"/>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5"/>
      </c:valAx>
      <c:spPr>
        <ns1:solidFill>
          <ns1:srgbClr val="FCFBF8"/>
        </ns1:solidFill>
      </c:spPr>
    </c:plotArea>
    <c:plotVisOnly val="1"/>
  </c:chart>
  <c:spPr>
    <ns1:solidFill>
      <ns1:srgbClr val="FCFBF8"/>
    </ns1:solidFill>
  </c:spPr>
  <c:externalData r:id="rIdWorkbook">
    <c:autoUpdate val="0"/>
  </c:externalData>
</c:chartSpace>
</file>

<file path=ppt/slides/charts/chart9.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80%-е интервалы, покрытие в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Заявленный уровень</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Смесь</c:v>
                </c:pt>
              </c:strCache>
            </c:strRef>
          </c:cat>
          <c:val>
            <c:numRef>
              <c:f>'Chart Data'!$B$2:$B$6</c:f>
              <c:numCache>
                <c:formatCode>0</c:formatCode>
                <c:ptCount val="5"/>
                <c:pt idx="0">
                  <c:v>80</c:v>
                </c:pt>
                <c:pt idx="1">
                  <c:v>80</c:v>
                </c:pt>
                <c:pt idx="2">
                  <c:v>80</c:v>
                </c:pt>
                <c:pt idx="3">
                  <c:v>80</c:v>
                </c:pt>
                <c:pt idx="4">
                  <c:v>80</c:v>
                </c:pt>
              </c:numCache>
            </c:numRef>
          </c:val>
          <c:smooth val="0"/>
        </c:ser>
        <c:ser>
          <c:idx val="1"/>
          <c:order val="1"/>
          <c:tx>
            <c:v>Фактическое покрытие</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Смесь</c:v>
                </c:pt>
              </c:strCache>
            </c:strRef>
          </c:cat>
          <c:val>
            <c:numRef>
              <c:f>'Chart Data'!$D$2:$D$6</c:f>
              <c:numCache>
                <c:formatCode>0</c:formatCode>
                <c:ptCount val="5"/>
                <c:pt idx="0">
                  <c:v>37.8571</c:v>
                </c:pt>
                <c:pt idx="1">
                  <c:v>52.1429</c:v>
                </c:pt>
                <c:pt idx="2">
                  <c:v>72.1429</c:v>
                </c:pt>
                <c:pt idx="3">
                  <c:v>77.8571</c:v>
                </c:pt>
                <c:pt idx="4">
                  <c:v>70.7143</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10.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95%-е интервалы, покрытие в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Заявленный уровень</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Смесь</c:v>
                </c:pt>
              </c:strCache>
            </c:strRef>
          </c:cat>
          <c:val>
            <c:numRef>
              <c:f>'Chart Data'!$B$2:$B$6</c:f>
              <c:numCache>
                <c:formatCode>0</c:formatCode>
                <c:ptCount val="5"/>
                <c:pt idx="0">
                  <c:v>95</c:v>
                </c:pt>
                <c:pt idx="1">
                  <c:v>95</c:v>
                </c:pt>
                <c:pt idx="2">
                  <c:v>95</c:v>
                </c:pt>
                <c:pt idx="3">
                  <c:v>95</c:v>
                </c:pt>
                <c:pt idx="4">
                  <c:v>95</c:v>
                </c:pt>
              </c:numCache>
            </c:numRef>
          </c:val>
          <c:smooth val="0"/>
        </c:ser>
        <c:ser>
          <c:idx val="1"/>
          <c:order val="1"/>
          <c:tx>
            <c:v>Фактическое покрытие</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Смесь</c:v>
                </c:pt>
              </c:strCache>
            </c:strRef>
          </c:cat>
          <c:val>
            <c:numRef>
              <c:f>'Chart Data'!$D$2:$D$6</c:f>
              <c:numCache>
                <c:formatCode>0</c:formatCode>
                <c:ptCount val="5"/>
                <c:pt idx="0">
                  <c:v>54.6429</c:v>
                </c:pt>
                <c:pt idx="1">
                  <c:v>77.1429</c:v>
                </c:pt>
                <c:pt idx="2">
                  <c:v>90</c:v>
                </c:pt>
                <c:pt idx="3">
                  <c:v>91.7857</c:v>
                </c:pt>
                <c:pt idx="4">
                  <c:v>90</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page-number">
            <a:extLst xmlns:a="http://schemas.openxmlformats.org/drawingml/2006/main">
              <a:ext uri="{FF2B5EF4-FFF2-40B4-BE49-F238E27FC236}">
                <a16:creationId xmlns:a16="http://schemas.microsoft.com/office/drawing/2014/main" id="{32A7A187-A0CF-4F1C-8D75-25F481E4F3EF}"/>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01</a:t>
            </a:r>
          </a:p>
        </p:txBody>
      </p:sp>
      <p:sp>
        <p:nvSpPr>
          <p:cNvPr id="2" name="project-label">
            <a:extLst xmlns:a="http://schemas.openxmlformats.org/drawingml/2006/main">
              <a:ext uri="{FF2B5EF4-FFF2-40B4-BE49-F238E27FC236}">
                <a16:creationId xmlns:a16="http://schemas.microsoft.com/office/drawing/2014/main" id="{8D2C18BF-1E4A-48FE-9DCC-1A00D0A15FF2}"/>
              </a:ext>
            </a:extLst>
          </p:cNvPr>
          <p:cNvSpPr>
            <a:spLocks xmlns:a="http://schemas.openxmlformats.org/drawingml/2006/main" noGrp="1"/>
          </p:cNvSpPr>
          <p:nvPr/>
        </p:nvSpPr>
        <p:spPr>
          <a:xfrm xmlns:a="http://schemas.openxmlformats.org/drawingml/2006/main">
            <a:off x="685800" y="6667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ПРОЕКТ ПО ПРОГНОЗИРОВАНИЮ</a:t>
            </a:r>
          </a:p>
        </p:txBody>
      </p:sp>
      <p:sp>
        <p:nvSpPr>
          <p:cNvPr id="3" name="main-title">
            <a:extLst xmlns:a="http://schemas.openxmlformats.org/drawingml/2006/main">
              <a:ext uri="{FF2B5EF4-FFF2-40B4-BE49-F238E27FC236}">
                <a16:creationId xmlns:a16="http://schemas.microsoft.com/office/drawing/2014/main" id="{7B98497D-548C-4F51-82C0-D730D3A39C93}"/>
              </a:ext>
            </a:extLst>
          </p:cNvPr>
          <p:cNvSpPr>
            <a:spLocks xmlns:a="http://schemas.openxmlformats.org/drawingml/2006/main" noGrp="1"/>
          </p:cNvSpPr>
          <p:nvPr/>
        </p:nvSpPr>
        <p:spPr>
          <a:xfrm xmlns:a="http://schemas.openxmlformats.org/drawingml/2006/main">
            <a:off x="685800" y="149542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5100" b="0">
                <a:solidFill>
                  <a:srgbClr val="243C45"/>
                </a:solidFill>
                <a:latin typeface="Arial"/>
                <a:ea typeface="Arial"/>
                <a:cs typeface="Arial"/>
              </a:defRPr>
            </a:defPPr>
            <a:lvl1pPr>
              <a:defRPr sz="5100" b="0">
                <a:solidFill>
                  <a:srgbClr val="243C45"/>
                </a:solidFill>
                <a:latin typeface="Arial"/>
                <a:ea typeface="Arial"/>
                <a:cs typeface="Arial"/>
              </a:defRPr>
            </a:lvl1pPr>
            <a:lvl2pPr>
              <a:defRPr sz="5100" b="0">
                <a:solidFill>
                  <a:srgbClr val="243C45"/>
                </a:solidFill>
                <a:latin typeface="Arial"/>
                <a:ea typeface="Arial"/>
                <a:cs typeface="Arial"/>
              </a:defRPr>
            </a:lvl2pPr>
            <a:lvl3pPr>
              <a:defRPr sz="5100" b="0">
                <a:solidFill>
                  <a:srgbClr val="243C45"/>
                </a:solidFill>
                <a:latin typeface="Arial"/>
                <a:ea typeface="Arial"/>
                <a:cs typeface="Arial"/>
              </a:defRPr>
            </a:lvl3pPr>
            <a:lvl4pPr>
              <a:defRPr sz="5100" b="0">
                <a:solidFill>
                  <a:srgbClr val="243C45"/>
                </a:solidFill>
                <a:latin typeface="Arial"/>
                <a:ea typeface="Arial"/>
                <a:cs typeface="Arial"/>
              </a:defRPr>
            </a:lvl4pPr>
            <a:lvl5pPr>
              <a:defRPr sz="5100" b="0">
                <a:solidFill>
                  <a:srgbClr val="243C45"/>
                </a:solidFill>
                <a:latin typeface="Arial"/>
                <a:ea typeface="Arial"/>
                <a:cs typeface="Arial"/>
              </a:defRPr>
            </a:lvl5pPr>
            <a:lvl6pPr>
              <a:defRPr sz="5100" b="0">
                <a:solidFill>
                  <a:srgbClr val="243C45"/>
                </a:solidFill>
                <a:latin typeface="Arial"/>
                <a:ea typeface="Arial"/>
                <a:cs typeface="Arial"/>
              </a:defRPr>
            </a:lvl6pPr>
            <a:lvl7pPr>
              <a:defRPr sz="5100" b="0">
                <a:solidFill>
                  <a:srgbClr val="243C45"/>
                </a:solidFill>
                <a:latin typeface="Arial"/>
                <a:ea typeface="Arial"/>
                <a:cs typeface="Arial"/>
              </a:defRPr>
            </a:lvl7pPr>
            <a:lvl8pPr>
              <a:defRPr sz="5100" b="0">
                <a:solidFill>
                  <a:srgbClr val="243C45"/>
                </a:solidFill>
                <a:latin typeface="Arial"/>
                <a:ea typeface="Arial"/>
                <a:cs typeface="Arial"/>
              </a:defRPr>
            </a:lvl8pPr>
            <a:lvl9pPr>
              <a:defRPr sz="5100" b="0">
                <a:solidFill>
                  <a:srgbClr val="243C45"/>
                </a:solidFill>
                <a:latin typeface="Arial"/>
                <a:ea typeface="Arial"/>
                <a:cs typeface="Arial"/>
              </a:defRPr>
            </a:lvl9pPr>
          </a:lstStyle>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Ленин и Сталин</a:t>
            </a:r>
          </a:p>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в телеэфире</a:t>
            </a:r>
          </a:p>
        </p:txBody>
      </p:sp>
      <p:sp>
        <p:nvSpPr>
          <p:cNvPr id="4" name="motivation">
            <a:extLst xmlns:a="http://schemas.openxmlformats.org/drawingml/2006/main">
              <a:ext uri="{FF2B5EF4-FFF2-40B4-BE49-F238E27FC236}">
                <a16:creationId xmlns:a16="http://schemas.microsoft.com/office/drawing/2014/main" id="{485CCF97-5580-4145-817D-36BDE6212881}"/>
              </a:ext>
            </a:extLst>
          </p:cNvPr>
          <p:cNvSpPr>
            <a:spLocks xmlns:a="http://schemas.openxmlformats.org/drawingml/2006/main" noGrp="1"/>
          </p:cNvSpPr>
          <p:nvPr/>
        </p:nvSpPr>
        <p:spPr>
          <a:xfrm xmlns:a="http://schemas.openxmlformats.org/drawingml/2006/main">
            <a:off x="723900" y="34766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43C45"/>
                </a:solidFill>
                <a:latin typeface="Arial"/>
                <a:ea typeface="Arial"/>
                <a:cs typeface="Arial"/>
              </a:defRPr>
            </a:defPPr>
            <a:lvl1pPr>
              <a:defRPr sz="2250" b="0">
                <a:solidFill>
                  <a:srgbClr val="243C45"/>
                </a:solidFill>
                <a:latin typeface="Arial"/>
                <a:ea typeface="Arial"/>
                <a:cs typeface="Arial"/>
              </a:defRPr>
            </a:lvl1pPr>
            <a:lvl2pPr>
              <a:defRPr sz="2250" b="0">
                <a:solidFill>
                  <a:srgbClr val="243C45"/>
                </a:solidFill>
                <a:latin typeface="Arial"/>
                <a:ea typeface="Arial"/>
                <a:cs typeface="Arial"/>
              </a:defRPr>
            </a:lvl2pPr>
            <a:lvl3pPr>
              <a:defRPr sz="2250" b="0">
                <a:solidFill>
                  <a:srgbClr val="243C45"/>
                </a:solidFill>
                <a:latin typeface="Arial"/>
                <a:ea typeface="Arial"/>
                <a:cs typeface="Arial"/>
              </a:defRPr>
            </a:lvl3pPr>
            <a:lvl4pPr>
              <a:defRPr sz="2250" b="0">
                <a:solidFill>
                  <a:srgbClr val="243C45"/>
                </a:solidFill>
                <a:latin typeface="Arial"/>
                <a:ea typeface="Arial"/>
                <a:cs typeface="Arial"/>
              </a:defRPr>
            </a:lvl4pPr>
            <a:lvl5pPr>
              <a:defRPr sz="2250" b="0">
                <a:solidFill>
                  <a:srgbClr val="243C45"/>
                </a:solidFill>
                <a:latin typeface="Arial"/>
                <a:ea typeface="Arial"/>
                <a:cs typeface="Arial"/>
              </a:defRPr>
            </a:lvl5pPr>
            <a:lvl6pPr>
              <a:defRPr sz="2250" b="0">
                <a:solidFill>
                  <a:srgbClr val="243C45"/>
                </a:solidFill>
                <a:latin typeface="Arial"/>
                <a:ea typeface="Arial"/>
                <a:cs typeface="Arial"/>
              </a:defRPr>
            </a:lvl6pPr>
            <a:lvl7pPr>
              <a:defRPr sz="2250" b="0">
                <a:solidFill>
                  <a:srgbClr val="243C45"/>
                </a:solidFill>
                <a:latin typeface="Arial"/>
                <a:ea typeface="Arial"/>
                <a:cs typeface="Arial"/>
              </a:defRPr>
            </a:lvl7pPr>
            <a:lvl8pPr>
              <a:defRPr sz="2250" b="0">
                <a:solidFill>
                  <a:srgbClr val="243C45"/>
                </a:solidFill>
                <a:latin typeface="Arial"/>
                <a:ea typeface="Arial"/>
                <a:cs typeface="Arial"/>
              </a:defRPr>
            </a:lvl8pPr>
            <a:lvl9pPr>
              <a:defRPr sz="2250" b="0">
                <a:solidFill>
                  <a:srgbClr val="243C45"/>
                </a:solidFill>
                <a:latin typeface="Arial"/>
                <a:ea typeface="Arial"/>
                <a:cs typeface="Arial"/>
              </a:defRPr>
            </a:lvl9pPr>
          </a:lstStyle>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Прогнозируем присутствие советских лидеров</a:t>
            </a:r>
          </a:p>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в телевизионной риторике</a:t>
            </a:r>
          </a:p>
        </p:txBody>
      </p:sp>
      <p:sp>
        <p:nvSpPr>
          <p:cNvPr id="5" name="targets">
            <a:extLst xmlns:a="http://schemas.openxmlformats.org/drawingml/2006/main">
              <a:ext uri="{FF2B5EF4-FFF2-40B4-BE49-F238E27FC236}">
                <a16:creationId xmlns:a16="http://schemas.microsoft.com/office/drawing/2014/main" id="{173DE64F-BDA1-4F93-9FFB-59C30818DFBD}"/>
              </a:ext>
            </a:extLst>
          </p:cNvPr>
          <p:cNvSpPr>
            <a:spLocks xmlns:a="http://schemas.openxmlformats.org/drawingml/2006/main" noGrp="1"/>
          </p:cNvSpPr>
          <p:nvPr/>
        </p:nvSpPr>
        <p:spPr>
          <a:xfrm xmlns:a="http://schemas.openxmlformats.org/drawingml/2006/main">
            <a:off x="723900" y="45434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243C45"/>
                </a:solidFill>
                <a:latin typeface="Arial"/>
                <a:ea typeface="Arial"/>
                <a:cs typeface="Arial"/>
              </a:defRPr>
            </a:defPPr>
            <a:lvl1pPr>
              <a:defRPr sz="1875" b="0">
                <a:solidFill>
                  <a:srgbClr val="243C45"/>
                </a:solidFill>
                <a:latin typeface="Arial"/>
                <a:ea typeface="Arial"/>
                <a:cs typeface="Arial"/>
              </a:defRPr>
            </a:lvl1pPr>
            <a:lvl2pPr>
              <a:defRPr sz="1875" b="0">
                <a:solidFill>
                  <a:srgbClr val="243C45"/>
                </a:solidFill>
                <a:latin typeface="Arial"/>
                <a:ea typeface="Arial"/>
                <a:cs typeface="Arial"/>
              </a:defRPr>
            </a:lvl2pPr>
            <a:lvl3pPr>
              <a:defRPr sz="1875" b="0">
                <a:solidFill>
                  <a:srgbClr val="243C45"/>
                </a:solidFill>
                <a:latin typeface="Arial"/>
                <a:ea typeface="Arial"/>
                <a:cs typeface="Arial"/>
              </a:defRPr>
            </a:lvl3pPr>
            <a:lvl4pPr>
              <a:defRPr sz="1875" b="0">
                <a:solidFill>
                  <a:srgbClr val="243C45"/>
                </a:solidFill>
                <a:latin typeface="Arial"/>
                <a:ea typeface="Arial"/>
                <a:cs typeface="Arial"/>
              </a:defRPr>
            </a:lvl4pPr>
            <a:lvl5pPr>
              <a:defRPr sz="1875" b="0">
                <a:solidFill>
                  <a:srgbClr val="243C45"/>
                </a:solidFill>
                <a:latin typeface="Arial"/>
                <a:ea typeface="Arial"/>
                <a:cs typeface="Arial"/>
              </a:defRPr>
            </a:lvl5pPr>
            <a:lvl6pPr>
              <a:defRPr sz="1875" b="0">
                <a:solidFill>
                  <a:srgbClr val="243C45"/>
                </a:solidFill>
                <a:latin typeface="Arial"/>
                <a:ea typeface="Arial"/>
                <a:cs typeface="Arial"/>
              </a:defRPr>
            </a:lvl6pPr>
            <a:lvl7pPr>
              <a:defRPr sz="1875" b="0">
                <a:solidFill>
                  <a:srgbClr val="243C45"/>
                </a:solidFill>
                <a:latin typeface="Arial"/>
                <a:ea typeface="Arial"/>
                <a:cs typeface="Arial"/>
              </a:defRPr>
            </a:lvl7pPr>
            <a:lvl8pPr>
              <a:defRPr sz="1875" b="0">
                <a:solidFill>
                  <a:srgbClr val="243C45"/>
                </a:solidFill>
                <a:latin typeface="Arial"/>
                <a:ea typeface="Arial"/>
                <a:cs typeface="Arial"/>
              </a:defRPr>
            </a:lvl8pPr>
            <a:lvl9pPr>
              <a:defRPr sz="1875" b="0">
                <a:solidFill>
                  <a:srgbClr val="243C45"/>
                </a:solidFill>
                <a:latin typeface="Arial"/>
                <a:ea typeface="Arial"/>
                <a:cs typeface="Arial"/>
              </a:defRPr>
            </a:lvl9pPr>
          </a:lstStyle>
          <a:p xmlns:a="http://schemas.openxmlformats.org/drawingml/2006/main">
            <a:pPr>
              <a:defRPr sz="1875" b="0">
                <a:solidFill>
                  <a:srgbClr val="243C45"/>
                </a:solidFill>
                <a:latin typeface="Arial"/>
                <a:ea typeface="Arial"/>
                <a:cs typeface="Arial"/>
              </a:defRPr>
            </a:pPr>
            <a:r>
              <a:rPr sz="1875" b="0">
                <a:solidFill>
                  <a:srgbClr val="243C45"/>
                </a:solidFill>
                <a:latin typeface="Arial"/>
                <a:ea typeface="Arial"/>
                <a:cs typeface="Arial"/>
              </a:rPr>
              <a:t>Число упоминаний фамилии и число записей с упоминанием</a:t>
            </a:r>
          </a:p>
        </p:txBody>
      </p:sp>
      <p:sp>
        <p:nvSpPr>
          <p:cNvPr id="6" name="forecast-period">
            <a:extLst xmlns:a="http://schemas.openxmlformats.org/drawingml/2006/main">
              <a:ext uri="{FF2B5EF4-FFF2-40B4-BE49-F238E27FC236}">
                <a16:creationId xmlns:a16="http://schemas.microsoft.com/office/drawing/2014/main" id="{6764F7AB-ECD8-4D5B-B2CF-DFC0BD5F6838}"/>
              </a:ext>
            </a:extLst>
          </p:cNvPr>
          <p:cNvSpPr>
            <a:spLocks xmlns:a="http://schemas.openxmlformats.org/drawingml/2006/main" noGrp="1"/>
          </p:cNvSpPr>
          <p:nvPr/>
        </p:nvSpPr>
        <p:spPr>
          <a:xfrm xmlns:a="http://schemas.openxmlformats.org/drawingml/2006/main">
            <a:off x="723900" y="5191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77978"/>
                </a:solidFill>
                <a:latin typeface="Arial"/>
                <a:ea typeface="Arial"/>
                <a:cs typeface="Arial"/>
              </a:defRPr>
            </a:defPPr>
            <a:lvl1pPr>
              <a:defRPr sz="2250" b="0">
                <a:solidFill>
                  <a:srgbClr val="277978"/>
                </a:solidFill>
                <a:latin typeface="Arial"/>
                <a:ea typeface="Arial"/>
                <a:cs typeface="Arial"/>
              </a:defRPr>
            </a:lvl1pPr>
            <a:lvl2pPr>
              <a:defRPr sz="2250" b="0">
                <a:solidFill>
                  <a:srgbClr val="277978"/>
                </a:solidFill>
                <a:latin typeface="Arial"/>
                <a:ea typeface="Arial"/>
                <a:cs typeface="Arial"/>
              </a:defRPr>
            </a:lvl2pPr>
            <a:lvl3pPr>
              <a:defRPr sz="2250" b="0">
                <a:solidFill>
                  <a:srgbClr val="277978"/>
                </a:solidFill>
                <a:latin typeface="Arial"/>
                <a:ea typeface="Arial"/>
                <a:cs typeface="Arial"/>
              </a:defRPr>
            </a:lvl3pPr>
            <a:lvl4pPr>
              <a:defRPr sz="2250" b="0">
                <a:solidFill>
                  <a:srgbClr val="277978"/>
                </a:solidFill>
                <a:latin typeface="Arial"/>
                <a:ea typeface="Arial"/>
                <a:cs typeface="Arial"/>
              </a:defRPr>
            </a:lvl4pPr>
            <a:lvl5pPr>
              <a:defRPr sz="2250" b="0">
                <a:solidFill>
                  <a:srgbClr val="277978"/>
                </a:solidFill>
                <a:latin typeface="Arial"/>
                <a:ea typeface="Arial"/>
                <a:cs typeface="Arial"/>
              </a:defRPr>
            </a:lvl5pPr>
            <a:lvl6pPr>
              <a:defRPr sz="2250" b="0">
                <a:solidFill>
                  <a:srgbClr val="277978"/>
                </a:solidFill>
                <a:latin typeface="Arial"/>
                <a:ea typeface="Arial"/>
                <a:cs typeface="Arial"/>
              </a:defRPr>
            </a:lvl6pPr>
            <a:lvl7pPr>
              <a:defRPr sz="2250" b="0">
                <a:solidFill>
                  <a:srgbClr val="277978"/>
                </a:solidFill>
                <a:latin typeface="Arial"/>
                <a:ea typeface="Arial"/>
                <a:cs typeface="Arial"/>
              </a:defRPr>
            </a:lvl7pPr>
            <a:lvl8pPr>
              <a:defRPr sz="2250" b="0">
                <a:solidFill>
                  <a:srgbClr val="277978"/>
                </a:solidFill>
                <a:latin typeface="Arial"/>
                <a:ea typeface="Arial"/>
                <a:cs typeface="Arial"/>
              </a:defRPr>
            </a:lvl8pPr>
            <a:lvl9pPr>
              <a:defRPr sz="2250" b="0">
                <a:solidFill>
                  <a:srgbClr val="277978"/>
                </a:solidFill>
                <a:latin typeface="Arial"/>
                <a:ea typeface="Arial"/>
                <a:cs typeface="Arial"/>
              </a:defRPr>
            </a:lvl9pPr>
          </a:lstStyle>
          <a:p xmlns:a="http://schemas.openxmlformats.org/drawingml/2006/main">
            <a:pPr>
              <a:defRPr sz="2250" b="0">
                <a:solidFill>
                  <a:srgbClr val="277978"/>
                </a:solidFill>
                <a:latin typeface="Arial"/>
                <a:ea typeface="Arial"/>
                <a:cs typeface="Arial"/>
              </a:defRPr>
            </a:pPr>
            <a:r>
              <a:rPr sz="2250" b="0">
                <a:solidFill>
                  <a:srgbClr val="277978"/>
                </a:solidFill>
                <a:latin typeface="Arial"/>
                <a:ea typeface="Arial"/>
                <a:cs typeface="Arial"/>
              </a:rPr>
              <a:t>3 октября – 2 ноября 2026</a:t>
            </a:r>
          </a:p>
        </p:txBody>
      </p:sp>
      <p:sp>
        <p:nvSpPr>
          <p:cNvPr id="7" name="team">
            <a:extLst xmlns:a="http://schemas.openxmlformats.org/drawingml/2006/main">
              <a:ext uri="{FF2B5EF4-FFF2-40B4-BE49-F238E27FC236}">
                <a16:creationId xmlns:a16="http://schemas.microsoft.com/office/drawing/2014/main" id="{A24369BF-771E-47FC-8517-F68A401609BA}"/>
              </a:ext>
            </a:extLst>
          </p:cNvPr>
          <p:cNvSpPr>
            <a:spLocks xmlns:a="http://schemas.openxmlformats.org/drawingml/2006/main" noGrp="1"/>
          </p:cNvSpPr>
          <p:nvPr/>
        </p:nvSpPr>
        <p:spPr>
          <a:xfrm xmlns:a="http://schemas.openxmlformats.org/drawingml/2006/main">
            <a:off x="723900" y="5972175"/>
            <a:ext cx="923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Купча Софья, Пальцева Ксения</a:t>
            </a:r>
          </a:p>
        </p:txBody>
      </p:sp>
    </p:spTree>
    <p:extLst>
      <p:ext uri="{BB962C8B-B14F-4D97-AF65-F5344CB8AC3E}">
        <p14:creationId xmlns:p14="http://schemas.microsoft.com/office/powerpoint/2010/main" val="1347682479"/>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FE2A19B-A10C-4F83-B414-AC81BD8F412B}"/>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Динамика упоминаний в архиве</a:t>
            </a:r>
          </a:p>
        </p:txBody>
      </p:sp>
      <p:sp>
        <p:nvSpPr>
          <p:cNvPr id="2" name="page-number">
            <a:extLst xmlns:a="http://schemas.openxmlformats.org/drawingml/2006/main">
              <a:ext uri="{FF2B5EF4-FFF2-40B4-BE49-F238E27FC236}">
                <a16:creationId xmlns:a16="http://schemas.microsoft.com/office/drawing/2014/main" id="{979F9C36-E934-4D5B-B3C4-35216014CEE4}"/>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02</a:t>
            </a:r>
          </a:p>
        </p:txBody>
      </p:sp>
      <p:sp>
        <p:nvSpPr>
          <p:cNvPr id="3" name="source">
            <a:extLst xmlns:a="http://schemas.openxmlformats.org/drawingml/2006/main">
              <a:ext uri="{FF2B5EF4-FFF2-40B4-BE49-F238E27FC236}">
                <a16:creationId xmlns:a16="http://schemas.microsoft.com/office/drawing/2014/main" id="{02363198-A3B1-4B08-8A83-4010EA0304E7}"/>
              </a:ext>
            </a:extLst>
          </p:cNvPr>
          <p:cNvSpPr>
            <a:spLocks xmlns:a="http://schemas.openxmlformats.org/drawingml/2006/main" noGrp="1"/>
          </p:cNvSpPr>
          <p:nvPr/>
        </p:nvSpPr>
        <p:spPr>
          <a:xfrm xmlns:a="http://schemas.openxmlformats.org/drawingml/2006/main">
            <a:off x="685800" y="12001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Четыре канала, 2023 – 2 октября 2026. Число упоминаний за день</a:t>
            </a:r>
          </a:p>
        </p:txBody>
      </p:sp>
      <p:sp>
        <p:nvSpPr>
          <p:cNvPr id="4" name="coverage">
            <a:extLst xmlns:a="http://schemas.openxmlformats.org/drawingml/2006/main">
              <a:ext uri="{FF2B5EF4-FFF2-40B4-BE49-F238E27FC236}">
                <a16:creationId xmlns:a16="http://schemas.microsoft.com/office/drawing/2014/main" id="{D77C47FC-BF92-4E0E-852C-4DB7F3327779}"/>
              </a:ext>
            </a:extLst>
          </p:cNvPr>
          <p:cNvSpPr>
            <a:spLocks xmlns:a="http://schemas.openxmlformats.org/drawingml/2006/main" noGrp="1"/>
          </p:cNvSpPr>
          <p:nvPr/>
        </p:nvSpPr>
        <p:spPr>
          <a:xfrm xmlns:a="http://schemas.openxmlformats.org/drawingml/2006/main">
            <a:off x="685800" y="1714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243C45"/>
                </a:solidFill>
                <a:latin typeface="Arial"/>
                <a:ea typeface="Arial"/>
                <a:cs typeface="Arial"/>
              </a:defRPr>
            </a:defPPr>
            <a:lvl1pPr>
              <a:defRPr sz="1800" b="0">
                <a:solidFill>
                  <a:srgbClr val="243C45"/>
                </a:solidFill>
                <a:latin typeface="Arial"/>
                <a:ea typeface="Arial"/>
                <a:cs typeface="Arial"/>
              </a:defRPr>
            </a:lvl1pPr>
            <a:lvl2pPr>
              <a:defRPr sz="1800" b="0">
                <a:solidFill>
                  <a:srgbClr val="243C45"/>
                </a:solidFill>
                <a:latin typeface="Arial"/>
                <a:ea typeface="Arial"/>
                <a:cs typeface="Arial"/>
              </a:defRPr>
            </a:lvl2pPr>
            <a:lvl3pPr>
              <a:defRPr sz="1800" b="0">
                <a:solidFill>
                  <a:srgbClr val="243C45"/>
                </a:solidFill>
                <a:latin typeface="Arial"/>
                <a:ea typeface="Arial"/>
                <a:cs typeface="Arial"/>
              </a:defRPr>
            </a:lvl3pPr>
            <a:lvl4pPr>
              <a:defRPr sz="1800" b="0">
                <a:solidFill>
                  <a:srgbClr val="243C45"/>
                </a:solidFill>
                <a:latin typeface="Arial"/>
                <a:ea typeface="Arial"/>
                <a:cs typeface="Arial"/>
              </a:defRPr>
            </a:lvl4pPr>
            <a:lvl5pPr>
              <a:defRPr sz="1800" b="0">
                <a:solidFill>
                  <a:srgbClr val="243C45"/>
                </a:solidFill>
                <a:latin typeface="Arial"/>
                <a:ea typeface="Arial"/>
                <a:cs typeface="Arial"/>
              </a:defRPr>
            </a:lvl5pPr>
            <a:lvl6pPr>
              <a:defRPr sz="1800" b="0">
                <a:solidFill>
                  <a:srgbClr val="243C45"/>
                </a:solidFill>
                <a:latin typeface="Arial"/>
                <a:ea typeface="Arial"/>
                <a:cs typeface="Arial"/>
              </a:defRPr>
            </a:lvl6pPr>
            <a:lvl7pPr>
              <a:defRPr sz="1800" b="0">
                <a:solidFill>
                  <a:srgbClr val="243C45"/>
                </a:solidFill>
                <a:latin typeface="Arial"/>
                <a:ea typeface="Arial"/>
                <a:cs typeface="Arial"/>
              </a:defRPr>
            </a:lvl7pPr>
            <a:lvl8pPr>
              <a:defRPr sz="1800" b="0">
                <a:solidFill>
                  <a:srgbClr val="243C45"/>
                </a:solidFill>
                <a:latin typeface="Arial"/>
                <a:ea typeface="Arial"/>
                <a:cs typeface="Arial"/>
              </a:defRPr>
            </a:lvl8pPr>
            <a:lvl9pPr>
              <a:defRPr sz="1800" b="0">
                <a:solidFill>
                  <a:srgbClr val="243C45"/>
                </a:solidFill>
                <a:latin typeface="Arial"/>
                <a:ea typeface="Arial"/>
                <a:cs typeface="Arial"/>
              </a:defRPr>
            </a:lvl9pPr>
          </a:lstStyle>
          <a:p xmlns:a="http://schemas.openxmlformats.org/drawingml/2006/main">
            <a:pPr>
              <a:defRPr sz="1800" b="0">
                <a:solidFill>
                  <a:srgbClr val="243C45"/>
                </a:solidFill>
                <a:latin typeface="Arial"/>
                <a:ea typeface="Arial"/>
                <a:cs typeface="Arial"/>
              </a:defRPr>
            </a:pPr>
            <a:r>
              <a:rPr sz="1800" b="0">
                <a:solidFill>
                  <a:srgbClr val="243C45"/>
                </a:solidFill>
                <a:latin typeface="Arial"/>
                <a:ea typeface="Arial"/>
                <a:cs typeface="Arial"/>
              </a:rPr>
              <a:t>5 334 из 5 484 полных дней канала. Неполные даты исключены, доступные соединены.</a:t>
            </a:r>
          </a:p>
        </p:txBody>
      </p:sp>
      <p:graphicFrame>
        <p:nvGraphicFramePr>
          <p:cNvPr id="5" name="Chart">
            <a:extLst xmlns:a="http://schemas.openxmlformats.org/drawingml/2006/main">
              <a:ext uri="{FF2B5EF4-FFF2-40B4-BE49-F238E27FC236}">
                <a16:creationId xmlns:a16="http://schemas.microsoft.com/office/drawing/2014/main" id="{27F55447-CF44-46E6-9B53-E7A1CD3550C6}"/>
              </a:ext>
            </a:extLst>
          </p:cNvPr>
          <p:cNvGraphicFramePr/>
          <p:nvPr/>
        </p:nvGraphicFramePr>
        <p:xfrm>
          <a:off xmlns:a="http://schemas.openxmlformats.org/drawingml/2006/main" x="571500"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2a89d86ab0c5457c"/>
          </a:graphicData>
        </a:graphic>
      </p:graphicFrame>
      <p:graphicFrame>
        <p:nvGraphicFramePr>
          <p:cNvPr id="6" name="Chart">
            <a:extLst xmlns:a="http://schemas.openxmlformats.org/drawingml/2006/main">
              <a:ext uri="{FF2B5EF4-FFF2-40B4-BE49-F238E27FC236}">
                <a16:creationId xmlns:a16="http://schemas.microsoft.com/office/drawing/2014/main" id="{ED1050FA-76D6-4DEA-9784-3B887FE61534}"/>
              </a:ext>
            </a:extLst>
          </p:cNvPr>
          <p:cNvGraphicFramePr/>
          <p:nvPr/>
        </p:nvGraphicFramePr>
        <p:xfrm>
          <a:off xmlns:a="http://schemas.openxmlformats.org/drawingml/2006/main" x="6238875"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de2fb13d89f04179"/>
          </a:graphicData>
        </a:graphic>
      </p:graphicFrame>
      <p:sp>
        <p:nvSpPr>
          <p:cNvPr id="7" name="legend-raw">
            <a:extLst xmlns:a="http://schemas.openxmlformats.org/drawingml/2006/main">
              <a:ext uri="{FF2B5EF4-FFF2-40B4-BE49-F238E27FC236}">
                <a16:creationId xmlns:a16="http://schemas.microsoft.com/office/drawing/2014/main" id="{74BEDFBA-EFB1-42A2-9B0D-F547F5AC7711}"/>
              </a:ext>
            </a:extLst>
          </p:cNvPr>
          <p:cNvSpPr>
            <a:spLocks xmlns:a="http://schemas.openxmlformats.org/drawingml/2006/main" noGrp="1"/>
          </p:cNvSpPr>
          <p:nvPr/>
        </p:nvSpPr>
        <p:spPr>
          <a:xfrm xmlns:a="http://schemas.openxmlformats.org/drawingml/2006/main">
            <a:off x="742950" y="54483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Серый: все найденные фамильные формы</a:t>
            </a:r>
          </a:p>
        </p:txBody>
      </p:sp>
      <p:sp>
        <p:nvSpPr>
          <p:cNvPr id="8" name="legend-clean">
            <a:extLst xmlns:a="http://schemas.openxmlformats.org/drawingml/2006/main">
              <a:ext uri="{FF2B5EF4-FFF2-40B4-BE49-F238E27FC236}">
                <a16:creationId xmlns:a16="http://schemas.microsoft.com/office/drawing/2014/main" id="{05B331F2-8D2E-4C4F-9983-8DA468609B5F}"/>
              </a:ext>
            </a:extLst>
          </p:cNvPr>
          <p:cNvSpPr>
            <a:spLocks xmlns:a="http://schemas.openxmlformats.org/drawingml/2006/main" noGrp="1"/>
          </p:cNvSpPr>
          <p:nvPr/>
        </p:nvSpPr>
        <p:spPr>
          <a:xfrm xmlns:a="http://schemas.openxmlformats.org/drawingml/2006/main">
            <a:off x="742950" y="58007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Цвет: контексты исторического лица после очистки</a:t>
            </a:r>
          </a:p>
        </p:txBody>
      </p:sp>
    </p:spTree>
    <p:extLst>
      <p:ext uri="{BB962C8B-B14F-4D97-AF65-F5344CB8AC3E}">
        <p14:creationId xmlns:p14="http://schemas.microsoft.com/office/powerpoint/2010/main" val="1250269652"/>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7D330BF8-372D-43FF-8D42-E7278E94DC71}"/>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Наблюдения и прогноз с интервалами</a:t>
            </a:r>
          </a:p>
        </p:txBody>
      </p:sp>
      <p:sp>
        <p:nvSpPr>
          <p:cNvPr id="2" name="page-number">
            <a:extLst xmlns:a="http://schemas.openxmlformats.org/drawingml/2006/main">
              <a:ext uri="{FF2B5EF4-FFF2-40B4-BE49-F238E27FC236}">
                <a16:creationId xmlns:a16="http://schemas.microsoft.com/office/drawing/2014/main" id="{80B4B778-66D8-4E12-A809-9CA431CB977E}"/>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03</a:t>
            </a:r>
          </a:p>
        </p:txBody>
      </p:sp>
      <p:sp>
        <p:nvSpPr>
          <p:cNvPr id="3" name="scope">
            <a:extLst xmlns:a="http://schemas.openxmlformats.org/drawingml/2006/main">
              <a:ext uri="{FF2B5EF4-FFF2-40B4-BE49-F238E27FC236}">
                <a16:creationId xmlns:a16="http://schemas.microsoft.com/office/drawing/2014/main" id="{EF86B55B-383E-4B02-BE63-B171D3EFF845}"/>
              </a:ext>
            </a:extLst>
          </p:cNvPr>
          <p:cNvSpPr>
            <a:spLocks xmlns:a="http://schemas.openxmlformats.org/drawingml/2006/main" noGrp="1"/>
          </p:cNvSpPr>
          <p:nvPr/>
        </p:nvSpPr>
        <p:spPr>
          <a:xfrm xmlns:a="http://schemas.openxmlformats.org/drawingml/2006/main">
            <a:off x="685800" y="11715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Россия 24. Пример двух целей для Ленина и Сталина, модель M3</a:t>
            </a:r>
          </a:p>
        </p:txBody>
      </p:sp>
      <p:sp>
        <p:nvSpPr>
          <p:cNvPr id="4" name="key">
            <a:extLst xmlns:a="http://schemas.openxmlformats.org/drawingml/2006/main">
              <a:ext uri="{FF2B5EF4-FFF2-40B4-BE49-F238E27FC236}">
                <a16:creationId xmlns:a16="http://schemas.microsoft.com/office/drawing/2014/main" id="{2973B2E9-40BE-4B3C-99AF-805EC498FD0F}"/>
              </a:ext>
            </a:extLst>
          </p:cNvPr>
          <p:cNvSpPr>
            <a:spLocks xmlns:a="http://schemas.openxmlformats.org/drawingml/2006/main" noGrp="1"/>
          </p:cNvSpPr>
          <p:nvPr/>
        </p:nvSpPr>
        <p:spPr>
          <a:xfrm xmlns:a="http://schemas.openxmlformats.org/drawingml/2006/main">
            <a:off x="685800" y="160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Серый: факт. Цвет: среднее. Светлые линии: границы 80%-го интервала.</a:t>
            </a:r>
          </a:p>
        </p:txBody>
      </p:sp>
      <p:graphicFrame>
        <p:nvGraphicFramePr>
          <p:cNvPr id="5" name="Chart">
            <a:extLst xmlns:a="http://schemas.openxmlformats.org/drawingml/2006/main">
              <a:ext uri="{FF2B5EF4-FFF2-40B4-BE49-F238E27FC236}">
                <a16:creationId xmlns:a16="http://schemas.microsoft.com/office/drawing/2014/main" id="{E831B0CB-BB76-44C9-BD15-7D3C7C52B1F8}"/>
              </a:ext>
            </a:extLst>
          </p:cNvPr>
          <p:cNvGraphicFramePr/>
          <p:nvPr/>
        </p:nvGraphicFramePr>
        <p:xfrm>
          <a:off xmlns:a="http://schemas.openxmlformats.org/drawingml/2006/main" x="571500"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430c5ad18341462f"/>
          </a:graphicData>
        </a:graphic>
      </p:graphicFrame>
      <p:graphicFrame>
        <p:nvGraphicFramePr>
          <p:cNvPr id="6" name="Chart">
            <a:extLst xmlns:a="http://schemas.openxmlformats.org/drawingml/2006/main">
              <a:ext uri="{FF2B5EF4-FFF2-40B4-BE49-F238E27FC236}">
                <a16:creationId xmlns:a16="http://schemas.microsoft.com/office/drawing/2014/main" id="{A15A25A3-9B7F-47FC-93C9-36B3BF124493}"/>
              </a:ext>
            </a:extLst>
          </p:cNvPr>
          <p:cNvGraphicFramePr/>
          <p:nvPr/>
        </p:nvGraphicFramePr>
        <p:xfrm>
          <a:off xmlns:a="http://schemas.openxmlformats.org/drawingml/2006/main" x="6238875"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149d4619cd0f43cc"/>
          </a:graphicData>
        </a:graphic>
      </p:graphicFrame>
      <p:graphicFrame>
        <p:nvGraphicFramePr>
          <p:cNvPr id="7" name="Chart">
            <a:extLst xmlns:a="http://schemas.openxmlformats.org/drawingml/2006/main">
              <a:ext uri="{FF2B5EF4-FFF2-40B4-BE49-F238E27FC236}">
                <a16:creationId xmlns:a16="http://schemas.microsoft.com/office/drawing/2014/main" id="{E8A5B3F5-658D-4A9A-B73A-CF50596202BC}"/>
              </a:ext>
            </a:extLst>
          </p:cNvPr>
          <p:cNvGraphicFramePr/>
          <p:nvPr/>
        </p:nvGraphicFramePr>
        <p:xfrm>
          <a:off xmlns:a="http://schemas.openxmlformats.org/drawingml/2006/main" x="571500"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e5d9b828ee57419c"/>
          </a:graphicData>
        </a:graphic>
      </p:graphicFrame>
      <p:graphicFrame>
        <p:nvGraphicFramePr>
          <p:cNvPr id="8" name="Chart">
            <a:extLst xmlns:a="http://schemas.openxmlformats.org/drawingml/2006/main">
              <a:ext uri="{FF2B5EF4-FFF2-40B4-BE49-F238E27FC236}">
                <a16:creationId xmlns:a16="http://schemas.microsoft.com/office/drawing/2014/main" id="{6C54BB60-37C7-4D50-B052-226E7EAFBB56}"/>
              </a:ext>
            </a:extLst>
          </p:cNvPr>
          <p:cNvGraphicFramePr/>
          <p:nvPr/>
        </p:nvGraphicFramePr>
        <p:xfrm>
          <a:off xmlns:a="http://schemas.openxmlformats.org/drawingml/2006/main" x="6238875"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8e96d3a0be5c4692"/>
          </a:graphicData>
        </a:graphic>
      </p:graphicFrame>
      <p:sp>
        <p:nvSpPr>
          <p:cNvPr id="9" name="forecast-note">
            <a:extLst xmlns:a="http://schemas.openxmlformats.org/drawingml/2006/main">
              <a:ext uri="{FF2B5EF4-FFF2-40B4-BE49-F238E27FC236}">
                <a16:creationId xmlns:a16="http://schemas.microsoft.com/office/drawing/2014/main" id="{9AE0698E-C2BC-460D-9F3A-E2120D52B88C}"/>
              </a:ext>
            </a:extLst>
          </p:cNvPr>
          <p:cNvSpPr>
            <a:spLocks xmlns:a="http://schemas.openxmlformats.org/drawingml/2006/main" noGrp="1"/>
          </p:cNvSpPr>
          <p:nvPr/>
        </p:nvSpPr>
        <p:spPr>
          <a:xfrm xmlns:a="http://schemas.openxmlformats.org/drawingml/2006/main">
            <a:off x="704850" y="6067425"/>
            <a:ext cx="10810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Прогноз: 3 октября – 2 ноября 2026. Модель учитывает только информацию до 2 октября.</a:t>
            </a:r>
          </a:p>
        </p:txBody>
      </p:sp>
    </p:spTree>
    <p:extLst>
      <p:ext uri="{BB962C8B-B14F-4D97-AF65-F5344CB8AC3E}">
        <p14:creationId xmlns:p14="http://schemas.microsoft.com/office/powerpoint/2010/main" val="1076864949"/>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562B7C4-1DEE-4422-B288-75180BD9857F}"/>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Качество дневного прогноза</a:t>
            </a:r>
          </a:p>
        </p:txBody>
      </p:sp>
      <p:sp>
        <p:nvSpPr>
          <p:cNvPr id="2" name="page-number">
            <a:extLst xmlns:a="http://schemas.openxmlformats.org/drawingml/2006/main">
              <a:ext uri="{FF2B5EF4-FFF2-40B4-BE49-F238E27FC236}">
                <a16:creationId xmlns:a16="http://schemas.microsoft.com/office/drawing/2014/main" id="{17F69D73-EEBA-4B91-81A5-5568DC163C63}"/>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04</a:t>
            </a:r>
          </a:p>
        </p:txBody>
      </p:sp>
      <p:sp>
        <p:nvSpPr>
          <p:cNvPr id="3" name="test">
            <a:extLst xmlns:a="http://schemas.openxmlformats.org/drawingml/2006/main">
              <a:ext uri="{FF2B5EF4-FFF2-40B4-BE49-F238E27FC236}">
                <a16:creationId xmlns:a16="http://schemas.microsoft.com/office/drawing/2014/main" id="{5D4110F8-6033-470E-BBD0-70903CB4F72C}"/>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Внешний тест: январь 2025 – сентябрь 2026, 21 месяц. Меньше — лучше.</a:t>
            </a:r>
          </a:p>
        </p:txBody>
      </p:sp>
      <p:sp>
        <p:nvSpPr>
          <p:cNvPr id="4" name="hierarchy">
            <a:extLst xmlns:a="http://schemas.openxmlformats.org/drawingml/2006/main">
              <a:ext uri="{FF2B5EF4-FFF2-40B4-BE49-F238E27FC236}">
                <a16:creationId xmlns:a16="http://schemas.microsoft.com/office/drawing/2014/main" id="{B722AF6D-2A98-4084-B89E-7407471166C7}"/>
              </a:ext>
            </a:extLst>
          </p:cNvPr>
          <p:cNvSpPr>
            <a:spLocks xmlns:a="http://schemas.openxmlformats.org/drawingml/2006/main" noGrp="1"/>
          </p:cNvSpPr>
          <p:nvPr/>
        </p:nvSpPr>
        <p:spPr>
          <a:xfrm xmlns:a="http://schemas.openxmlformats.org/drawingml/2006/main">
            <a:off x="685800" y="17049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Совместная схема: p(N) × p(B | N) × p(C | B),   C = B + E</a:t>
            </a:r>
          </a:p>
        </p:txBody>
      </p:sp>
      <p:graphicFrame>
        <p:nvGraphicFramePr>
          <p:cNvPr id="5" name="Chart">
            <a:extLst xmlns:a="http://schemas.openxmlformats.org/drawingml/2006/main">
              <a:ext uri="{FF2B5EF4-FFF2-40B4-BE49-F238E27FC236}">
                <a16:creationId xmlns:a16="http://schemas.microsoft.com/office/drawing/2014/main" id="{BE83D442-6F10-42A0-A256-7328DC6FC15C}"/>
              </a:ext>
            </a:extLst>
          </p:cNvPr>
          <p:cNvGraphicFramePr/>
          <p:nvPr/>
        </p:nvGraphicFramePr>
        <p:xfrm>
          <a:off xmlns:a="http://schemas.openxmlformats.org/drawingml/2006/main" x="571500"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0d087cb6cd314fa1"/>
          </a:graphicData>
        </a:graphic>
      </p:graphicFrame>
      <p:graphicFrame>
        <p:nvGraphicFramePr>
          <p:cNvPr id="6" name="Chart">
            <a:extLst xmlns:a="http://schemas.openxmlformats.org/drawingml/2006/main">
              <a:ext uri="{FF2B5EF4-FFF2-40B4-BE49-F238E27FC236}">
                <a16:creationId xmlns:a16="http://schemas.microsoft.com/office/drawing/2014/main" id="{8EC0A0C3-46AC-48C6-850C-D58CB5945C00}"/>
              </a:ext>
            </a:extLst>
          </p:cNvPr>
          <p:cNvGraphicFramePr/>
          <p:nvPr/>
        </p:nvGraphicFramePr>
        <p:xfrm>
          <a:off xmlns:a="http://schemas.openxmlformats.org/drawingml/2006/main" x="6238875"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1af2b318feca4459"/>
          </a:graphicData>
        </a:graphic>
      </p:graphicFrame>
      <p:sp>
        <p:nvSpPr>
          <p:cNvPr id="7" name="model-legend">
            <a:extLst xmlns:a="http://schemas.openxmlformats.org/drawingml/2006/main">
              <a:ext uri="{FF2B5EF4-FFF2-40B4-BE49-F238E27FC236}">
                <a16:creationId xmlns:a16="http://schemas.microsoft.com/office/drawing/2014/main" id="{5DE300CD-438A-49FD-A4EC-DA9ADA15E760}"/>
              </a:ext>
            </a:extLst>
          </p:cNvPr>
          <p:cNvSpPr>
            <a:spLocks xmlns:a="http://schemas.openxmlformats.org/drawingml/2006/main" noGrp="1"/>
          </p:cNvSpPr>
          <p:nvPr/>
        </p:nvSpPr>
        <p:spPr>
          <a:xfrm xmlns:a="http://schemas.openxmlformats.org/drawingml/2006/main">
            <a:off x="714375" y="54578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M1: базовая   M2: сверхдисперсия   M3: календарь и тренд   M4: динамика</a:t>
            </a:r>
          </a:p>
        </p:txBody>
      </p:sp>
      <p:sp>
        <p:nvSpPr>
          <p:cNvPr id="8" name="takeaway">
            <a:extLst xmlns:a="http://schemas.openxmlformats.org/drawingml/2006/main">
              <a:ext uri="{FF2B5EF4-FFF2-40B4-BE49-F238E27FC236}">
                <a16:creationId xmlns:a16="http://schemas.microsoft.com/office/drawing/2014/main" id="{42AD53FD-23E9-4EF1-B7AC-3AFC8D3AB835}"/>
              </a:ext>
            </a:extLst>
          </p:cNvPr>
          <p:cNvSpPr>
            <a:spLocks xmlns:a="http://schemas.openxmlformats.org/drawingml/2006/main" noGrp="1"/>
          </p:cNvSpPr>
          <p:nvPr/>
        </p:nvSpPr>
        <p:spPr>
          <a:xfrm xmlns:a="http://schemas.openxmlformats.org/drawingml/2006/main">
            <a:off x="714375" y="5895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M3 снижает CRPS на 10,2%, RMSE на 1,7% относительно M1.</a:t>
            </a:r>
          </a:p>
        </p:txBody>
      </p:sp>
    </p:spTree>
    <p:extLst>
      <p:ext uri="{BB962C8B-B14F-4D97-AF65-F5344CB8AC3E}">
        <p14:creationId xmlns:p14="http://schemas.microsoft.com/office/powerpoint/2010/main" val="1129768083"/>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18BB3BB5-BE4F-4B3B-A87E-204D0388163B}"/>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Покрытие интервалов месячных сумм</a:t>
            </a:r>
          </a:p>
        </p:txBody>
      </p:sp>
      <p:sp>
        <p:nvSpPr>
          <p:cNvPr id="2" name="page-number">
            <a:extLst xmlns:a="http://schemas.openxmlformats.org/drawingml/2006/main">
              <a:ext uri="{FF2B5EF4-FFF2-40B4-BE49-F238E27FC236}">
                <a16:creationId xmlns:a16="http://schemas.microsoft.com/office/drawing/2014/main" id="{B713F1BB-5ADD-41D7-9C5B-961BE0F6A272}"/>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05</a:t>
            </a:r>
          </a:p>
        </p:txBody>
      </p:sp>
      <p:sp>
        <p:nvSpPr>
          <p:cNvPr id="3" name="test">
            <a:extLst xmlns:a="http://schemas.openxmlformats.org/drawingml/2006/main">
              <a:ext uri="{FF2B5EF4-FFF2-40B4-BE49-F238E27FC236}">
                <a16:creationId xmlns:a16="http://schemas.microsoft.com/office/drawing/2014/main" id="{72635CC2-1957-488D-8744-E253974DCB9A}"/>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Внешний тест: 280 полных месячных итогов. Выше линия — больше покрытие.</a:t>
            </a:r>
          </a:p>
        </p:txBody>
      </p:sp>
      <p:graphicFrame>
        <p:nvGraphicFramePr>
          <p:cNvPr id="4" name="Chart">
            <a:extLst xmlns:a="http://schemas.openxmlformats.org/drawingml/2006/main">
              <a:ext uri="{FF2B5EF4-FFF2-40B4-BE49-F238E27FC236}">
                <a16:creationId xmlns:a16="http://schemas.microsoft.com/office/drawing/2014/main" id="{0FF6DC90-42B4-4AAD-887D-60C9325AD780}"/>
              </a:ext>
            </a:extLst>
          </p:cNvPr>
          <p:cNvGraphicFramePr/>
          <p:nvPr/>
        </p:nvGraphicFramePr>
        <p:xfrm>
          <a:off xmlns:a="http://schemas.openxmlformats.org/drawingml/2006/main" x="571500"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49f52d18f12848ad"/>
          </a:graphicData>
        </a:graphic>
      </p:graphicFrame>
      <p:graphicFrame>
        <p:nvGraphicFramePr>
          <p:cNvPr id="5" name="Chart">
            <a:extLst xmlns:a="http://schemas.openxmlformats.org/drawingml/2006/main">
              <a:ext uri="{FF2B5EF4-FFF2-40B4-BE49-F238E27FC236}">
                <a16:creationId xmlns:a16="http://schemas.microsoft.com/office/drawing/2014/main" id="{E1D5EF56-BF35-4122-BF43-79D46FD32E34}"/>
              </a:ext>
            </a:extLst>
          </p:cNvPr>
          <p:cNvGraphicFramePr/>
          <p:nvPr/>
        </p:nvGraphicFramePr>
        <p:xfrm>
          <a:off xmlns:a="http://schemas.openxmlformats.org/drawingml/2006/main" x="6238875"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8d38789b737a4072"/>
          </a:graphicData>
        </a:graphic>
      </p:graphicFrame>
      <p:sp>
        <p:nvSpPr>
          <p:cNvPr id="6" name="coverage-key">
            <a:extLst xmlns:a="http://schemas.openxmlformats.org/drawingml/2006/main">
              <a:ext uri="{FF2B5EF4-FFF2-40B4-BE49-F238E27FC236}">
                <a16:creationId xmlns:a16="http://schemas.microsoft.com/office/drawing/2014/main" id="{F0CC0B4B-70B2-4F72-8A60-3631C5FD5AE9}"/>
              </a:ext>
            </a:extLst>
          </p:cNvPr>
          <p:cNvSpPr>
            <a:spLocks xmlns:a="http://schemas.openxmlformats.org/drawingml/2006/main" noGrp="1"/>
          </p:cNvSpPr>
          <p:nvPr/>
        </p:nvSpPr>
        <p:spPr>
          <a:xfrm xmlns:a="http://schemas.openxmlformats.org/drawingml/2006/main">
            <a:off x="714375" y="541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Серый: заявленные 80% и 95%. Зелёный: доля итогов внутри интервала.</a:t>
            </a:r>
          </a:p>
        </p:txBody>
      </p:sp>
      <p:sp>
        <p:nvSpPr>
          <p:cNvPr id="7" name="limitation">
            <a:extLst xmlns:a="http://schemas.openxmlformats.org/drawingml/2006/main">
              <a:ext uri="{FF2B5EF4-FFF2-40B4-BE49-F238E27FC236}">
                <a16:creationId xmlns:a16="http://schemas.microsoft.com/office/drawing/2014/main" id="{AFEDB5B5-9EA7-4E61-BB06-CA237633D57B}"/>
              </a:ext>
            </a:extLst>
          </p:cNvPr>
          <p:cNvSpPr>
            <a:spLocks xmlns:a="http://schemas.openxmlformats.org/drawingml/2006/main" noGrp="1"/>
          </p:cNvSpPr>
          <p:nvPr/>
        </p:nvSpPr>
        <p:spPr>
          <a:xfrm xmlns:a="http://schemas.openxmlformats.org/drawingml/2006/main">
            <a:off x="714375" y="58674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B46A48"/>
                </a:solidFill>
                <a:latin typeface="Arial"/>
                <a:ea typeface="Arial"/>
                <a:cs typeface="Arial"/>
              </a:defRPr>
            </a:defPPr>
            <a:lvl1pPr>
              <a:defRPr sz="2025" b="0">
                <a:solidFill>
                  <a:srgbClr val="B46A48"/>
                </a:solidFill>
                <a:latin typeface="Arial"/>
                <a:ea typeface="Arial"/>
                <a:cs typeface="Arial"/>
              </a:defRPr>
            </a:lvl1pPr>
            <a:lvl2pPr>
              <a:defRPr sz="2025" b="0">
                <a:solidFill>
                  <a:srgbClr val="B46A48"/>
                </a:solidFill>
                <a:latin typeface="Arial"/>
                <a:ea typeface="Arial"/>
                <a:cs typeface="Arial"/>
              </a:defRPr>
            </a:lvl2pPr>
            <a:lvl3pPr>
              <a:defRPr sz="2025" b="0">
                <a:solidFill>
                  <a:srgbClr val="B46A48"/>
                </a:solidFill>
                <a:latin typeface="Arial"/>
                <a:ea typeface="Arial"/>
                <a:cs typeface="Arial"/>
              </a:defRPr>
            </a:lvl3pPr>
            <a:lvl4pPr>
              <a:defRPr sz="2025" b="0">
                <a:solidFill>
                  <a:srgbClr val="B46A48"/>
                </a:solidFill>
                <a:latin typeface="Arial"/>
                <a:ea typeface="Arial"/>
                <a:cs typeface="Arial"/>
              </a:defRPr>
            </a:lvl4pPr>
            <a:lvl5pPr>
              <a:defRPr sz="2025" b="0">
                <a:solidFill>
                  <a:srgbClr val="B46A48"/>
                </a:solidFill>
                <a:latin typeface="Arial"/>
                <a:ea typeface="Arial"/>
                <a:cs typeface="Arial"/>
              </a:defRPr>
            </a:lvl5pPr>
            <a:lvl6pPr>
              <a:defRPr sz="2025" b="0">
                <a:solidFill>
                  <a:srgbClr val="B46A48"/>
                </a:solidFill>
                <a:latin typeface="Arial"/>
                <a:ea typeface="Arial"/>
                <a:cs typeface="Arial"/>
              </a:defRPr>
            </a:lvl6pPr>
            <a:lvl7pPr>
              <a:defRPr sz="2025" b="0">
                <a:solidFill>
                  <a:srgbClr val="B46A48"/>
                </a:solidFill>
                <a:latin typeface="Arial"/>
                <a:ea typeface="Arial"/>
                <a:cs typeface="Arial"/>
              </a:defRPr>
            </a:lvl7pPr>
            <a:lvl8pPr>
              <a:defRPr sz="2025" b="0">
                <a:solidFill>
                  <a:srgbClr val="B46A48"/>
                </a:solidFill>
                <a:latin typeface="Arial"/>
                <a:ea typeface="Arial"/>
                <a:cs typeface="Arial"/>
              </a:defRPr>
            </a:lvl8pPr>
            <a:lvl9pPr>
              <a:defRPr sz="2025" b="0">
                <a:solidFill>
                  <a:srgbClr val="B46A48"/>
                </a:solidFill>
                <a:latin typeface="Arial"/>
                <a:ea typeface="Arial"/>
                <a:cs typeface="Arial"/>
              </a:defRPr>
            </a:lvl9pPr>
          </a:lstStyle>
          <a:p xmlns:a="http://schemas.openxmlformats.org/drawingml/2006/main">
            <a:pPr>
              <a:defRPr sz="2025" b="0">
                <a:solidFill>
                  <a:srgbClr val="B46A48"/>
                </a:solidFill>
                <a:latin typeface="Arial"/>
                <a:ea typeface="Arial"/>
                <a:cs typeface="Arial"/>
              </a:defRPr>
            </a:pPr>
            <a:r>
              <a:rPr sz="2025" b="0">
                <a:solidFill>
                  <a:srgbClr val="B46A48"/>
                </a:solidFill>
                <a:latin typeface="Arial"/>
                <a:ea typeface="Arial"/>
                <a:cs typeface="Arial"/>
              </a:rPr>
              <a:t>Интервалы M3 слишком узкие. M4 ближе к заявленному уровню.</a:t>
            </a:r>
          </a:p>
        </p:txBody>
      </p:sp>
    </p:spTree>
    <p:extLst>
      <p:ext uri="{BB962C8B-B14F-4D97-AF65-F5344CB8AC3E}">
        <p14:creationId xmlns:p14="http://schemas.microsoft.com/office/powerpoint/2010/main" val="13289842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2026-10-18T08:41:08.2870000Z</dcterms:created>
  <dcterms:modified xsi:type="dcterms:W3CDTF">2026-10-18T08:41:08.2870000Z</dcterms:modified>
</coreProperties>
</file>