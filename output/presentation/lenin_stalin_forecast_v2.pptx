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slides/charts/chart6.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5.xml" ContentType="application/vnd.openxmlformats-officedocument.presentationml.notesSlide+xml"/>
  <Override PartName="/ppt/slides/charts/chart1.xlsx" ContentType="application/vnd.openxmlformats-officedocument.spreadsheetml.sheet"/>
  <Override PartName="/ppt/slides/charts/chart2.xlsx" ContentType="application/vnd.openxmlformats-officedocument.spreadsheetml.sheet"/>
  <Override PartName="/ppt/slides/charts/chart3.xlsx" ContentType="application/vnd.openxmlformats-officedocument.spreadsheetml.sheet"/>
  <Override PartName="/ppt/slides/charts/chart4.xlsx" ContentType="application/vnd.openxmlformats-officedocument.spreadsheetml.sheet"/>
  <Override PartName="/ppt/slides/charts/chart5.xlsx" ContentType="application/vnd.openxmlformats-officedocument.spreadsheetml.sheet"/>
  <Override PartName="/ppt/slides/charts/chart6.xlsx" ContentType="application/vnd.openxmlformats-officedocument.spreadsheetml.sheet"/>
  <Override PartName="/ppt/slides/charts/chart7.xlsx" ContentType="application/vnd.openxmlformats-officedocument.spreadsheetml.sheet"/>
  <Override PartName="/ppt/slides/charts/chart8.xlsx" ContentType="application/vnd.openxmlformats-officedocument.spreadsheetml.sheet"/>
  <Override PartName="/ppt/slides/charts/chart9.xlsx" ContentType="application/vnd.openxmlformats-officedocument.spreadsheetml.sheet"/>
  <Override PartName="/ppt/slides/charts/chart10.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4dc5eb8ca5f4932" /><Relationship Type="http://schemas.openxmlformats.org/officeDocument/2006/relationships/extended-properties" Target="/docProps/app.xml" Id="Rc6cf3d4111e94532" /><Relationship Type="http://schemas.openxmlformats.org/officeDocument/2006/relationships/officeDocument" Target="/ppt/presentation.xml" Id="R1609df67304b46c7" /></Relationships>
</file>

<file path=ppt/presentation.xml><?xml version="1.0" encoding="utf-8"?>
<p:presentation xmlns:p="http://schemas.openxmlformats.org/presentationml/2006/main">
  <p:sldMasterIdLst>
    <p:sldMasterId xmlns:r="http://schemas.openxmlformats.org/officeDocument/2006/relationships" id="2147483648" r:id="Rc55dd1e44ffd4285"/>
  </p:sldMasterIdLst>
  <p:notesMasterIdLst>
    <p:notesMasterId xmlns:r="http://schemas.openxmlformats.org/officeDocument/2006/relationships" r:id="R6a7305d633e94864"/>
  </p:notesMasterIdLst>
  <p:sldIdLst>
    <p:sldId xmlns:r="http://schemas.openxmlformats.org/officeDocument/2006/relationships" id="256" r:id="Rb3a661abec2c4a36"/>
    <p:sldId xmlns:r="http://schemas.openxmlformats.org/officeDocument/2006/relationships" id="257" r:id="Rbf1cd81b30194ba2"/>
    <p:sldId xmlns:r="http://schemas.openxmlformats.org/officeDocument/2006/relationships" id="258" r:id="Rbf8519170f4e4653"/>
    <p:sldId xmlns:r="http://schemas.openxmlformats.org/officeDocument/2006/relationships" id="259" r:id="R93aef636d42047b5"/>
    <p:sldId xmlns:r="http://schemas.openxmlformats.org/officeDocument/2006/relationships" id="260" r:id="R717645a1942b476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a171bfa8e24d14" /><Relationship Type="http://schemas.openxmlformats.org/officeDocument/2006/relationships/slideMaster" Target="/ppt/slideMasters/slideMaster1.xml" Id="Rc55dd1e44ffd4285" /><Relationship Type="http://schemas.openxmlformats.org/officeDocument/2006/relationships/notesMaster" Target="/ppt/notesMasters/notesMaster1.xml" Id="R6a7305d633e94864" /><Relationship Type="http://schemas.openxmlformats.org/officeDocument/2006/relationships/presProps" Target="/ppt/presProps.xml" Id="R65e8e48d6cbc4025" /><Relationship Type="http://schemas.openxmlformats.org/officeDocument/2006/relationships/tableStyles" Target="/ppt/tableStyles.xml" Id="Rb11773d2493f4b26" /><Relationship Type="http://schemas.openxmlformats.org/officeDocument/2006/relationships/slide" Target="/ppt/slides/slide1.xml" Id="Rb3a661abec2c4a36" /><Relationship Type="http://schemas.openxmlformats.org/officeDocument/2006/relationships/slide" Target="/ppt/slides/slide2.xml" Id="Rbf1cd81b30194ba2" /><Relationship Type="http://schemas.openxmlformats.org/officeDocument/2006/relationships/slide" Target="/ppt/slides/slide3.xml" Id="Rbf8519170f4e4653" /><Relationship Type="http://schemas.openxmlformats.org/officeDocument/2006/relationships/slide" Target="/ppt/slides/slide4.xml" Id="R93aef636d42047b5" /><Relationship Type="http://schemas.openxmlformats.org/officeDocument/2006/relationships/slide" Target="/ppt/slides/slide5.xml" Id="R717645a1942b47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63232300ec48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6064c4342f4262" /><Relationship Type="http://schemas.openxmlformats.org/officeDocument/2006/relationships/notesMaster" Target="/ppt/notesMasters/notesMaster1.xml" Id="R6c66136186564e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83432ecb0c47e7" /><Relationship Type="http://schemas.openxmlformats.org/officeDocument/2006/relationships/notesMaster" Target="/ppt/notesMasters/notesMaster1.xml" Id="R7ca91207492c43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4b3c2a2f14423c" /><Relationship Type="http://schemas.openxmlformats.org/officeDocument/2006/relationships/notesMaster" Target="/ppt/notesMasters/notesMaster1.xml" Id="Rb34877f010c54e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9b52946ef14f60" /><Relationship Type="http://schemas.openxmlformats.org/officeDocument/2006/relationships/notesMaster" Target="/ppt/notesMasters/notesMaster1.xml" Id="R5d27f2f4a15341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a51bfac925401f" /><Relationship Type="http://schemas.openxmlformats.org/officeDocument/2006/relationships/notesMaster" Target="/ppt/notesMasters/notesMaster1.xml" Id="R15c221ebc7754d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0:00–1:00. Вступление, 1 минута.</a:t>
            </a:r>
          </a:p>
          <a:p xmlns:a="http://schemas.openxmlformats.org/drawingml/2006/main">
            <a:r>
              <a:t/>
            </a:r>
          </a:p>
          <a:p xmlns:a="http://schemas.openxmlformats.org/drawingml/2006/main">
            <a:r>
              <a:t>Мы прогнозируем, как часто фамилии Ленина и Сталина появятся в архивных текстах четырёх российских телеканалов. Ссылки на советских лидеров дают измеримую характеристику телевизионной риторики. Но сами счётчики не позволяют установить политический курс или причинный эффект событий.</a:t>
            </a:r>
          </a:p>
          <a:p xmlns:a="http://schemas.openxmlformats.org/drawingml/2006/main">
            <a:r>
              <a:t/>
            </a:r>
          </a:p>
          <a:p xmlns:a="http://schemas.openxmlformats.org/drawingml/2006/main">
            <a:r>
              <a:t>Для каждого человека и канала у нас две цели: общее число упоминаний и число архивных записей хотя бы с одним упоминанием. Если фамилия прозвучала пять раз в одной записи, первая цель увеличится на пять, вторая на один. Итого получаются шестнадцать рядов.</a:t>
            </a:r>
          </a:p>
          <a:p xmlns:a="http://schemas.openxmlformats.org/drawingml/2006/main">
            <a:r>
              <a:t/>
            </a:r>
          </a:p>
          <a:p xmlns:a="http://schemas.openxmlformats.org/drawingml/2006/main">
            <a:r>
              <a:t>Горизонт по заявке: 31 день, с 3 октября по 2 ноября 2026 года. Мы фиксируем информацию на 2 октября. Это ретроспективное воспроизведение прогноза из этой точки, без использования последующих исходов.</a:t>
            </a:r>
          </a:p>
          <a:p xmlns:a="http://schemas.openxmlformats.org/drawingml/2006/main">
            <a:r>
              <a:t/>
            </a:r>
          </a:p>
          <a:p xmlns:a="http://schemas.openxmlformats.org/drawingml/2006/main">
            <a:r>
              <a:t>Источники: output/proposal/forecasting_proposal.tex; output/joint_forecast/manifest.json. Требования к выступлению: coursework/Instructions on group projects presentations.pdf, 8 минут плюс 2 минуты вопросов.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1:00–2:40. Несглаженные дневные ряды. Каждый график суммирует четыре канала только в даты, когда полны все четыре дня канала. Если хотя бы один канал неполон, совокупный итог отсутствует. Пропуски не нули и не интерполированы. Серым показаны raw_candidates_observed_part, то есть все фамильные кандидаты до контекстного исключения и удаления доказанных дублей. Цветом показана основная модельная цель *_mentions. Различие отражает названные объекты, неясные контексты, однофамильцев и дубли. Ни одна линия не сглажена и не является прогнозом.</a:t>
            </a:r>
          </a:p>
          <a:p xmlns:a="http://schemas.openxmlformats.org/drawingml/2006/main">
            <a:r>
              <a:t/>
            </a:r>
          </a:p>
          <a:p xmlns:a="http://schemas.openxmlformats.org/drawingml/2006/main">
            <a:r>
              <a:t>Ленин и площадь Ленина получают разные метки. Контекстные правила предварительны и не проверены независимой человеческой разметкой. Неясные случаи рассматриваем отдельным сценарием. Единица источника — архивная запись, а не уникальная телепередача. Источники: data/cleaned/tv_daily_targets.csv.gz; output/data_cleaning/README.md. GDELT: https://gdeltproject.org/.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2:40–4:20. Слева в каждом графике наблюдения с 15 августа, справа прогноз на 31 день из фиксированной точки 2 октября 2026. Заливка показывает ежедневный центральный 80-процентный предиктивный интервал для будущего счётчика, цветная линия — среднее. Верхний ряд — число упоминаний, нижний — число архивных записей хотя бы с одним упоминанием. Это несглаженные ежедневные данные. Пример России 24 выбран для демонстрации обеих целей, не как канал с лучшей точностью. Отдельные шкалы необходимы для различающихся счётчиков. Месячные интервалы считаются по суммам целых траекторий, а не сложением дневных границ.</a:t>
            </a:r>
          </a:p>
          <a:p xmlns:a="http://schemas.openxmlformats.org/drawingml/2006/main">
            <a:r>
              <a:t/>
            </a:r>
          </a:p>
          <a:p xmlns:a="http://schemas.openxmlformats.org/drawingml/2006/main">
            <a:r>
              <a:t>По всем четырём каналам прогнозы находятся в отчёте. Месячные средние и 80% интервалы:</a:t>
            </a:r>
          </a:p>
          <a:p xmlns:a="http://schemas.openxmlformats.org/drawingml/2006/main">
            <a:r>
              <a:t>1TV, lenin_broadcasts: 12.8 [7, 19]</a:t>
            </a:r>
          </a:p>
          <a:p xmlns:a="http://schemas.openxmlformats.org/drawingml/2006/main">
            <a:r>
              <a:t>NTV, lenin_broadcasts: 9.5 [5, 14]</a:t>
            </a:r>
          </a:p>
          <a:p xmlns:a="http://schemas.openxmlformats.org/drawingml/2006/main">
            <a:r>
              <a:t>RUSSIA1, lenin_broadcasts: 13.9 [8, 20]</a:t>
            </a:r>
          </a:p>
          <a:p xmlns:a="http://schemas.openxmlformats.org/drawingml/2006/main">
            <a:r>
              <a:t>RUSSIA24, lenin_broadcasts: 24.1 [15, 34]</a:t>
            </a:r>
          </a:p>
          <a:p xmlns:a="http://schemas.openxmlformats.org/drawingml/2006/main">
            <a:r>
              <a:t>1TV, lenin_mentions: 25.5 [11, 43]</a:t>
            </a:r>
          </a:p>
          <a:p xmlns:a="http://schemas.openxmlformats.org/drawingml/2006/main">
            <a:r>
              <a:t>NTV, lenin_mentions: 24.0 [8, 45]</a:t>
            </a:r>
          </a:p>
          <a:p xmlns:a="http://schemas.openxmlformats.org/drawingml/2006/main">
            <a:r>
              <a:t>RUSSIA1, lenin_mentions: 26.0 [12, 43]</a:t>
            </a:r>
          </a:p>
          <a:p xmlns:a="http://schemas.openxmlformats.org/drawingml/2006/main">
            <a:r>
              <a:t>RUSSIA24, lenin_mentions: 38.0 [21, 58]</a:t>
            </a:r>
          </a:p>
          <a:p xmlns:a="http://schemas.openxmlformats.org/drawingml/2006/main">
            <a:r>
              <a:t>1TV, stalin_broadcasts: 16.8 [10, 24]</a:t>
            </a:r>
          </a:p>
          <a:p xmlns:a="http://schemas.openxmlformats.org/drawingml/2006/main">
            <a:r>
              <a:t>NTV, stalin_broadcasts: 8.2 [4, 13]</a:t>
            </a:r>
          </a:p>
          <a:p xmlns:a="http://schemas.openxmlformats.org/drawingml/2006/main">
            <a:r>
              <a:t>RUSSIA1, stalin_broadcasts: 18.2 [12, 25]</a:t>
            </a:r>
          </a:p>
          <a:p xmlns:a="http://schemas.openxmlformats.org/drawingml/2006/main">
            <a:r>
              <a:t>RUSSIA24, stalin_broadcasts: 36.0 [24, 49]</a:t>
            </a:r>
          </a:p>
          <a:p xmlns:a="http://schemas.openxmlformats.org/drawingml/2006/main">
            <a:r>
              <a:t>1TV, stalin_mentions: 46.6 [21, 77]</a:t>
            </a:r>
          </a:p>
          <a:p xmlns:a="http://schemas.openxmlformats.org/drawingml/2006/main">
            <a:r>
              <a:t>NTV, stalin_mentions: 31.3 [8, 61]</a:t>
            </a:r>
          </a:p>
          <a:p xmlns:a="http://schemas.openxmlformats.org/drawingml/2006/main">
            <a:r>
              <a:t>RUSSIA1, stalin_mentions: 37.6 [20, 58]</a:t>
            </a:r>
          </a:p>
          <a:p xmlns:a="http://schemas.openxmlformats.org/drawingml/2006/main">
            <a:r>
              <a:t>RUSSIA24, stalin_mentions: 67.1 [40, 97]</a:t>
            </a:r>
          </a:p>
          <a:p xmlns:a="http://schemas.openxmlformats.org/drawingml/2006/main">
            <a:r>
              <a:t/>
            </a:r>
          </a:p>
          <a:p xmlns:a="http://schemas.openxmlformats.org/drawingml/2006/main">
            <a:r>
              <a:t>Источник: output/joint_forecast/forecast_daily.csv, scenario=main, model=M3; data/cleaned/tv_daily_targets.csv.gz; forecast_month.csv. Последующие исходы не использованы. Интервалы модельные, их фактическое покрытие проверяем на слайде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4:20–6:10. Модели сохраняют зависимость, предложенную преподавателем. N — число всех архивных записей, B — записи с упоминанием, C — все упоминания. Сначала моделируем N, затем B условно на N, затем C=B+E условно на B. Всегда 0≤B≤N, C≥B, а при B=0 C=0.</a:t>
            </a:r>
          </a:p>
          <a:p xmlns:a="http://schemas.openxmlformats.org/drawingml/2006/main">
            <a:r>
              <a:t/>
            </a:r>
          </a:p>
          <a:p xmlns:a="http://schemas.openxmlformats.org/drawingml/2006/main">
            <a:r>
              <a:t>M1 использует постоянные Poisson/Binomial уровни и Gamma/Beta приоры. M2 добавляет NB/Beta-binomial сверхдисперсию. M3 добавляет тренд, месяцы, дни недели и даты, включая 7 ноября, 8 и 9 мая, со сжатием эффектов. M4 добавляет динамический латентный уровень с условным фильтром частиц. Это модульное приближение, не полный совместный Bayes. Смесь выбирает одну из четырёх целых траекторий с одинаковыми весами. Статические posterior для M2/M3 получены MH, четыре цепи, R-hat и ESS.</a:t>
            </a:r>
          </a:p>
          <a:p xmlns:a="http://schemas.openxmlformats.org/drawingml/2006/main">
            <a:r>
              <a:t/>
            </a:r>
          </a:p>
          <a:p xmlns:a="http://schemas.openxmlformats.org/drawingml/2006/main">
            <a:r>
              <a:t>Графики показывают внешнюю оценку на одинаковых 10052 дневных наблюдениях шестнадцати рядов. Перед каждым тестовым месяцем обучение использует только прошлое. CRPS оценивает всё предиктивное распределение. Для сравнения масштабов делим его на max(1, среднее обучающего ряда). RMSE оценивает точечный прогноз в исходных единицах. Обе оси начинаются с нуля, поэтому заметно, что RMSE меняется мало. M3 снижает нормированный CRPS на 10,2%, RMSE на 1,7%, а M4 почти не меняет дневную точность. M3 и q=0.015 выбраны заранее на validation июля–декабря 2024.</a:t>
            </a:r>
          </a:p>
          <a:p xmlns:a="http://schemas.openxmlformats.org/drawingml/2006/main">
            <a:r>
              <a:t/>
            </a:r>
          </a:p>
          <a:p xmlns:a="http://schemas.openxmlformats.org/drawingml/2006/main">
            <a:r>
              <a:t>Источники: output/joint_forecast/evaluation.csv; selection.json; analysis/joint_count_models.py. N не входит в эти 16 оцениваемых целевых рядов.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6:10–8:00. Мы отдельно проверяем неопределённость месячных сумм. Дневное покрытие не заменяет эту проверку. Каждая точка — доля полностью наблюдаемых месячных итогов, попавших в соответствующий предиктивный интервал. Серые линии — номинальные 80 и 95 процентов. Зелёные линии соединяют модели только для удобства сравнения, порядок моделей категориальный, не временной.</a:t>
            </a:r>
          </a:p>
          <a:p xmlns:a="http://schemas.openxmlformats.org/drawingml/2006/main">
            <a:r>
              <a:t/>
            </a:r>
          </a:p>
          <a:p xmlns:a="http://schemas.openxmlformats.org/drawingml/2006/main">
            <a:r>
              <a:t>Для M3 фактическое покрытие равно 72,1% вместо 80% и 90,0% вместо 95%. M4 ближе: 77,9% и 91,8%. Динамика помогает учитывать зависимость внутри месяца. Месячный CRPS тоже чуть лучше для M4: 8,160 против 8,236 у M3. Это не повод выбирать модель задним числом на внешнем тесте, поэтому основная модель остаётся M3, выбранная на раннем validation.</a:t>
            </a:r>
          </a:p>
          <a:p xmlns:a="http://schemas.openxmlformats.org/drawingml/2006/main">
            <a:r>
              <a:t/>
            </a:r>
          </a:p>
          <a:p xmlns:a="http://schemas.openxmlformats.org/drawingml/2006/main">
            <a:r>
              <a:t>280 итогов относятся к 21 месяцу и шестнадцати рядам, это не 280 независимых экспериментов. Внутри временных блоков есть зависимость. Backtest использует одну исправленную версию архива, историческая доступность каждой версии не подтверждена. Семантическая точность контекстных правил не измерена на независимой человеческой разметке. Вывод: календарь улучшает дневной вероятностный прогноз, но месячная калибровка остаётся ограничением.</a:t>
            </a:r>
          </a:p>
          <a:p xmlns:a="http://schemas.openxmlformats.org/drawingml/2006/main">
            <a:r>
              <a:t/>
            </a:r>
          </a:p>
          <a:p xmlns:a="http://schemas.openxmlformats.org/drawingml/2006/main">
            <a:r>
              <a:t>Источник: output/joint_forecast/evaluation_monthly.csv; backtest_monthly.csv; selection.json. Показатели рассчитаны на одном и том же наборе 280 полных month-target cases для каждой модели.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12d87dfb4a49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972f1071c2c4a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ff75d82fcf45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395fe49dee746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372924cc6f40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ae28a84b0848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52556F-586C-40C0-A1F3-578AF7AD18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73E991-4701-41AC-B22D-2867036101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4E1402C-3718-4E98-A6AC-1CB642D223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E9947C-CED4-48B9-9C85-C6A3A58FFC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4288688-789C-4272-BD88-2A838E9BCFD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A3DB8FE-FB60-4B58-AC82-5561D25CFD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822658-383F-43D1-BB2D-FEA66AECAC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B2B5D4-8B61-482D-B643-06192E97E1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AE32D7-9A21-4C30-9FFB-CB3C731252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90CD3E-76A6-4152-893D-36EFC52DF7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140c53b6544ae2" /><Relationship Type="http://schemas.openxmlformats.org/officeDocument/2006/relationships/slideLayout" Target="/ppt/slideLayouts/slideLayout1.xml" Id="R632b53bfa75a4def" /><Relationship Type="http://schemas.openxmlformats.org/officeDocument/2006/relationships/slideLayout" Target="/ppt/slideLayouts/slideLayout2.xml" Id="R713c521bed7c4a80" /><Relationship Type="http://schemas.openxmlformats.org/officeDocument/2006/relationships/slideLayout" Target="/ppt/slideLayouts/slideLayout3.xml" Id="R369099838e0741c5" /><Relationship Type="http://schemas.openxmlformats.org/officeDocument/2006/relationships/slideLayout" Target="/ppt/slideLayouts/slideLayout4.xml" Id="R951dbeef254b49bd" /><Relationship Type="http://schemas.openxmlformats.org/officeDocument/2006/relationships/slideLayout" Target="/ppt/slideLayouts/slideLayout5.xml" Id="R003dba8454d34754" /><Relationship Type="http://schemas.openxmlformats.org/officeDocument/2006/relationships/slideLayout" Target="/ppt/slideLayouts/slideLayout6.xml" Id="Ree062ac4b0d643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2b53bfa75a4def"/>
    <p:sldLayoutId xmlns:r="http://schemas.openxmlformats.org/officeDocument/2006/relationships" id="2147483650" r:id="R713c521bed7c4a80"/>
    <p:sldLayoutId xmlns:r="http://schemas.openxmlformats.org/officeDocument/2006/relationships" id="2147483651" r:id="R369099838e0741c5"/>
    <p:sldLayoutId xmlns:r="http://schemas.openxmlformats.org/officeDocument/2006/relationships" id="2147483652" r:id="R951dbeef254b49bd"/>
    <p:sldLayoutId xmlns:r="http://schemas.openxmlformats.org/officeDocument/2006/relationships" id="2147483653" r:id="R003dba8454d34754"/>
    <p:sldLayoutId xmlns:r="http://schemas.openxmlformats.org/officeDocument/2006/relationships" id="2147483654" r:id="Ree062ac4b0d643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14e5f243944246" /><Relationship Type="http://schemas.openxmlformats.org/officeDocument/2006/relationships/notesSlide" Target="/ppt/notesSlides/notesSlide1.xml" Id="R088be5b6475843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d5557a19f44a40" /><Relationship Type="http://schemas.openxmlformats.org/officeDocument/2006/relationships/chart" Target="/ppt/slides/charts/chart1.xml" Id="Rc0f7ffb1fe9a43f5" /><Relationship Type="http://schemas.openxmlformats.org/officeDocument/2006/relationships/chart" Target="/ppt/slides/charts/chart2.xml" Id="R7e62a1cf93c0435b" /><Relationship Type="http://schemas.openxmlformats.org/officeDocument/2006/relationships/notesSlide" Target="/ppt/notesSlides/notesSlide2.xml" Id="Ra014be7158f24a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b53a7d77b0437e" /><Relationship Type="http://schemas.openxmlformats.org/officeDocument/2006/relationships/chart" Target="/ppt/slides/charts/chart3.xml" Id="R3c5cf22b23c74f8f" /><Relationship Type="http://schemas.openxmlformats.org/officeDocument/2006/relationships/chart" Target="/ppt/slides/charts/chart4.xml" Id="R694e1cdc2af7427e" /><Relationship Type="http://schemas.openxmlformats.org/officeDocument/2006/relationships/chart" Target="/ppt/slides/charts/chart5.xml" Id="Rffd5968538dc48bd" /><Relationship Type="http://schemas.openxmlformats.org/officeDocument/2006/relationships/chart" Target="/ppt/slides/charts/chart6.xml" Id="R52824fef8a9a4409" /><Relationship Type="http://schemas.openxmlformats.org/officeDocument/2006/relationships/notesSlide" Target="/ppt/notesSlides/notesSlide3.xml" Id="R9d01abd5a73b441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f413b7883fd4469" /><Relationship Type="http://schemas.openxmlformats.org/officeDocument/2006/relationships/chart" Target="/ppt/slides/charts/chart7.xml" Id="R6a016647851e4a89" /><Relationship Type="http://schemas.openxmlformats.org/officeDocument/2006/relationships/chart" Target="/ppt/slides/charts/chart8.xml" Id="R356784ed4e3c4a01" /><Relationship Type="http://schemas.openxmlformats.org/officeDocument/2006/relationships/notesSlide" Target="/ppt/notesSlides/notesSlide4.xml" Id="R902208e0bbfa40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2dc7f2b406243a9" /><Relationship Type="http://schemas.openxmlformats.org/officeDocument/2006/relationships/chart" Target="/ppt/slides/charts/chart9.xml" Id="R1ebba5a2a3274165" /><Relationship Type="http://schemas.openxmlformats.org/officeDocument/2006/relationships/chart" Target="/ppt/slides/charts/chart10.xml" Id="Rfacd0211c2254cbf" /><Relationship Type="http://schemas.openxmlformats.org/officeDocument/2006/relationships/notesSlide" Target="/ppt/notesSlides/notesSlide5.xml" Id="R8dc6de7acb304bdb" /></Relationships>
</file>

<file path=ppt/slides/charts/_rels/chart1.xml.rels><?xml version='1.0' encoding='utf-8'?>
<ns0:Relationships xmlns:ns0="http://schemas.openxmlformats.org/package/2006/relationships"><ns0:Relationship Id="rIdWorkbook" Type="http://schemas.openxmlformats.org/officeDocument/2006/relationships/package" Target="chart1.xlsx" /></ns0:Relationships>
</file>

<file path=ppt/slides/charts/_rels/chart2.xml.rels><?xml version='1.0' encoding='utf-8'?>
<ns0:Relationships xmlns:ns0="http://schemas.openxmlformats.org/package/2006/relationships"><ns0:Relationship Id="rIdWorkbook" Type="http://schemas.openxmlformats.org/officeDocument/2006/relationships/package" Target="chart2.xlsx" /></ns0:Relationships>
</file>

<file path=ppt/slides/charts/_rels/chart3.xml.rels><?xml version='1.0' encoding='utf-8'?>
<ns0:Relationships xmlns:ns0="http://schemas.openxmlformats.org/package/2006/relationships"><ns0:Relationship Id="rIdWorkbook" Type="http://schemas.openxmlformats.org/officeDocument/2006/relationships/package" Target="chart3.xlsx" /></ns0:Relationships>
</file>

<file path=ppt/slides/charts/_rels/chart4.xml.rels><?xml version='1.0' encoding='utf-8'?>
<ns0:Relationships xmlns:ns0="http://schemas.openxmlformats.org/package/2006/relationships"><ns0:Relationship Id="rIdWorkbook" Type="http://schemas.openxmlformats.org/officeDocument/2006/relationships/package" Target="chart4.xlsx" /></ns0:Relationships>
</file>

<file path=ppt/slides/charts/_rels/chart5.xml.rels><?xml version='1.0' encoding='utf-8'?>
<ns0:Relationships xmlns:ns0="http://schemas.openxmlformats.org/package/2006/relationships"><ns0:Relationship Id="rIdWorkbook" Type="http://schemas.openxmlformats.org/officeDocument/2006/relationships/package" Target="chart5.xlsx" /></ns0:Relationships>
</file>

<file path=ppt/slides/charts/_rels/chart6.xml.rels><?xml version='1.0' encoding='utf-8'?>
<ns0:Relationships xmlns:ns0="http://schemas.openxmlformats.org/package/2006/relationships"><ns0:Relationship Id="rIdWorkbook" Type="http://schemas.openxmlformats.org/officeDocument/2006/relationships/package" Target="chart6.xlsx" /></ns0:Relationships>
</file>

<file path=ppt/slides/charts/_rels/chart7.xml.rels><?xml version='1.0' encoding='utf-8'?>
<ns0:Relationships xmlns:ns0="http://schemas.openxmlformats.org/package/2006/relationships"><ns0:Relationship Id="rIdWorkbook" Type="http://schemas.openxmlformats.org/officeDocument/2006/relationships/package" Target="chart7.xlsx" /></ns0:Relationships>
</file>

<file path=ppt/slides/charts/_rels/chart8.xml.rels><?xml version='1.0' encoding='utf-8'?>
<ns0:Relationships xmlns:ns0="http://schemas.openxmlformats.org/package/2006/relationships"><ns0:Relationship Id="rIdWorkbook" Type="http://schemas.openxmlformats.org/officeDocument/2006/relationships/package" Target="chart8.xlsx" /></ns0:Relationships>
</file>

<file path=ppt/slides/charts/_rels/chart9.xml.rels><?xml version='1.0' encoding='utf-8'?>
<ns0:Relationships xmlns:ns0="http://schemas.openxmlformats.org/package/2006/relationships"><ns0:Relationship Id="rIdWorkbook" Type="http://schemas.openxmlformats.org/officeDocument/2006/relationships/package" Target="chart9.xlsx" /></ns0:Relationships>
</file>

<file path=ppt/slides/charts/_rels/chart10.xml.rels><?xml version='1.0' encoding='utf-8'?>
<ns0:Relationships xmlns:ns0="http://schemas.openxmlformats.org/package/2006/relationships"><ns0:Relationship Id="rIdWorkbook" Type="http://schemas.openxmlformats.org/officeDocument/2006/relationships/package" Target="chart10.xlsx" /></ns0:Relationships>
</file>

<file path=ppt/slides/charts/chart1.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До очистки</c:v>
          </c:tx>
          <c:spPr>
            <ns1:solidFill>
              <ns1:srgbClr val="AFB9BA"/>
            </ns1:solidFill>
            <ns1:ln w="11430">
              <ns1:solidFill>
                <ns1:srgbClr val="AFB9BA"/>
              </ns1:solidFill>
            </ns1:ln>
          </c:spPr>
          <c:marker>
            <c:symbol val="none"/>
          </c:marker>
          <c:xVal>
            <c:numRef>
              <c:f>'Chart Data'!$A$2:$A$1283</c:f>
              <c:numCache>
                <c:formatCode>General</c:formatCode>
                <c:ptCount val="1282"/>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44988</c:v>
                </c:pt>
                <c:pt idx="49">
                  <c:v>44989</c:v>
                </c:pt>
                <c:pt idx="50">
                  <c:v>44990</c:v>
                </c:pt>
                <c:pt idx="51">
                  <c:v>44991</c:v>
                </c:pt>
                <c:pt idx="52">
                  <c:v>44992</c:v>
                </c:pt>
                <c:pt idx="53">
                  <c:v>44993</c:v>
                </c:pt>
                <c:pt idx="54">
                  <c:v>44994</c:v>
                </c:pt>
                <c:pt idx="55">
                  <c:v>44995</c:v>
                </c:pt>
                <c:pt idx="56">
                  <c:v>44996</c:v>
                </c:pt>
                <c:pt idx="57">
                  <c:v>44997</c:v>
                </c:pt>
                <c:pt idx="58">
                  <c:v>44998</c:v>
                </c:pt>
                <c:pt idx="59">
                  <c:v>44999</c:v>
                </c:pt>
                <c:pt idx="60">
                  <c:v>45000</c:v>
                </c:pt>
                <c:pt idx="61">
                  <c:v>45001</c:v>
                </c:pt>
                <c:pt idx="62">
                  <c:v>45002</c:v>
                </c:pt>
                <c:pt idx="63">
                  <c:v>45003</c:v>
                </c:pt>
                <c:pt idx="64">
                  <c:v>45004</c:v>
                </c:pt>
                <c:pt idx="65">
                  <c:v>45005</c:v>
                </c:pt>
                <c:pt idx="66">
                  <c:v>45006</c:v>
                </c:pt>
                <c:pt idx="67">
                  <c:v>45007</c:v>
                </c:pt>
                <c:pt idx="68">
                  <c:v>45008</c:v>
                </c:pt>
                <c:pt idx="69">
                  <c:v>45009</c:v>
                </c:pt>
                <c:pt idx="70">
                  <c:v>45010</c:v>
                </c:pt>
                <c:pt idx="71">
                  <c:v>45011</c:v>
                </c:pt>
                <c:pt idx="72">
                  <c:v>45012</c:v>
                </c:pt>
                <c:pt idx="73">
                  <c:v>45013</c:v>
                </c:pt>
                <c:pt idx="74">
                  <c:v>45014</c:v>
                </c:pt>
                <c:pt idx="75">
                  <c:v>45015</c:v>
                </c:pt>
                <c:pt idx="76">
                  <c:v>45016</c:v>
                </c:pt>
                <c:pt idx="77">
                  <c:v>45017</c:v>
                </c:pt>
                <c:pt idx="78">
                  <c:v>45018</c:v>
                </c:pt>
                <c:pt idx="79">
                  <c:v>45019</c:v>
                </c:pt>
                <c:pt idx="80">
                  <c:v>45020</c:v>
                </c:pt>
                <c:pt idx="81">
                  <c:v>45021</c:v>
                </c:pt>
                <c:pt idx="82">
                  <c:v>45022</c:v>
                </c:pt>
                <c:pt idx="83">
                  <c:v>45023</c:v>
                </c:pt>
                <c:pt idx="84">
                  <c:v>45024</c:v>
                </c:pt>
                <c:pt idx="85">
                  <c:v>45025</c:v>
                </c:pt>
                <c:pt idx="86">
                  <c:v>45026</c:v>
                </c:pt>
                <c:pt idx="87">
                  <c:v>45027</c:v>
                </c:pt>
                <c:pt idx="88">
                  <c:v>45028</c:v>
                </c:pt>
                <c:pt idx="89">
                  <c:v>45029</c:v>
                </c:pt>
                <c:pt idx="90">
                  <c:v>45030</c:v>
                </c:pt>
                <c:pt idx="91">
                  <c:v>45032</c:v>
                </c:pt>
                <c:pt idx="92">
                  <c:v>45033</c:v>
                </c:pt>
                <c:pt idx="93">
                  <c:v>45034</c:v>
                </c:pt>
                <c:pt idx="94">
                  <c:v>45035</c:v>
                </c:pt>
                <c:pt idx="95">
                  <c:v>45036</c:v>
                </c:pt>
                <c:pt idx="96">
                  <c:v>45037</c:v>
                </c:pt>
                <c:pt idx="97">
                  <c:v>45038</c:v>
                </c:pt>
                <c:pt idx="98">
                  <c:v>45039</c:v>
                </c:pt>
                <c:pt idx="99">
                  <c:v>45040</c:v>
                </c:pt>
                <c:pt idx="100">
                  <c:v>45041</c:v>
                </c:pt>
                <c:pt idx="101">
                  <c:v>45042</c:v>
                </c:pt>
                <c:pt idx="102">
                  <c:v>45043</c:v>
                </c:pt>
                <c:pt idx="103">
                  <c:v>45044</c:v>
                </c:pt>
                <c:pt idx="104">
                  <c:v>45045</c:v>
                </c:pt>
                <c:pt idx="105">
                  <c:v>45046</c:v>
                </c:pt>
                <c:pt idx="106">
                  <c:v>45047</c:v>
                </c:pt>
                <c:pt idx="107">
                  <c:v>45048</c:v>
                </c:pt>
                <c:pt idx="108">
                  <c:v>45049</c:v>
                </c:pt>
                <c:pt idx="109">
                  <c:v>45050</c:v>
                </c:pt>
                <c:pt idx="110">
                  <c:v>45051</c:v>
                </c:pt>
                <c:pt idx="111">
                  <c:v>45052</c:v>
                </c:pt>
                <c:pt idx="112">
                  <c:v>45053</c:v>
                </c:pt>
                <c:pt idx="113">
                  <c:v>45054</c:v>
                </c:pt>
                <c:pt idx="114">
                  <c:v>45055</c:v>
                </c:pt>
                <c:pt idx="115">
                  <c:v>45056</c:v>
                </c:pt>
                <c:pt idx="116">
                  <c:v>45057</c:v>
                </c:pt>
                <c:pt idx="117">
                  <c:v>45058</c:v>
                </c:pt>
                <c:pt idx="118">
                  <c:v>45059</c:v>
                </c:pt>
                <c:pt idx="119">
                  <c:v>45060</c:v>
                </c:pt>
                <c:pt idx="120">
                  <c:v>45061</c:v>
                </c:pt>
                <c:pt idx="121">
                  <c:v>45062</c:v>
                </c:pt>
                <c:pt idx="122">
                  <c:v>45063</c:v>
                </c:pt>
                <c:pt idx="123">
                  <c:v>45064</c:v>
                </c:pt>
                <c:pt idx="124">
                  <c:v>45065</c:v>
                </c:pt>
                <c:pt idx="125">
                  <c:v>45066</c:v>
                </c:pt>
                <c:pt idx="126">
                  <c:v>45067</c:v>
                </c:pt>
                <c:pt idx="127">
                  <c:v>45068</c:v>
                </c:pt>
                <c:pt idx="128">
                  <c:v>45069</c:v>
                </c:pt>
                <c:pt idx="129">
                  <c:v>45070</c:v>
                </c:pt>
                <c:pt idx="130">
                  <c:v>45071</c:v>
                </c:pt>
                <c:pt idx="131">
                  <c:v>45072</c:v>
                </c:pt>
                <c:pt idx="132">
                  <c:v>45073</c:v>
                </c:pt>
                <c:pt idx="133">
                  <c:v>45074</c:v>
                </c:pt>
                <c:pt idx="134">
                  <c:v>45075</c:v>
                </c:pt>
                <c:pt idx="135">
                  <c:v>45076</c:v>
                </c:pt>
                <c:pt idx="136">
                  <c:v>45077</c:v>
                </c:pt>
                <c:pt idx="137">
                  <c:v>45078</c:v>
                </c:pt>
                <c:pt idx="138">
                  <c:v>45079</c:v>
                </c:pt>
                <c:pt idx="139">
                  <c:v>45080</c:v>
                </c:pt>
                <c:pt idx="140">
                  <c:v>45081</c:v>
                </c:pt>
                <c:pt idx="141">
                  <c:v>45082</c:v>
                </c:pt>
                <c:pt idx="142">
                  <c:v>45083</c:v>
                </c:pt>
                <c:pt idx="143">
                  <c:v>45084</c:v>
                </c:pt>
                <c:pt idx="144">
                  <c:v>45085</c:v>
                </c:pt>
                <c:pt idx="145">
                  <c:v>45086</c:v>
                </c:pt>
                <c:pt idx="146">
                  <c:v>45087</c:v>
                </c:pt>
                <c:pt idx="147">
                  <c:v>45088</c:v>
                </c:pt>
                <c:pt idx="148">
                  <c:v>45089</c:v>
                </c:pt>
                <c:pt idx="149">
                  <c:v>45090</c:v>
                </c:pt>
                <c:pt idx="150">
                  <c:v>45091</c:v>
                </c:pt>
                <c:pt idx="151">
                  <c:v>45092</c:v>
                </c:pt>
                <c:pt idx="152">
                  <c:v>45093</c:v>
                </c:pt>
                <c:pt idx="153">
                  <c:v>45094</c:v>
                </c:pt>
                <c:pt idx="154">
                  <c:v>45095</c:v>
                </c:pt>
                <c:pt idx="155">
                  <c:v>45096</c:v>
                </c:pt>
                <c:pt idx="156">
                  <c:v>45097</c:v>
                </c:pt>
                <c:pt idx="157">
                  <c:v>45098</c:v>
                </c:pt>
                <c:pt idx="158">
                  <c:v>45099</c:v>
                </c:pt>
                <c:pt idx="159">
                  <c:v>45100</c:v>
                </c:pt>
                <c:pt idx="160">
                  <c:v>45101</c:v>
                </c:pt>
                <c:pt idx="161">
                  <c:v>45102</c:v>
                </c:pt>
                <c:pt idx="162">
                  <c:v>45103</c:v>
                </c:pt>
                <c:pt idx="163">
                  <c:v>45104</c:v>
                </c:pt>
                <c:pt idx="164">
                  <c:v>45105</c:v>
                </c:pt>
                <c:pt idx="165">
                  <c:v>45106</c:v>
                </c:pt>
                <c:pt idx="166">
                  <c:v>45107</c:v>
                </c:pt>
                <c:pt idx="167">
                  <c:v>45108</c:v>
                </c:pt>
                <c:pt idx="168">
                  <c:v>45109</c:v>
                </c:pt>
                <c:pt idx="169">
                  <c:v>45110</c:v>
                </c:pt>
                <c:pt idx="170">
                  <c:v>45111</c:v>
                </c:pt>
                <c:pt idx="171">
                  <c:v>45112</c:v>
                </c:pt>
                <c:pt idx="172">
                  <c:v>45113</c:v>
                </c:pt>
                <c:pt idx="173">
                  <c:v>45114</c:v>
                </c:pt>
                <c:pt idx="174">
                  <c:v>45115</c:v>
                </c:pt>
                <c:pt idx="175">
                  <c:v>45116</c:v>
                </c:pt>
                <c:pt idx="176">
                  <c:v>45117</c:v>
                </c:pt>
                <c:pt idx="177">
                  <c:v>45118</c:v>
                </c:pt>
                <c:pt idx="178">
                  <c:v>45119</c:v>
                </c:pt>
                <c:pt idx="179">
                  <c:v>45120</c:v>
                </c:pt>
                <c:pt idx="180">
                  <c:v>45121</c:v>
                </c:pt>
                <c:pt idx="181">
                  <c:v>45122</c:v>
                </c:pt>
                <c:pt idx="182">
                  <c:v>45123</c:v>
                </c:pt>
                <c:pt idx="183">
                  <c:v>45124</c:v>
                </c:pt>
                <c:pt idx="184">
                  <c:v>45125</c:v>
                </c:pt>
                <c:pt idx="185">
                  <c:v>45126</c:v>
                </c:pt>
                <c:pt idx="186">
                  <c:v>45127</c:v>
                </c:pt>
                <c:pt idx="187">
                  <c:v>45128</c:v>
                </c:pt>
                <c:pt idx="188">
                  <c:v>45129</c:v>
                </c:pt>
                <c:pt idx="189">
                  <c:v>45130</c:v>
                </c:pt>
                <c:pt idx="190">
                  <c:v>45131</c:v>
                </c:pt>
                <c:pt idx="191">
                  <c:v>45132</c:v>
                </c:pt>
                <c:pt idx="192">
                  <c:v>45133</c:v>
                </c:pt>
                <c:pt idx="193">
                  <c:v>45134</c:v>
                </c:pt>
                <c:pt idx="194">
                  <c:v>45135</c:v>
                </c:pt>
                <c:pt idx="195">
                  <c:v>45157</c:v>
                </c:pt>
                <c:pt idx="196">
                  <c:v>45158</c:v>
                </c:pt>
                <c:pt idx="197">
                  <c:v>45159</c:v>
                </c:pt>
                <c:pt idx="198">
                  <c:v>45160</c:v>
                </c:pt>
                <c:pt idx="199">
                  <c:v>45161</c:v>
                </c:pt>
                <c:pt idx="200">
                  <c:v>45162</c:v>
                </c:pt>
                <c:pt idx="201">
                  <c:v>45163</c:v>
                </c:pt>
                <c:pt idx="202">
                  <c:v>45164</c:v>
                </c:pt>
                <c:pt idx="203">
                  <c:v>45165</c:v>
                </c:pt>
                <c:pt idx="204">
                  <c:v>45166</c:v>
                </c:pt>
                <c:pt idx="205">
                  <c:v>45167</c:v>
                </c:pt>
                <c:pt idx="206">
                  <c:v>45168</c:v>
                </c:pt>
                <c:pt idx="207">
                  <c:v>45169</c:v>
                </c:pt>
                <c:pt idx="208">
                  <c:v>45172</c:v>
                </c:pt>
                <c:pt idx="209">
                  <c:v>45173</c:v>
                </c:pt>
                <c:pt idx="210">
                  <c:v>45174</c:v>
                </c:pt>
                <c:pt idx="211">
                  <c:v>45175</c:v>
                </c:pt>
                <c:pt idx="212">
                  <c:v>45176</c:v>
                </c:pt>
                <c:pt idx="213">
                  <c:v>45177</c:v>
                </c:pt>
                <c:pt idx="214">
                  <c:v>45178</c:v>
                </c:pt>
                <c:pt idx="215">
                  <c:v>45179</c:v>
                </c:pt>
                <c:pt idx="216">
                  <c:v>45180</c:v>
                </c:pt>
                <c:pt idx="217">
                  <c:v>45181</c:v>
                </c:pt>
                <c:pt idx="218">
                  <c:v>45182</c:v>
                </c:pt>
                <c:pt idx="219">
                  <c:v>45183</c:v>
                </c:pt>
                <c:pt idx="220">
                  <c:v>45184</c:v>
                </c:pt>
                <c:pt idx="221">
                  <c:v>45185</c:v>
                </c:pt>
                <c:pt idx="222">
                  <c:v>45186</c:v>
                </c:pt>
                <c:pt idx="223">
                  <c:v>45187</c:v>
                </c:pt>
                <c:pt idx="224">
                  <c:v>45188</c:v>
                </c:pt>
                <c:pt idx="225">
                  <c:v>45189</c:v>
                </c:pt>
                <c:pt idx="226">
                  <c:v>45190</c:v>
                </c:pt>
                <c:pt idx="227">
                  <c:v>45191</c:v>
                </c:pt>
                <c:pt idx="228">
                  <c:v>45192</c:v>
                </c:pt>
                <c:pt idx="229">
                  <c:v>45193</c:v>
                </c:pt>
                <c:pt idx="230">
                  <c:v>45194</c:v>
                </c:pt>
                <c:pt idx="231">
                  <c:v>45195</c:v>
                </c:pt>
                <c:pt idx="232">
                  <c:v>45196</c:v>
                </c:pt>
                <c:pt idx="233">
                  <c:v>45197</c:v>
                </c:pt>
                <c:pt idx="234">
                  <c:v>45198</c:v>
                </c:pt>
                <c:pt idx="235">
                  <c:v>45199</c:v>
                </c:pt>
                <c:pt idx="236">
                  <c:v>45200</c:v>
                </c:pt>
                <c:pt idx="237">
                  <c:v>45201</c:v>
                </c:pt>
                <c:pt idx="238">
                  <c:v>45202</c:v>
                </c:pt>
                <c:pt idx="239">
                  <c:v>45203</c:v>
                </c:pt>
                <c:pt idx="240">
                  <c:v>45204</c:v>
                </c:pt>
                <c:pt idx="241">
                  <c:v>45205</c:v>
                </c:pt>
                <c:pt idx="242">
                  <c:v>45206</c:v>
                </c:pt>
                <c:pt idx="243">
                  <c:v>45207</c:v>
                </c:pt>
                <c:pt idx="244">
                  <c:v>45208</c:v>
                </c:pt>
                <c:pt idx="245">
                  <c:v>45209</c:v>
                </c:pt>
                <c:pt idx="246">
                  <c:v>45210</c:v>
                </c:pt>
                <c:pt idx="247">
                  <c:v>45211</c:v>
                </c:pt>
                <c:pt idx="248">
                  <c:v>45212</c:v>
                </c:pt>
                <c:pt idx="249">
                  <c:v>45213</c:v>
                </c:pt>
                <c:pt idx="250">
                  <c:v>45214</c:v>
                </c:pt>
                <c:pt idx="251">
                  <c:v>45215</c:v>
                </c:pt>
                <c:pt idx="252">
                  <c:v>45216</c:v>
                </c:pt>
                <c:pt idx="253">
                  <c:v>45217</c:v>
                </c:pt>
                <c:pt idx="254">
                  <c:v>45218</c:v>
                </c:pt>
                <c:pt idx="255">
                  <c:v>45219</c:v>
                </c:pt>
                <c:pt idx="256">
                  <c:v>45220</c:v>
                </c:pt>
                <c:pt idx="257">
                  <c:v>45221</c:v>
                </c:pt>
                <c:pt idx="258">
                  <c:v>45222</c:v>
                </c:pt>
                <c:pt idx="259">
                  <c:v>45223</c:v>
                </c:pt>
                <c:pt idx="260">
                  <c:v>45224</c:v>
                </c:pt>
                <c:pt idx="261">
                  <c:v>45225</c:v>
                </c:pt>
                <c:pt idx="262">
                  <c:v>45226</c:v>
                </c:pt>
                <c:pt idx="263">
                  <c:v>45227</c:v>
                </c:pt>
                <c:pt idx="264">
                  <c:v>45228</c:v>
                </c:pt>
                <c:pt idx="265">
                  <c:v>45229</c:v>
                </c:pt>
                <c:pt idx="266">
                  <c:v>45230</c:v>
                </c:pt>
                <c:pt idx="267">
                  <c:v>45231</c:v>
                </c:pt>
                <c:pt idx="268">
                  <c:v>45232</c:v>
                </c:pt>
                <c:pt idx="269">
                  <c:v>45233</c:v>
                </c:pt>
                <c:pt idx="270">
                  <c:v>45234</c:v>
                </c:pt>
                <c:pt idx="271">
                  <c:v>45235</c:v>
                </c:pt>
                <c:pt idx="272">
                  <c:v>45236</c:v>
                </c:pt>
                <c:pt idx="273">
                  <c:v>45237</c:v>
                </c:pt>
                <c:pt idx="274">
                  <c:v>45238</c:v>
                </c:pt>
                <c:pt idx="275">
                  <c:v>45239</c:v>
                </c:pt>
                <c:pt idx="276">
                  <c:v>45240</c:v>
                </c:pt>
                <c:pt idx="277">
                  <c:v>45241</c:v>
                </c:pt>
                <c:pt idx="278">
                  <c:v>45242</c:v>
                </c:pt>
                <c:pt idx="279">
                  <c:v>45243</c:v>
                </c:pt>
                <c:pt idx="280">
                  <c:v>45244</c:v>
                </c:pt>
                <c:pt idx="281">
                  <c:v>45245</c:v>
                </c:pt>
                <c:pt idx="282">
                  <c:v>45246</c:v>
                </c:pt>
                <c:pt idx="283">
                  <c:v>45247</c:v>
                </c:pt>
                <c:pt idx="284">
                  <c:v>45248</c:v>
                </c:pt>
                <c:pt idx="285">
                  <c:v>45251</c:v>
                </c:pt>
                <c:pt idx="286">
                  <c:v>45252</c:v>
                </c:pt>
                <c:pt idx="287">
                  <c:v>45253</c:v>
                </c:pt>
                <c:pt idx="288">
                  <c:v>45254</c:v>
                </c:pt>
                <c:pt idx="289">
                  <c:v>45255</c:v>
                </c:pt>
                <c:pt idx="290">
                  <c:v>45256</c:v>
                </c:pt>
                <c:pt idx="291">
                  <c:v>45257</c:v>
                </c:pt>
                <c:pt idx="292">
                  <c:v>45258</c:v>
                </c:pt>
                <c:pt idx="293">
                  <c:v>45259</c:v>
                </c:pt>
                <c:pt idx="294">
                  <c:v>45260</c:v>
                </c:pt>
                <c:pt idx="295">
                  <c:v>45261</c:v>
                </c:pt>
                <c:pt idx="296">
                  <c:v>45262</c:v>
                </c:pt>
                <c:pt idx="297">
                  <c:v>45263</c:v>
                </c:pt>
                <c:pt idx="298">
                  <c:v>45264</c:v>
                </c:pt>
                <c:pt idx="299">
                  <c:v>45265</c:v>
                </c:pt>
                <c:pt idx="300">
                  <c:v>45268</c:v>
                </c:pt>
                <c:pt idx="301">
                  <c:v>45269</c:v>
                </c:pt>
                <c:pt idx="302">
                  <c:v>45270</c:v>
                </c:pt>
                <c:pt idx="303">
                  <c:v>45271</c:v>
                </c:pt>
                <c:pt idx="304">
                  <c:v>45272</c:v>
                </c:pt>
                <c:pt idx="305">
                  <c:v>45273</c:v>
                </c:pt>
                <c:pt idx="306">
                  <c:v>45274</c:v>
                </c:pt>
                <c:pt idx="307">
                  <c:v>45275</c:v>
                </c:pt>
                <c:pt idx="308">
                  <c:v>45276</c:v>
                </c:pt>
                <c:pt idx="309">
                  <c:v>45277</c:v>
                </c:pt>
                <c:pt idx="310">
                  <c:v>45278</c:v>
                </c:pt>
                <c:pt idx="311">
                  <c:v>45279</c:v>
                </c:pt>
                <c:pt idx="312">
                  <c:v>45280</c:v>
                </c:pt>
                <c:pt idx="313">
                  <c:v>45281</c:v>
                </c:pt>
                <c:pt idx="314">
                  <c:v>45282</c:v>
                </c:pt>
                <c:pt idx="315">
                  <c:v>45283</c:v>
                </c:pt>
                <c:pt idx="316">
                  <c:v>45284</c:v>
                </c:pt>
                <c:pt idx="317">
                  <c:v>45285</c:v>
                </c:pt>
                <c:pt idx="318">
                  <c:v>45286</c:v>
                </c:pt>
                <c:pt idx="319">
                  <c:v>45287</c:v>
                </c:pt>
                <c:pt idx="320">
                  <c:v>45288</c:v>
                </c:pt>
                <c:pt idx="321">
                  <c:v>45289</c:v>
                </c:pt>
                <c:pt idx="322">
                  <c:v>45290</c:v>
                </c:pt>
                <c:pt idx="323">
                  <c:v>45291</c:v>
                </c:pt>
                <c:pt idx="324">
                  <c:v>45292</c:v>
                </c:pt>
                <c:pt idx="325">
                  <c:v>45293</c:v>
                </c:pt>
                <c:pt idx="326">
                  <c:v>45294</c:v>
                </c:pt>
                <c:pt idx="327">
                  <c:v>45295</c:v>
                </c:pt>
                <c:pt idx="328">
                  <c:v>45296</c:v>
                </c:pt>
                <c:pt idx="329">
                  <c:v>45297</c:v>
                </c:pt>
                <c:pt idx="330">
                  <c:v>45298</c:v>
                </c:pt>
                <c:pt idx="331">
                  <c:v>45299</c:v>
                </c:pt>
                <c:pt idx="332">
                  <c:v>45300</c:v>
                </c:pt>
                <c:pt idx="333">
                  <c:v>45301</c:v>
                </c:pt>
                <c:pt idx="334">
                  <c:v>45302</c:v>
                </c:pt>
                <c:pt idx="335">
                  <c:v>45303</c:v>
                </c:pt>
                <c:pt idx="336">
                  <c:v>45304</c:v>
                </c:pt>
                <c:pt idx="337">
                  <c:v>45305</c:v>
                </c:pt>
                <c:pt idx="338">
                  <c:v>45306</c:v>
                </c:pt>
                <c:pt idx="339">
                  <c:v>45307</c:v>
                </c:pt>
                <c:pt idx="340">
                  <c:v>45308</c:v>
                </c:pt>
                <c:pt idx="341">
                  <c:v>45309</c:v>
                </c:pt>
                <c:pt idx="342">
                  <c:v>45310</c:v>
                </c:pt>
                <c:pt idx="343">
                  <c:v>45311</c:v>
                </c:pt>
                <c:pt idx="344">
                  <c:v>45312</c:v>
                </c:pt>
                <c:pt idx="345">
                  <c:v>45313</c:v>
                </c:pt>
                <c:pt idx="346">
                  <c:v>45314</c:v>
                </c:pt>
                <c:pt idx="347">
                  <c:v>45315</c:v>
                </c:pt>
                <c:pt idx="348">
                  <c:v>45316</c:v>
                </c:pt>
                <c:pt idx="349">
                  <c:v>45317</c:v>
                </c:pt>
                <c:pt idx="350">
                  <c:v>45318</c:v>
                </c:pt>
                <c:pt idx="351">
                  <c:v>45319</c:v>
                </c:pt>
                <c:pt idx="352">
                  <c:v>45320</c:v>
                </c:pt>
                <c:pt idx="353">
                  <c:v>45321</c:v>
                </c:pt>
                <c:pt idx="354">
                  <c:v>45322</c:v>
                </c:pt>
                <c:pt idx="355">
                  <c:v>45323</c:v>
                </c:pt>
                <c:pt idx="356">
                  <c:v>45324</c:v>
                </c:pt>
                <c:pt idx="357">
                  <c:v>45325</c:v>
                </c:pt>
                <c:pt idx="358">
                  <c:v>45326</c:v>
                </c:pt>
                <c:pt idx="359">
                  <c:v>45327</c:v>
                </c:pt>
                <c:pt idx="360">
                  <c:v>45328</c:v>
                </c:pt>
                <c:pt idx="361">
                  <c:v>45329</c:v>
                </c:pt>
                <c:pt idx="362">
                  <c:v>45330</c:v>
                </c:pt>
                <c:pt idx="363">
                  <c:v>45331</c:v>
                </c:pt>
                <c:pt idx="364">
                  <c:v>45332</c:v>
                </c:pt>
                <c:pt idx="365">
                  <c:v>45333</c:v>
                </c:pt>
                <c:pt idx="366">
                  <c:v>45334</c:v>
                </c:pt>
                <c:pt idx="367">
                  <c:v>45335</c:v>
                </c:pt>
                <c:pt idx="368">
                  <c:v>45336</c:v>
                </c:pt>
                <c:pt idx="369">
                  <c:v>45337</c:v>
                </c:pt>
                <c:pt idx="370">
                  <c:v>45338</c:v>
                </c:pt>
                <c:pt idx="371">
                  <c:v>45339</c:v>
                </c:pt>
                <c:pt idx="372">
                  <c:v>45340</c:v>
                </c:pt>
                <c:pt idx="373">
                  <c:v>45341</c:v>
                </c:pt>
                <c:pt idx="374">
                  <c:v>45342</c:v>
                </c:pt>
                <c:pt idx="375">
                  <c:v>45343</c:v>
                </c:pt>
                <c:pt idx="376">
                  <c:v>45344</c:v>
                </c:pt>
                <c:pt idx="377">
                  <c:v>45345</c:v>
                </c:pt>
                <c:pt idx="378">
                  <c:v>45346</c:v>
                </c:pt>
                <c:pt idx="379">
                  <c:v>45347</c:v>
                </c:pt>
                <c:pt idx="380">
                  <c:v>45348</c:v>
                </c:pt>
                <c:pt idx="381">
                  <c:v>45349</c:v>
                </c:pt>
                <c:pt idx="382">
                  <c:v>45350</c:v>
                </c:pt>
                <c:pt idx="383">
                  <c:v>45351</c:v>
                </c:pt>
                <c:pt idx="384">
                  <c:v>45352</c:v>
                </c:pt>
                <c:pt idx="385">
                  <c:v>45353</c:v>
                </c:pt>
                <c:pt idx="386">
                  <c:v>45354</c:v>
                </c:pt>
                <c:pt idx="387">
                  <c:v>45355</c:v>
                </c:pt>
                <c:pt idx="388">
                  <c:v>45356</c:v>
                </c:pt>
                <c:pt idx="389">
                  <c:v>45357</c:v>
                </c:pt>
                <c:pt idx="390">
                  <c:v>45358</c:v>
                </c:pt>
                <c:pt idx="391">
                  <c:v>45359</c:v>
                </c:pt>
                <c:pt idx="392">
                  <c:v>45360</c:v>
                </c:pt>
                <c:pt idx="393">
                  <c:v>45361</c:v>
                </c:pt>
                <c:pt idx="394">
                  <c:v>45362</c:v>
                </c:pt>
                <c:pt idx="395">
                  <c:v>45363</c:v>
                </c:pt>
                <c:pt idx="396">
                  <c:v>45364</c:v>
                </c:pt>
                <c:pt idx="397">
                  <c:v>45365</c:v>
                </c:pt>
                <c:pt idx="398">
                  <c:v>45366</c:v>
                </c:pt>
                <c:pt idx="399">
                  <c:v>45367</c:v>
                </c:pt>
                <c:pt idx="400">
                  <c:v>45368</c:v>
                </c:pt>
                <c:pt idx="401">
                  <c:v>45369</c:v>
                </c:pt>
                <c:pt idx="402">
                  <c:v>45370</c:v>
                </c:pt>
                <c:pt idx="403">
                  <c:v>45371</c:v>
                </c:pt>
                <c:pt idx="404">
                  <c:v>45372</c:v>
                </c:pt>
                <c:pt idx="405">
                  <c:v>45373</c:v>
                </c:pt>
                <c:pt idx="406">
                  <c:v>45374</c:v>
                </c:pt>
                <c:pt idx="407">
                  <c:v>45375</c:v>
                </c:pt>
                <c:pt idx="408">
                  <c:v>45376</c:v>
                </c:pt>
                <c:pt idx="409">
                  <c:v>45377</c:v>
                </c:pt>
                <c:pt idx="410">
                  <c:v>45378</c:v>
                </c:pt>
                <c:pt idx="411">
                  <c:v>45379</c:v>
                </c:pt>
                <c:pt idx="412">
                  <c:v>45380</c:v>
                </c:pt>
                <c:pt idx="413">
                  <c:v>45381</c:v>
                </c:pt>
                <c:pt idx="414">
                  <c:v>45382</c:v>
                </c:pt>
                <c:pt idx="415">
                  <c:v>45383</c:v>
                </c:pt>
                <c:pt idx="416">
                  <c:v>45384</c:v>
                </c:pt>
                <c:pt idx="417">
                  <c:v>45385</c:v>
                </c:pt>
                <c:pt idx="418">
                  <c:v>45386</c:v>
                </c:pt>
                <c:pt idx="419">
                  <c:v>45387</c:v>
                </c:pt>
                <c:pt idx="420">
                  <c:v>45388</c:v>
                </c:pt>
                <c:pt idx="421">
                  <c:v>45389</c:v>
                </c:pt>
                <c:pt idx="422">
                  <c:v>45390</c:v>
                </c:pt>
                <c:pt idx="423">
                  <c:v>45391</c:v>
                </c:pt>
                <c:pt idx="424">
                  <c:v>45392</c:v>
                </c:pt>
                <c:pt idx="425">
                  <c:v>45393</c:v>
                </c:pt>
                <c:pt idx="426">
                  <c:v>45394</c:v>
                </c:pt>
                <c:pt idx="427">
                  <c:v>45395</c:v>
                </c:pt>
                <c:pt idx="428">
                  <c:v>45396</c:v>
                </c:pt>
                <c:pt idx="429">
                  <c:v>45397</c:v>
                </c:pt>
                <c:pt idx="430">
                  <c:v>45398</c:v>
                </c:pt>
                <c:pt idx="431">
                  <c:v>45399</c:v>
                </c:pt>
                <c:pt idx="432">
                  <c:v>45400</c:v>
                </c:pt>
                <c:pt idx="433">
                  <c:v>45401</c:v>
                </c:pt>
                <c:pt idx="434">
                  <c:v>45402</c:v>
                </c:pt>
                <c:pt idx="435">
                  <c:v>45403</c:v>
                </c:pt>
                <c:pt idx="436">
                  <c:v>45404</c:v>
                </c:pt>
                <c:pt idx="437">
                  <c:v>45405</c:v>
                </c:pt>
                <c:pt idx="438">
                  <c:v>45406</c:v>
                </c:pt>
                <c:pt idx="439">
                  <c:v>45407</c:v>
                </c:pt>
                <c:pt idx="440">
                  <c:v>45408</c:v>
                </c:pt>
                <c:pt idx="441">
                  <c:v>45409</c:v>
                </c:pt>
                <c:pt idx="442">
                  <c:v>45410</c:v>
                </c:pt>
                <c:pt idx="443">
                  <c:v>45411</c:v>
                </c:pt>
                <c:pt idx="444">
                  <c:v>45412</c:v>
                </c:pt>
                <c:pt idx="445">
                  <c:v>45413</c:v>
                </c:pt>
                <c:pt idx="446">
                  <c:v>45414</c:v>
                </c:pt>
                <c:pt idx="447">
                  <c:v>45415</c:v>
                </c:pt>
                <c:pt idx="448">
                  <c:v>45416</c:v>
                </c:pt>
                <c:pt idx="449">
                  <c:v>45417</c:v>
                </c:pt>
                <c:pt idx="450">
                  <c:v>45418</c:v>
                </c:pt>
                <c:pt idx="451">
                  <c:v>45419</c:v>
                </c:pt>
                <c:pt idx="452">
                  <c:v>45420</c:v>
                </c:pt>
                <c:pt idx="453">
                  <c:v>45421</c:v>
                </c:pt>
                <c:pt idx="454">
                  <c:v>45422</c:v>
                </c:pt>
                <c:pt idx="455">
                  <c:v>45423</c:v>
                </c:pt>
                <c:pt idx="456">
                  <c:v>45424</c:v>
                </c:pt>
                <c:pt idx="457">
                  <c:v>45425</c:v>
                </c:pt>
                <c:pt idx="458">
                  <c:v>45426</c:v>
                </c:pt>
                <c:pt idx="459">
                  <c:v>45427</c:v>
                </c:pt>
                <c:pt idx="460">
                  <c:v>45428</c:v>
                </c:pt>
                <c:pt idx="461">
                  <c:v>45429</c:v>
                </c:pt>
                <c:pt idx="462">
                  <c:v>45430</c:v>
                </c:pt>
                <c:pt idx="463">
                  <c:v>45431</c:v>
                </c:pt>
                <c:pt idx="464">
                  <c:v>45432</c:v>
                </c:pt>
                <c:pt idx="465">
                  <c:v>45433</c:v>
                </c:pt>
                <c:pt idx="466">
                  <c:v>45434</c:v>
                </c:pt>
                <c:pt idx="467">
                  <c:v>45435</c:v>
                </c:pt>
                <c:pt idx="468">
                  <c:v>45436</c:v>
                </c:pt>
                <c:pt idx="469">
                  <c:v>45437</c:v>
                </c:pt>
                <c:pt idx="470">
                  <c:v>45438</c:v>
                </c:pt>
                <c:pt idx="471">
                  <c:v>45439</c:v>
                </c:pt>
                <c:pt idx="472">
                  <c:v>45440</c:v>
                </c:pt>
                <c:pt idx="473">
                  <c:v>45441</c:v>
                </c:pt>
                <c:pt idx="474">
                  <c:v>45442</c:v>
                </c:pt>
                <c:pt idx="475">
                  <c:v>45443</c:v>
                </c:pt>
                <c:pt idx="476">
                  <c:v>45444</c:v>
                </c:pt>
                <c:pt idx="477">
                  <c:v>45445</c:v>
                </c:pt>
                <c:pt idx="478">
                  <c:v>45446</c:v>
                </c:pt>
                <c:pt idx="479">
                  <c:v>45447</c:v>
                </c:pt>
                <c:pt idx="480">
                  <c:v>45448</c:v>
                </c:pt>
                <c:pt idx="481">
                  <c:v>45449</c:v>
                </c:pt>
                <c:pt idx="482">
                  <c:v>45450</c:v>
                </c:pt>
                <c:pt idx="483">
                  <c:v>45451</c:v>
                </c:pt>
                <c:pt idx="484">
                  <c:v>45452</c:v>
                </c:pt>
                <c:pt idx="485">
                  <c:v>45453</c:v>
                </c:pt>
                <c:pt idx="486">
                  <c:v>45454</c:v>
                </c:pt>
                <c:pt idx="487">
                  <c:v>45455</c:v>
                </c:pt>
                <c:pt idx="488">
                  <c:v>45456</c:v>
                </c:pt>
                <c:pt idx="489">
                  <c:v>45457</c:v>
                </c:pt>
                <c:pt idx="490">
                  <c:v>45458</c:v>
                </c:pt>
                <c:pt idx="491">
                  <c:v>45459</c:v>
                </c:pt>
                <c:pt idx="492">
                  <c:v>45460</c:v>
                </c:pt>
                <c:pt idx="493">
                  <c:v>45461</c:v>
                </c:pt>
                <c:pt idx="494">
                  <c:v>45462</c:v>
                </c:pt>
                <c:pt idx="495">
                  <c:v>45463</c:v>
                </c:pt>
                <c:pt idx="496">
                  <c:v>45464</c:v>
                </c:pt>
                <c:pt idx="497">
                  <c:v>45465</c:v>
                </c:pt>
                <c:pt idx="498">
                  <c:v>45466</c:v>
                </c:pt>
                <c:pt idx="499">
                  <c:v>45467</c:v>
                </c:pt>
                <c:pt idx="500">
                  <c:v>45468</c:v>
                </c:pt>
                <c:pt idx="501">
                  <c:v>45471</c:v>
                </c:pt>
                <c:pt idx="502">
                  <c:v>45472</c:v>
                </c:pt>
                <c:pt idx="503">
                  <c:v>45473</c:v>
                </c:pt>
                <c:pt idx="504">
                  <c:v>45474</c:v>
                </c:pt>
                <c:pt idx="505">
                  <c:v>45475</c:v>
                </c:pt>
                <c:pt idx="506">
                  <c:v>45476</c:v>
                </c:pt>
                <c:pt idx="507">
                  <c:v>45477</c:v>
                </c:pt>
                <c:pt idx="508">
                  <c:v>45478</c:v>
                </c:pt>
                <c:pt idx="509">
                  <c:v>45479</c:v>
                </c:pt>
                <c:pt idx="510">
                  <c:v>45480</c:v>
                </c:pt>
                <c:pt idx="511">
                  <c:v>45481</c:v>
                </c:pt>
                <c:pt idx="512">
                  <c:v>45482</c:v>
                </c:pt>
                <c:pt idx="513">
                  <c:v>45483</c:v>
                </c:pt>
                <c:pt idx="514">
                  <c:v>45484</c:v>
                </c:pt>
                <c:pt idx="515">
                  <c:v>45485</c:v>
                </c:pt>
                <c:pt idx="516">
                  <c:v>45486</c:v>
                </c:pt>
                <c:pt idx="517">
                  <c:v>45487</c:v>
                </c:pt>
                <c:pt idx="518">
                  <c:v>45488</c:v>
                </c:pt>
                <c:pt idx="519">
                  <c:v>45489</c:v>
                </c:pt>
                <c:pt idx="520">
                  <c:v>45490</c:v>
                </c:pt>
                <c:pt idx="521">
                  <c:v>45491</c:v>
                </c:pt>
                <c:pt idx="522">
                  <c:v>45492</c:v>
                </c:pt>
                <c:pt idx="523">
                  <c:v>45493</c:v>
                </c:pt>
                <c:pt idx="524">
                  <c:v>45494</c:v>
                </c:pt>
                <c:pt idx="525">
                  <c:v>45495</c:v>
                </c:pt>
                <c:pt idx="526">
                  <c:v>45496</c:v>
                </c:pt>
                <c:pt idx="527">
                  <c:v>45497</c:v>
                </c:pt>
                <c:pt idx="528">
                  <c:v>45498</c:v>
                </c:pt>
                <c:pt idx="529">
                  <c:v>45499</c:v>
                </c:pt>
                <c:pt idx="530">
                  <c:v>45500</c:v>
                </c:pt>
                <c:pt idx="531">
                  <c:v>45501</c:v>
                </c:pt>
                <c:pt idx="532">
                  <c:v>45502</c:v>
                </c:pt>
                <c:pt idx="533">
                  <c:v>45503</c:v>
                </c:pt>
                <c:pt idx="534">
                  <c:v>45504</c:v>
                </c:pt>
                <c:pt idx="535">
                  <c:v>45505</c:v>
                </c:pt>
                <c:pt idx="536">
                  <c:v>45506</c:v>
                </c:pt>
                <c:pt idx="537">
                  <c:v>45507</c:v>
                </c:pt>
                <c:pt idx="538">
                  <c:v>45508</c:v>
                </c:pt>
                <c:pt idx="539">
                  <c:v>45509</c:v>
                </c:pt>
                <c:pt idx="540">
                  <c:v>45510</c:v>
                </c:pt>
                <c:pt idx="541">
                  <c:v>45511</c:v>
                </c:pt>
                <c:pt idx="542">
                  <c:v>45512</c:v>
                </c:pt>
                <c:pt idx="543">
                  <c:v>45513</c:v>
                </c:pt>
                <c:pt idx="544">
                  <c:v>45514</c:v>
                </c:pt>
                <c:pt idx="545">
                  <c:v>45515</c:v>
                </c:pt>
                <c:pt idx="546">
                  <c:v>45516</c:v>
                </c:pt>
                <c:pt idx="547">
                  <c:v>45517</c:v>
                </c:pt>
                <c:pt idx="548">
                  <c:v>45518</c:v>
                </c:pt>
                <c:pt idx="549">
                  <c:v>45519</c:v>
                </c:pt>
                <c:pt idx="550">
                  <c:v>45520</c:v>
                </c:pt>
                <c:pt idx="551">
                  <c:v>45521</c:v>
                </c:pt>
                <c:pt idx="552">
                  <c:v>45522</c:v>
                </c:pt>
                <c:pt idx="553">
                  <c:v>45523</c:v>
                </c:pt>
                <c:pt idx="554">
                  <c:v>45524</c:v>
                </c:pt>
                <c:pt idx="555">
                  <c:v>45525</c:v>
                </c:pt>
                <c:pt idx="556">
                  <c:v>45526</c:v>
                </c:pt>
                <c:pt idx="557">
                  <c:v>45527</c:v>
                </c:pt>
                <c:pt idx="558">
                  <c:v>45528</c:v>
                </c:pt>
                <c:pt idx="559">
                  <c:v>45529</c:v>
                </c:pt>
                <c:pt idx="560">
                  <c:v>45530</c:v>
                </c:pt>
                <c:pt idx="561">
                  <c:v>45531</c:v>
                </c:pt>
                <c:pt idx="562">
                  <c:v>45532</c:v>
                </c:pt>
                <c:pt idx="563">
                  <c:v>45533</c:v>
                </c:pt>
                <c:pt idx="564">
                  <c:v>45534</c:v>
                </c:pt>
                <c:pt idx="565">
                  <c:v>45535</c:v>
                </c:pt>
                <c:pt idx="566">
                  <c:v>45536</c:v>
                </c:pt>
                <c:pt idx="567">
                  <c:v>45537</c:v>
                </c:pt>
                <c:pt idx="568">
                  <c:v>45538</c:v>
                </c:pt>
                <c:pt idx="569">
                  <c:v>45539</c:v>
                </c:pt>
                <c:pt idx="570">
                  <c:v>45540</c:v>
                </c:pt>
                <c:pt idx="571">
                  <c:v>45541</c:v>
                </c:pt>
                <c:pt idx="572">
                  <c:v>45542</c:v>
                </c:pt>
                <c:pt idx="573">
                  <c:v>45543</c:v>
                </c:pt>
                <c:pt idx="574">
                  <c:v>45544</c:v>
                </c:pt>
                <c:pt idx="575">
                  <c:v>45545</c:v>
                </c:pt>
                <c:pt idx="576">
                  <c:v>45546</c:v>
                </c:pt>
                <c:pt idx="577">
                  <c:v>45547</c:v>
                </c:pt>
                <c:pt idx="578">
                  <c:v>45548</c:v>
                </c:pt>
                <c:pt idx="579">
                  <c:v>45549</c:v>
                </c:pt>
                <c:pt idx="580">
                  <c:v>45550</c:v>
                </c:pt>
                <c:pt idx="581">
                  <c:v>45551</c:v>
                </c:pt>
                <c:pt idx="582">
                  <c:v>45552</c:v>
                </c:pt>
                <c:pt idx="583">
                  <c:v>45553</c:v>
                </c:pt>
                <c:pt idx="584">
                  <c:v>45554</c:v>
                </c:pt>
                <c:pt idx="585">
                  <c:v>45555</c:v>
                </c:pt>
                <c:pt idx="586">
                  <c:v>45556</c:v>
                </c:pt>
                <c:pt idx="587">
                  <c:v>45557</c:v>
                </c:pt>
                <c:pt idx="588">
                  <c:v>45558</c:v>
                </c:pt>
                <c:pt idx="589">
                  <c:v>45559</c:v>
                </c:pt>
                <c:pt idx="590">
                  <c:v>45560</c:v>
                </c:pt>
                <c:pt idx="591">
                  <c:v>45561</c:v>
                </c:pt>
                <c:pt idx="592">
                  <c:v>45562</c:v>
                </c:pt>
                <c:pt idx="593">
                  <c:v>45563</c:v>
                </c:pt>
                <c:pt idx="594">
                  <c:v>45564</c:v>
                </c:pt>
                <c:pt idx="595">
                  <c:v>45565</c:v>
                </c:pt>
                <c:pt idx="596">
                  <c:v>45566</c:v>
                </c:pt>
                <c:pt idx="597">
                  <c:v>45567</c:v>
                </c:pt>
                <c:pt idx="598">
                  <c:v>45568</c:v>
                </c:pt>
                <c:pt idx="599">
                  <c:v>45569</c:v>
                </c:pt>
                <c:pt idx="600">
                  <c:v>45570</c:v>
                </c:pt>
                <c:pt idx="601">
                  <c:v>45571</c:v>
                </c:pt>
                <c:pt idx="602">
                  <c:v>45572</c:v>
                </c:pt>
                <c:pt idx="603">
                  <c:v>45573</c:v>
                </c:pt>
                <c:pt idx="604">
                  <c:v>45574</c:v>
                </c:pt>
                <c:pt idx="605">
                  <c:v>45575</c:v>
                </c:pt>
                <c:pt idx="606">
                  <c:v>45590</c:v>
                </c:pt>
                <c:pt idx="607">
                  <c:v>45591</c:v>
                </c:pt>
                <c:pt idx="608">
                  <c:v>45592</c:v>
                </c:pt>
                <c:pt idx="609">
                  <c:v>45593</c:v>
                </c:pt>
                <c:pt idx="610">
                  <c:v>45594</c:v>
                </c:pt>
                <c:pt idx="611">
                  <c:v>45595</c:v>
                </c:pt>
                <c:pt idx="612">
                  <c:v>45596</c:v>
                </c:pt>
                <c:pt idx="613">
                  <c:v>45597</c:v>
                </c:pt>
                <c:pt idx="614">
                  <c:v>45598</c:v>
                </c:pt>
                <c:pt idx="615">
                  <c:v>45599</c:v>
                </c:pt>
                <c:pt idx="616">
                  <c:v>45600</c:v>
                </c:pt>
                <c:pt idx="617">
                  <c:v>45601</c:v>
                </c:pt>
                <c:pt idx="618">
                  <c:v>45602</c:v>
                </c:pt>
                <c:pt idx="619">
                  <c:v>45603</c:v>
                </c:pt>
                <c:pt idx="620">
                  <c:v>45604</c:v>
                </c:pt>
                <c:pt idx="621">
                  <c:v>45605</c:v>
                </c:pt>
                <c:pt idx="622">
                  <c:v>45606</c:v>
                </c:pt>
                <c:pt idx="623">
                  <c:v>45607</c:v>
                </c:pt>
                <c:pt idx="624">
                  <c:v>45608</c:v>
                </c:pt>
                <c:pt idx="625">
                  <c:v>45609</c:v>
                </c:pt>
                <c:pt idx="626">
                  <c:v>45610</c:v>
                </c:pt>
                <c:pt idx="627">
                  <c:v>45611</c:v>
                </c:pt>
                <c:pt idx="628">
                  <c:v>45612</c:v>
                </c:pt>
                <c:pt idx="629">
                  <c:v>45613</c:v>
                </c:pt>
                <c:pt idx="630">
                  <c:v>45614</c:v>
                </c:pt>
                <c:pt idx="631">
                  <c:v>45615</c:v>
                </c:pt>
                <c:pt idx="632">
                  <c:v>45616</c:v>
                </c:pt>
                <c:pt idx="633">
                  <c:v>45617</c:v>
                </c:pt>
                <c:pt idx="634">
                  <c:v>45618</c:v>
                </c:pt>
                <c:pt idx="635">
                  <c:v>45619</c:v>
                </c:pt>
                <c:pt idx="636">
                  <c:v>45620</c:v>
                </c:pt>
                <c:pt idx="637">
                  <c:v>45621</c:v>
                </c:pt>
                <c:pt idx="638">
                  <c:v>45622</c:v>
                </c:pt>
                <c:pt idx="639">
                  <c:v>45623</c:v>
                </c:pt>
                <c:pt idx="640">
                  <c:v>45624</c:v>
                </c:pt>
                <c:pt idx="641">
                  <c:v>45625</c:v>
                </c:pt>
                <c:pt idx="642">
                  <c:v>45626</c:v>
                </c:pt>
                <c:pt idx="643">
                  <c:v>45627</c:v>
                </c:pt>
                <c:pt idx="644">
                  <c:v>45628</c:v>
                </c:pt>
                <c:pt idx="645">
                  <c:v>45629</c:v>
                </c:pt>
                <c:pt idx="646">
                  <c:v>45630</c:v>
                </c:pt>
                <c:pt idx="647">
                  <c:v>45631</c:v>
                </c:pt>
                <c:pt idx="648">
                  <c:v>45632</c:v>
                </c:pt>
                <c:pt idx="649">
                  <c:v>45633</c:v>
                </c:pt>
                <c:pt idx="650">
                  <c:v>45634</c:v>
                </c:pt>
                <c:pt idx="651">
                  <c:v>45635</c:v>
                </c:pt>
                <c:pt idx="652">
                  <c:v>45636</c:v>
                </c:pt>
                <c:pt idx="653">
                  <c:v>45637</c:v>
                </c:pt>
                <c:pt idx="654">
                  <c:v>45638</c:v>
                </c:pt>
                <c:pt idx="655">
                  <c:v>45639</c:v>
                </c:pt>
                <c:pt idx="656">
                  <c:v>45640</c:v>
                </c:pt>
                <c:pt idx="657">
                  <c:v>45641</c:v>
                </c:pt>
                <c:pt idx="658">
                  <c:v>45642</c:v>
                </c:pt>
                <c:pt idx="659">
                  <c:v>45643</c:v>
                </c:pt>
                <c:pt idx="660">
                  <c:v>45644</c:v>
                </c:pt>
                <c:pt idx="661">
                  <c:v>45645</c:v>
                </c:pt>
                <c:pt idx="662">
                  <c:v>45646</c:v>
                </c:pt>
                <c:pt idx="663">
                  <c:v>45647</c:v>
                </c:pt>
                <c:pt idx="664">
                  <c:v>45648</c:v>
                </c:pt>
                <c:pt idx="665">
                  <c:v>45649</c:v>
                </c:pt>
                <c:pt idx="666">
                  <c:v>45650</c:v>
                </c:pt>
                <c:pt idx="667">
                  <c:v>45651</c:v>
                </c:pt>
                <c:pt idx="668">
                  <c:v>45652</c:v>
                </c:pt>
                <c:pt idx="669">
                  <c:v>45653</c:v>
                </c:pt>
                <c:pt idx="670">
                  <c:v>45654</c:v>
                </c:pt>
                <c:pt idx="671">
                  <c:v>45655</c:v>
                </c:pt>
                <c:pt idx="672">
                  <c:v>45656</c:v>
                </c:pt>
                <c:pt idx="673">
                  <c:v>45657</c:v>
                </c:pt>
                <c:pt idx="674">
                  <c:v>45658</c:v>
                </c:pt>
                <c:pt idx="675">
                  <c:v>45659</c:v>
                </c:pt>
                <c:pt idx="676">
                  <c:v>45660</c:v>
                </c:pt>
                <c:pt idx="677">
                  <c:v>45661</c:v>
                </c:pt>
                <c:pt idx="678">
                  <c:v>45662</c:v>
                </c:pt>
                <c:pt idx="679">
                  <c:v>45665</c:v>
                </c:pt>
                <c:pt idx="680">
                  <c:v>45666</c:v>
                </c:pt>
                <c:pt idx="681">
                  <c:v>45667</c:v>
                </c:pt>
                <c:pt idx="682">
                  <c:v>45668</c:v>
                </c:pt>
                <c:pt idx="683">
                  <c:v>45669</c:v>
                </c:pt>
                <c:pt idx="684">
                  <c:v>45670</c:v>
                </c:pt>
                <c:pt idx="685">
                  <c:v>45671</c:v>
                </c:pt>
                <c:pt idx="686">
                  <c:v>45672</c:v>
                </c:pt>
                <c:pt idx="687">
                  <c:v>45673</c:v>
                </c:pt>
                <c:pt idx="688">
                  <c:v>45674</c:v>
                </c:pt>
                <c:pt idx="689">
                  <c:v>45675</c:v>
                </c:pt>
                <c:pt idx="690">
                  <c:v>45676</c:v>
                </c:pt>
                <c:pt idx="691">
                  <c:v>45677</c:v>
                </c:pt>
                <c:pt idx="692">
                  <c:v>45678</c:v>
                </c:pt>
                <c:pt idx="693">
                  <c:v>45679</c:v>
                </c:pt>
                <c:pt idx="694">
                  <c:v>45680</c:v>
                </c:pt>
                <c:pt idx="695">
                  <c:v>45681</c:v>
                </c:pt>
                <c:pt idx="696">
                  <c:v>45682</c:v>
                </c:pt>
                <c:pt idx="697">
                  <c:v>45683</c:v>
                </c:pt>
                <c:pt idx="698">
                  <c:v>45684</c:v>
                </c:pt>
                <c:pt idx="699">
                  <c:v>45685</c:v>
                </c:pt>
                <c:pt idx="700">
                  <c:v>45686</c:v>
                </c:pt>
                <c:pt idx="701">
                  <c:v>45687</c:v>
                </c:pt>
                <c:pt idx="702">
                  <c:v>45688</c:v>
                </c:pt>
                <c:pt idx="703">
                  <c:v>45689</c:v>
                </c:pt>
                <c:pt idx="704">
                  <c:v>45690</c:v>
                </c:pt>
                <c:pt idx="705">
                  <c:v>45691</c:v>
                </c:pt>
                <c:pt idx="706">
                  <c:v>45692</c:v>
                </c:pt>
                <c:pt idx="707">
                  <c:v>45693</c:v>
                </c:pt>
                <c:pt idx="708">
                  <c:v>45694</c:v>
                </c:pt>
                <c:pt idx="709">
                  <c:v>45695</c:v>
                </c:pt>
                <c:pt idx="710">
                  <c:v>45696</c:v>
                </c:pt>
                <c:pt idx="711">
                  <c:v>45697</c:v>
                </c:pt>
                <c:pt idx="712">
                  <c:v>45698</c:v>
                </c:pt>
                <c:pt idx="713">
                  <c:v>45699</c:v>
                </c:pt>
                <c:pt idx="714">
                  <c:v>45700</c:v>
                </c:pt>
                <c:pt idx="715">
                  <c:v>45701</c:v>
                </c:pt>
                <c:pt idx="716">
                  <c:v>45702</c:v>
                </c:pt>
                <c:pt idx="717">
                  <c:v>45703</c:v>
                </c:pt>
                <c:pt idx="718">
                  <c:v>45704</c:v>
                </c:pt>
                <c:pt idx="719">
                  <c:v>45705</c:v>
                </c:pt>
                <c:pt idx="720">
                  <c:v>45706</c:v>
                </c:pt>
                <c:pt idx="721">
                  <c:v>45707</c:v>
                </c:pt>
                <c:pt idx="722">
                  <c:v>45708</c:v>
                </c:pt>
                <c:pt idx="723">
                  <c:v>45709</c:v>
                </c:pt>
                <c:pt idx="724">
                  <c:v>45710</c:v>
                </c:pt>
                <c:pt idx="725">
                  <c:v>45711</c:v>
                </c:pt>
                <c:pt idx="726">
                  <c:v>45712</c:v>
                </c:pt>
                <c:pt idx="727">
                  <c:v>45713</c:v>
                </c:pt>
                <c:pt idx="728">
                  <c:v>45714</c:v>
                </c:pt>
                <c:pt idx="729">
                  <c:v>45715</c:v>
                </c:pt>
                <c:pt idx="730">
                  <c:v>45716</c:v>
                </c:pt>
                <c:pt idx="731">
                  <c:v>45717</c:v>
                </c:pt>
                <c:pt idx="732">
                  <c:v>45718</c:v>
                </c:pt>
                <c:pt idx="733">
                  <c:v>45719</c:v>
                </c:pt>
                <c:pt idx="734">
                  <c:v>45720</c:v>
                </c:pt>
                <c:pt idx="735">
                  <c:v>45721</c:v>
                </c:pt>
                <c:pt idx="736">
                  <c:v>45722</c:v>
                </c:pt>
                <c:pt idx="737">
                  <c:v>45723</c:v>
                </c:pt>
                <c:pt idx="738">
                  <c:v>45724</c:v>
                </c:pt>
                <c:pt idx="739">
                  <c:v>45725</c:v>
                </c:pt>
                <c:pt idx="740">
                  <c:v>45726</c:v>
                </c:pt>
                <c:pt idx="741">
                  <c:v>45727</c:v>
                </c:pt>
                <c:pt idx="742">
                  <c:v>45728</c:v>
                </c:pt>
                <c:pt idx="743">
                  <c:v>45729</c:v>
                </c:pt>
                <c:pt idx="744">
                  <c:v>45730</c:v>
                </c:pt>
                <c:pt idx="745">
                  <c:v>45731</c:v>
                </c:pt>
                <c:pt idx="746">
                  <c:v>45732</c:v>
                </c:pt>
                <c:pt idx="747">
                  <c:v>45733</c:v>
                </c:pt>
                <c:pt idx="748">
                  <c:v>45734</c:v>
                </c:pt>
                <c:pt idx="749">
                  <c:v>45735</c:v>
                </c:pt>
                <c:pt idx="750">
                  <c:v>45736</c:v>
                </c:pt>
                <c:pt idx="751">
                  <c:v>45737</c:v>
                </c:pt>
                <c:pt idx="752">
                  <c:v>45738</c:v>
                </c:pt>
                <c:pt idx="753">
                  <c:v>45739</c:v>
                </c:pt>
                <c:pt idx="754">
                  <c:v>45740</c:v>
                </c:pt>
                <c:pt idx="755">
                  <c:v>45741</c:v>
                </c:pt>
                <c:pt idx="756">
                  <c:v>45742</c:v>
                </c:pt>
                <c:pt idx="757">
                  <c:v>45743</c:v>
                </c:pt>
                <c:pt idx="758">
                  <c:v>45744</c:v>
                </c:pt>
                <c:pt idx="759">
                  <c:v>45745</c:v>
                </c:pt>
                <c:pt idx="760">
                  <c:v>45746</c:v>
                </c:pt>
                <c:pt idx="761">
                  <c:v>45747</c:v>
                </c:pt>
                <c:pt idx="762">
                  <c:v>45748</c:v>
                </c:pt>
                <c:pt idx="763">
                  <c:v>45749</c:v>
                </c:pt>
                <c:pt idx="764">
                  <c:v>45750</c:v>
                </c:pt>
                <c:pt idx="765">
                  <c:v>45751</c:v>
                </c:pt>
                <c:pt idx="766">
                  <c:v>45752</c:v>
                </c:pt>
                <c:pt idx="767">
                  <c:v>45753</c:v>
                </c:pt>
                <c:pt idx="768">
                  <c:v>45754</c:v>
                </c:pt>
                <c:pt idx="769">
                  <c:v>45755</c:v>
                </c:pt>
                <c:pt idx="770">
                  <c:v>45756</c:v>
                </c:pt>
                <c:pt idx="771">
                  <c:v>45757</c:v>
                </c:pt>
                <c:pt idx="772">
                  <c:v>45758</c:v>
                </c:pt>
                <c:pt idx="773">
                  <c:v>45759</c:v>
                </c:pt>
                <c:pt idx="774">
                  <c:v>45760</c:v>
                </c:pt>
                <c:pt idx="775">
                  <c:v>45761</c:v>
                </c:pt>
                <c:pt idx="776">
                  <c:v>45762</c:v>
                </c:pt>
                <c:pt idx="777">
                  <c:v>45763</c:v>
                </c:pt>
                <c:pt idx="778">
                  <c:v>45764</c:v>
                </c:pt>
                <c:pt idx="779">
                  <c:v>45765</c:v>
                </c:pt>
                <c:pt idx="780">
                  <c:v>45766</c:v>
                </c:pt>
                <c:pt idx="781">
                  <c:v>45767</c:v>
                </c:pt>
                <c:pt idx="782">
                  <c:v>45768</c:v>
                </c:pt>
                <c:pt idx="783">
                  <c:v>45769</c:v>
                </c:pt>
                <c:pt idx="784">
                  <c:v>45770</c:v>
                </c:pt>
                <c:pt idx="785">
                  <c:v>45771</c:v>
                </c:pt>
                <c:pt idx="786">
                  <c:v>45772</c:v>
                </c:pt>
                <c:pt idx="787">
                  <c:v>45773</c:v>
                </c:pt>
                <c:pt idx="788">
                  <c:v>45774</c:v>
                </c:pt>
                <c:pt idx="789">
                  <c:v>45775</c:v>
                </c:pt>
                <c:pt idx="790">
                  <c:v>45776</c:v>
                </c:pt>
                <c:pt idx="791">
                  <c:v>45777</c:v>
                </c:pt>
                <c:pt idx="792">
                  <c:v>45778</c:v>
                </c:pt>
                <c:pt idx="793">
                  <c:v>45779</c:v>
                </c:pt>
                <c:pt idx="794">
                  <c:v>45780</c:v>
                </c:pt>
                <c:pt idx="795">
                  <c:v>45781</c:v>
                </c:pt>
                <c:pt idx="796">
                  <c:v>45782</c:v>
                </c:pt>
                <c:pt idx="797">
                  <c:v>45783</c:v>
                </c:pt>
                <c:pt idx="798">
                  <c:v>45784</c:v>
                </c:pt>
                <c:pt idx="799">
                  <c:v>45785</c:v>
                </c:pt>
                <c:pt idx="800">
                  <c:v>45786</c:v>
                </c:pt>
                <c:pt idx="801">
                  <c:v>45787</c:v>
                </c:pt>
                <c:pt idx="802">
                  <c:v>45788</c:v>
                </c:pt>
                <c:pt idx="803">
                  <c:v>45789</c:v>
                </c:pt>
                <c:pt idx="804">
                  <c:v>45790</c:v>
                </c:pt>
                <c:pt idx="805">
                  <c:v>45791</c:v>
                </c:pt>
                <c:pt idx="806">
                  <c:v>45792</c:v>
                </c:pt>
                <c:pt idx="807">
                  <c:v>45793</c:v>
                </c:pt>
                <c:pt idx="808">
                  <c:v>45794</c:v>
                </c:pt>
                <c:pt idx="809">
                  <c:v>45795</c:v>
                </c:pt>
                <c:pt idx="810">
                  <c:v>45796</c:v>
                </c:pt>
                <c:pt idx="811">
                  <c:v>45797</c:v>
                </c:pt>
                <c:pt idx="812">
                  <c:v>45798</c:v>
                </c:pt>
                <c:pt idx="813">
                  <c:v>45799</c:v>
                </c:pt>
                <c:pt idx="814">
                  <c:v>45800</c:v>
                </c:pt>
                <c:pt idx="815">
                  <c:v>45801</c:v>
                </c:pt>
                <c:pt idx="816">
                  <c:v>45802</c:v>
                </c:pt>
                <c:pt idx="817">
                  <c:v>45803</c:v>
                </c:pt>
                <c:pt idx="818">
                  <c:v>45804</c:v>
                </c:pt>
                <c:pt idx="819">
                  <c:v>45805</c:v>
                </c:pt>
                <c:pt idx="820">
                  <c:v>45806</c:v>
                </c:pt>
                <c:pt idx="821">
                  <c:v>45807</c:v>
                </c:pt>
                <c:pt idx="822">
                  <c:v>45808</c:v>
                </c:pt>
                <c:pt idx="823">
                  <c:v>45809</c:v>
                </c:pt>
                <c:pt idx="824">
                  <c:v>45810</c:v>
                </c:pt>
                <c:pt idx="825">
                  <c:v>45811</c:v>
                </c:pt>
                <c:pt idx="826">
                  <c:v>45812</c:v>
                </c:pt>
                <c:pt idx="827">
                  <c:v>45813</c:v>
                </c:pt>
                <c:pt idx="828">
                  <c:v>45814</c:v>
                </c:pt>
                <c:pt idx="829">
                  <c:v>45815</c:v>
                </c:pt>
                <c:pt idx="830">
                  <c:v>45816</c:v>
                </c:pt>
                <c:pt idx="831">
                  <c:v>45817</c:v>
                </c:pt>
                <c:pt idx="832">
                  <c:v>45818</c:v>
                </c:pt>
                <c:pt idx="833">
                  <c:v>45819</c:v>
                </c:pt>
                <c:pt idx="834">
                  <c:v>45820</c:v>
                </c:pt>
                <c:pt idx="835">
                  <c:v>45821</c:v>
                </c:pt>
                <c:pt idx="836">
                  <c:v>45822</c:v>
                </c:pt>
                <c:pt idx="837">
                  <c:v>45823</c:v>
                </c:pt>
                <c:pt idx="838">
                  <c:v>45824</c:v>
                </c:pt>
                <c:pt idx="839">
                  <c:v>45825</c:v>
                </c:pt>
                <c:pt idx="840">
                  <c:v>45826</c:v>
                </c:pt>
                <c:pt idx="841">
                  <c:v>45827</c:v>
                </c:pt>
                <c:pt idx="842">
                  <c:v>45828</c:v>
                </c:pt>
                <c:pt idx="843">
                  <c:v>45829</c:v>
                </c:pt>
                <c:pt idx="844">
                  <c:v>45830</c:v>
                </c:pt>
                <c:pt idx="845">
                  <c:v>45831</c:v>
                </c:pt>
                <c:pt idx="846">
                  <c:v>45832</c:v>
                </c:pt>
                <c:pt idx="847">
                  <c:v>45833</c:v>
                </c:pt>
                <c:pt idx="848">
                  <c:v>45834</c:v>
                </c:pt>
                <c:pt idx="849">
                  <c:v>45835</c:v>
                </c:pt>
                <c:pt idx="850">
                  <c:v>45836</c:v>
                </c:pt>
                <c:pt idx="851">
                  <c:v>45837</c:v>
                </c:pt>
                <c:pt idx="852">
                  <c:v>45838</c:v>
                </c:pt>
                <c:pt idx="853">
                  <c:v>45839</c:v>
                </c:pt>
                <c:pt idx="854">
                  <c:v>45840</c:v>
                </c:pt>
                <c:pt idx="855">
                  <c:v>45841</c:v>
                </c:pt>
                <c:pt idx="856">
                  <c:v>45842</c:v>
                </c:pt>
                <c:pt idx="857">
                  <c:v>45843</c:v>
                </c:pt>
                <c:pt idx="858">
                  <c:v>45844</c:v>
                </c:pt>
                <c:pt idx="859">
                  <c:v>45845</c:v>
                </c:pt>
                <c:pt idx="860">
                  <c:v>45846</c:v>
                </c:pt>
                <c:pt idx="861">
                  <c:v>45847</c:v>
                </c:pt>
                <c:pt idx="862">
                  <c:v>45848</c:v>
                </c:pt>
                <c:pt idx="863">
                  <c:v>45849</c:v>
                </c:pt>
                <c:pt idx="864">
                  <c:v>45850</c:v>
                </c:pt>
                <c:pt idx="865">
                  <c:v>45851</c:v>
                </c:pt>
                <c:pt idx="866">
                  <c:v>45852</c:v>
                </c:pt>
                <c:pt idx="867">
                  <c:v>45853</c:v>
                </c:pt>
                <c:pt idx="868">
                  <c:v>45854</c:v>
                </c:pt>
                <c:pt idx="869">
                  <c:v>45855</c:v>
                </c:pt>
                <c:pt idx="870">
                  <c:v>45856</c:v>
                </c:pt>
                <c:pt idx="871">
                  <c:v>45857</c:v>
                </c:pt>
                <c:pt idx="872">
                  <c:v>45858</c:v>
                </c:pt>
                <c:pt idx="873">
                  <c:v>45860</c:v>
                </c:pt>
                <c:pt idx="874">
                  <c:v>45861</c:v>
                </c:pt>
                <c:pt idx="875">
                  <c:v>45862</c:v>
                </c:pt>
                <c:pt idx="876">
                  <c:v>45863</c:v>
                </c:pt>
                <c:pt idx="877">
                  <c:v>45864</c:v>
                </c:pt>
                <c:pt idx="878">
                  <c:v>45865</c:v>
                </c:pt>
                <c:pt idx="879">
                  <c:v>45866</c:v>
                </c:pt>
                <c:pt idx="880">
                  <c:v>45867</c:v>
                </c:pt>
                <c:pt idx="881">
                  <c:v>45868</c:v>
                </c:pt>
                <c:pt idx="882">
                  <c:v>45869</c:v>
                </c:pt>
                <c:pt idx="883">
                  <c:v>45870</c:v>
                </c:pt>
                <c:pt idx="884">
                  <c:v>45871</c:v>
                </c:pt>
                <c:pt idx="885">
                  <c:v>45872</c:v>
                </c:pt>
                <c:pt idx="886">
                  <c:v>45873</c:v>
                </c:pt>
                <c:pt idx="887">
                  <c:v>45874</c:v>
                </c:pt>
                <c:pt idx="888">
                  <c:v>45875</c:v>
                </c:pt>
                <c:pt idx="889">
                  <c:v>45876</c:v>
                </c:pt>
                <c:pt idx="890">
                  <c:v>45877</c:v>
                </c:pt>
                <c:pt idx="891">
                  <c:v>45878</c:v>
                </c:pt>
                <c:pt idx="892">
                  <c:v>45879</c:v>
                </c:pt>
                <c:pt idx="893">
                  <c:v>45880</c:v>
                </c:pt>
                <c:pt idx="894">
                  <c:v>45881</c:v>
                </c:pt>
                <c:pt idx="895">
                  <c:v>45882</c:v>
                </c:pt>
                <c:pt idx="896">
                  <c:v>45883</c:v>
                </c:pt>
                <c:pt idx="897">
                  <c:v>45884</c:v>
                </c:pt>
                <c:pt idx="898">
                  <c:v>45885</c:v>
                </c:pt>
                <c:pt idx="899">
                  <c:v>45886</c:v>
                </c:pt>
                <c:pt idx="900">
                  <c:v>45887</c:v>
                </c:pt>
                <c:pt idx="901">
                  <c:v>45888</c:v>
                </c:pt>
                <c:pt idx="902">
                  <c:v>45889</c:v>
                </c:pt>
                <c:pt idx="903">
                  <c:v>45890</c:v>
                </c:pt>
                <c:pt idx="904">
                  <c:v>45891</c:v>
                </c:pt>
                <c:pt idx="905">
                  <c:v>45892</c:v>
                </c:pt>
                <c:pt idx="906">
                  <c:v>45893</c:v>
                </c:pt>
                <c:pt idx="907">
                  <c:v>45894</c:v>
                </c:pt>
                <c:pt idx="908">
                  <c:v>45895</c:v>
                </c:pt>
                <c:pt idx="909">
                  <c:v>45896</c:v>
                </c:pt>
                <c:pt idx="910">
                  <c:v>45897</c:v>
                </c:pt>
                <c:pt idx="911">
                  <c:v>45898</c:v>
                </c:pt>
                <c:pt idx="912">
                  <c:v>45899</c:v>
                </c:pt>
                <c:pt idx="913">
                  <c:v>45900</c:v>
                </c:pt>
                <c:pt idx="914">
                  <c:v>45901</c:v>
                </c:pt>
                <c:pt idx="915">
                  <c:v>45902</c:v>
                </c:pt>
                <c:pt idx="916">
                  <c:v>45903</c:v>
                </c:pt>
                <c:pt idx="917">
                  <c:v>45904</c:v>
                </c:pt>
                <c:pt idx="918">
                  <c:v>45905</c:v>
                </c:pt>
                <c:pt idx="919">
                  <c:v>45906</c:v>
                </c:pt>
                <c:pt idx="920">
                  <c:v>45907</c:v>
                </c:pt>
                <c:pt idx="921">
                  <c:v>45908</c:v>
                </c:pt>
                <c:pt idx="922">
                  <c:v>45909</c:v>
                </c:pt>
                <c:pt idx="923">
                  <c:v>45910</c:v>
                </c:pt>
                <c:pt idx="924">
                  <c:v>45911</c:v>
                </c:pt>
                <c:pt idx="925">
                  <c:v>45912</c:v>
                </c:pt>
                <c:pt idx="926">
                  <c:v>45913</c:v>
                </c:pt>
                <c:pt idx="927">
                  <c:v>45914</c:v>
                </c:pt>
                <c:pt idx="928">
                  <c:v>45915</c:v>
                </c:pt>
                <c:pt idx="929">
                  <c:v>45916</c:v>
                </c:pt>
                <c:pt idx="930">
                  <c:v>45917</c:v>
                </c:pt>
                <c:pt idx="931">
                  <c:v>45918</c:v>
                </c:pt>
                <c:pt idx="932">
                  <c:v>45919</c:v>
                </c:pt>
                <c:pt idx="933">
                  <c:v>45920</c:v>
                </c:pt>
                <c:pt idx="934">
                  <c:v>45921</c:v>
                </c:pt>
                <c:pt idx="935">
                  <c:v>45922</c:v>
                </c:pt>
                <c:pt idx="936">
                  <c:v>45923</c:v>
                </c:pt>
                <c:pt idx="937">
                  <c:v>45924</c:v>
                </c:pt>
                <c:pt idx="938">
                  <c:v>45925</c:v>
                </c:pt>
                <c:pt idx="939">
                  <c:v>45926</c:v>
                </c:pt>
                <c:pt idx="940">
                  <c:v>45927</c:v>
                </c:pt>
                <c:pt idx="941">
                  <c:v>45928</c:v>
                </c:pt>
                <c:pt idx="942">
                  <c:v>45929</c:v>
                </c:pt>
                <c:pt idx="943">
                  <c:v>45930</c:v>
                </c:pt>
                <c:pt idx="944">
                  <c:v>45931</c:v>
                </c:pt>
                <c:pt idx="945">
                  <c:v>45932</c:v>
                </c:pt>
                <c:pt idx="946">
                  <c:v>45933</c:v>
                </c:pt>
                <c:pt idx="947">
                  <c:v>45934</c:v>
                </c:pt>
                <c:pt idx="948">
                  <c:v>45935</c:v>
                </c:pt>
                <c:pt idx="949">
                  <c:v>45936</c:v>
                </c:pt>
                <c:pt idx="950">
                  <c:v>45940</c:v>
                </c:pt>
                <c:pt idx="951">
                  <c:v>45941</c:v>
                </c:pt>
                <c:pt idx="952">
                  <c:v>45942</c:v>
                </c:pt>
                <c:pt idx="953">
                  <c:v>45943</c:v>
                </c:pt>
                <c:pt idx="954">
                  <c:v>45944</c:v>
                </c:pt>
                <c:pt idx="955">
                  <c:v>45945</c:v>
                </c:pt>
                <c:pt idx="956">
                  <c:v>45946</c:v>
                </c:pt>
                <c:pt idx="957">
                  <c:v>45947</c:v>
                </c:pt>
                <c:pt idx="958">
                  <c:v>45948</c:v>
                </c:pt>
                <c:pt idx="959">
                  <c:v>45949</c:v>
                </c:pt>
                <c:pt idx="960">
                  <c:v>45950</c:v>
                </c:pt>
                <c:pt idx="961">
                  <c:v>45951</c:v>
                </c:pt>
                <c:pt idx="962">
                  <c:v>45952</c:v>
                </c:pt>
                <c:pt idx="963">
                  <c:v>45953</c:v>
                </c:pt>
                <c:pt idx="964">
                  <c:v>45954</c:v>
                </c:pt>
                <c:pt idx="965">
                  <c:v>45955</c:v>
                </c:pt>
                <c:pt idx="966">
                  <c:v>45956</c:v>
                </c:pt>
                <c:pt idx="967">
                  <c:v>45957</c:v>
                </c:pt>
                <c:pt idx="968">
                  <c:v>45958</c:v>
                </c:pt>
                <c:pt idx="969">
                  <c:v>45959</c:v>
                </c:pt>
                <c:pt idx="970">
                  <c:v>45960</c:v>
                </c:pt>
                <c:pt idx="971">
                  <c:v>45961</c:v>
                </c:pt>
                <c:pt idx="972">
                  <c:v>45962</c:v>
                </c:pt>
                <c:pt idx="973">
                  <c:v>45963</c:v>
                </c:pt>
                <c:pt idx="974">
                  <c:v>45964</c:v>
                </c:pt>
                <c:pt idx="975">
                  <c:v>45965</c:v>
                </c:pt>
                <c:pt idx="976">
                  <c:v>45966</c:v>
                </c:pt>
                <c:pt idx="977">
                  <c:v>45967</c:v>
                </c:pt>
                <c:pt idx="978">
                  <c:v>45973</c:v>
                </c:pt>
                <c:pt idx="979">
                  <c:v>45974</c:v>
                </c:pt>
                <c:pt idx="980">
                  <c:v>45975</c:v>
                </c:pt>
                <c:pt idx="981">
                  <c:v>45976</c:v>
                </c:pt>
                <c:pt idx="982">
                  <c:v>45977</c:v>
                </c:pt>
                <c:pt idx="983">
                  <c:v>45978</c:v>
                </c:pt>
                <c:pt idx="984">
                  <c:v>45979</c:v>
                </c:pt>
                <c:pt idx="985">
                  <c:v>45980</c:v>
                </c:pt>
                <c:pt idx="986">
                  <c:v>45981</c:v>
                </c:pt>
                <c:pt idx="987">
                  <c:v>45982</c:v>
                </c:pt>
                <c:pt idx="988">
                  <c:v>45983</c:v>
                </c:pt>
                <c:pt idx="989">
                  <c:v>45984</c:v>
                </c:pt>
                <c:pt idx="990">
                  <c:v>45985</c:v>
                </c:pt>
                <c:pt idx="991">
                  <c:v>45986</c:v>
                </c:pt>
                <c:pt idx="992">
                  <c:v>45987</c:v>
                </c:pt>
                <c:pt idx="993">
                  <c:v>45988</c:v>
                </c:pt>
                <c:pt idx="994">
                  <c:v>45989</c:v>
                </c:pt>
                <c:pt idx="995">
                  <c:v>45990</c:v>
                </c:pt>
                <c:pt idx="996">
                  <c:v>45991</c:v>
                </c:pt>
                <c:pt idx="997">
                  <c:v>45992</c:v>
                </c:pt>
                <c:pt idx="998">
                  <c:v>45993</c:v>
                </c:pt>
                <c:pt idx="999">
                  <c:v>45994</c:v>
                </c:pt>
                <c:pt idx="1000">
                  <c:v>45995</c:v>
                </c:pt>
                <c:pt idx="1001">
                  <c:v>45996</c:v>
                </c:pt>
                <c:pt idx="1002">
                  <c:v>45997</c:v>
                </c:pt>
                <c:pt idx="1003">
                  <c:v>45998</c:v>
                </c:pt>
                <c:pt idx="1004">
                  <c:v>45999</c:v>
                </c:pt>
                <c:pt idx="1005">
                  <c:v>46000</c:v>
                </c:pt>
                <c:pt idx="1006">
                  <c:v>46001</c:v>
                </c:pt>
                <c:pt idx="1007">
                  <c:v>46002</c:v>
                </c:pt>
                <c:pt idx="1008">
                  <c:v>46003</c:v>
                </c:pt>
                <c:pt idx="1009">
                  <c:v>46004</c:v>
                </c:pt>
                <c:pt idx="1010">
                  <c:v>46005</c:v>
                </c:pt>
                <c:pt idx="1011">
                  <c:v>46006</c:v>
                </c:pt>
                <c:pt idx="1012">
                  <c:v>46007</c:v>
                </c:pt>
                <c:pt idx="1013">
                  <c:v>46008</c:v>
                </c:pt>
                <c:pt idx="1014">
                  <c:v>46009</c:v>
                </c:pt>
                <c:pt idx="1015">
                  <c:v>46010</c:v>
                </c:pt>
                <c:pt idx="1016">
                  <c:v>46011</c:v>
                </c:pt>
                <c:pt idx="1017">
                  <c:v>46012</c:v>
                </c:pt>
                <c:pt idx="1018">
                  <c:v>46013</c:v>
                </c:pt>
                <c:pt idx="1019">
                  <c:v>46014</c:v>
                </c:pt>
                <c:pt idx="1020">
                  <c:v>46015</c:v>
                </c:pt>
                <c:pt idx="1021">
                  <c:v>46016</c:v>
                </c:pt>
                <c:pt idx="1022">
                  <c:v>46017</c:v>
                </c:pt>
                <c:pt idx="1023">
                  <c:v>46018</c:v>
                </c:pt>
                <c:pt idx="1024">
                  <c:v>46019</c:v>
                </c:pt>
                <c:pt idx="1025">
                  <c:v>46020</c:v>
                </c:pt>
                <c:pt idx="1026">
                  <c:v>46021</c:v>
                </c:pt>
                <c:pt idx="1027">
                  <c:v>46022</c:v>
                </c:pt>
                <c:pt idx="1028">
                  <c:v>46023</c:v>
                </c:pt>
                <c:pt idx="1029">
                  <c:v>46024</c:v>
                </c:pt>
                <c:pt idx="1030">
                  <c:v>46025</c:v>
                </c:pt>
                <c:pt idx="1031">
                  <c:v>46026</c:v>
                </c:pt>
                <c:pt idx="1032">
                  <c:v>46027</c:v>
                </c:pt>
                <c:pt idx="1033">
                  <c:v>46028</c:v>
                </c:pt>
                <c:pt idx="1034">
                  <c:v>46029</c:v>
                </c:pt>
                <c:pt idx="1035">
                  <c:v>46030</c:v>
                </c:pt>
                <c:pt idx="1036">
                  <c:v>46031</c:v>
                </c:pt>
                <c:pt idx="1037">
                  <c:v>46032</c:v>
                </c:pt>
                <c:pt idx="1038">
                  <c:v>46033</c:v>
                </c:pt>
                <c:pt idx="1039">
                  <c:v>46034</c:v>
                </c:pt>
                <c:pt idx="1040">
                  <c:v>46035</c:v>
                </c:pt>
                <c:pt idx="1041">
                  <c:v>46036</c:v>
                </c:pt>
                <c:pt idx="1042">
                  <c:v>46037</c:v>
                </c:pt>
                <c:pt idx="1043">
                  <c:v>46038</c:v>
                </c:pt>
                <c:pt idx="1044">
                  <c:v>46039</c:v>
                </c:pt>
                <c:pt idx="1045">
                  <c:v>46040</c:v>
                </c:pt>
                <c:pt idx="1046">
                  <c:v>46041</c:v>
                </c:pt>
                <c:pt idx="1047">
                  <c:v>46042</c:v>
                </c:pt>
                <c:pt idx="1048">
                  <c:v>46043</c:v>
                </c:pt>
                <c:pt idx="1049">
                  <c:v>46044</c:v>
                </c:pt>
                <c:pt idx="1050">
                  <c:v>46045</c:v>
                </c:pt>
                <c:pt idx="1051">
                  <c:v>46046</c:v>
                </c:pt>
                <c:pt idx="1052">
                  <c:v>46047</c:v>
                </c:pt>
                <c:pt idx="1053">
                  <c:v>46048</c:v>
                </c:pt>
                <c:pt idx="1054">
                  <c:v>46049</c:v>
                </c:pt>
                <c:pt idx="1055">
                  <c:v>46050</c:v>
                </c:pt>
                <c:pt idx="1056">
                  <c:v>46051</c:v>
                </c:pt>
                <c:pt idx="1057">
                  <c:v>46052</c:v>
                </c:pt>
                <c:pt idx="1058">
                  <c:v>46053</c:v>
                </c:pt>
                <c:pt idx="1059">
                  <c:v>46054</c:v>
                </c:pt>
                <c:pt idx="1060">
                  <c:v>46055</c:v>
                </c:pt>
                <c:pt idx="1061">
                  <c:v>46056</c:v>
                </c:pt>
                <c:pt idx="1062">
                  <c:v>46057</c:v>
                </c:pt>
                <c:pt idx="1063">
                  <c:v>46058</c:v>
                </c:pt>
                <c:pt idx="1064">
                  <c:v>46059</c:v>
                </c:pt>
                <c:pt idx="1065">
                  <c:v>46060</c:v>
                </c:pt>
                <c:pt idx="1066">
                  <c:v>46061</c:v>
                </c:pt>
                <c:pt idx="1067">
                  <c:v>46062</c:v>
                </c:pt>
                <c:pt idx="1068">
                  <c:v>46063</c:v>
                </c:pt>
                <c:pt idx="1069">
                  <c:v>46064</c:v>
                </c:pt>
                <c:pt idx="1070">
                  <c:v>46065</c:v>
                </c:pt>
                <c:pt idx="1071">
                  <c:v>46066</c:v>
                </c:pt>
                <c:pt idx="1072">
                  <c:v>46067</c:v>
                </c:pt>
                <c:pt idx="1073">
                  <c:v>46068</c:v>
                </c:pt>
                <c:pt idx="1074">
                  <c:v>46069</c:v>
                </c:pt>
                <c:pt idx="1075">
                  <c:v>46070</c:v>
                </c:pt>
                <c:pt idx="1076">
                  <c:v>46071</c:v>
                </c:pt>
                <c:pt idx="1077">
                  <c:v>46072</c:v>
                </c:pt>
                <c:pt idx="1078">
                  <c:v>46073</c:v>
                </c:pt>
                <c:pt idx="1079">
                  <c:v>46074</c:v>
                </c:pt>
                <c:pt idx="1080">
                  <c:v>46075</c:v>
                </c:pt>
                <c:pt idx="1081">
                  <c:v>46076</c:v>
                </c:pt>
                <c:pt idx="1082">
                  <c:v>46077</c:v>
                </c:pt>
                <c:pt idx="1083">
                  <c:v>46078</c:v>
                </c:pt>
                <c:pt idx="1084">
                  <c:v>46079</c:v>
                </c:pt>
                <c:pt idx="1085">
                  <c:v>46080</c:v>
                </c:pt>
                <c:pt idx="1086">
                  <c:v>46081</c:v>
                </c:pt>
                <c:pt idx="1087">
                  <c:v>46082</c:v>
                </c:pt>
                <c:pt idx="1088">
                  <c:v>46083</c:v>
                </c:pt>
                <c:pt idx="1089">
                  <c:v>46084</c:v>
                </c:pt>
                <c:pt idx="1090">
                  <c:v>46085</c:v>
                </c:pt>
                <c:pt idx="1091">
                  <c:v>46086</c:v>
                </c:pt>
                <c:pt idx="1092">
                  <c:v>46087</c:v>
                </c:pt>
                <c:pt idx="1093">
                  <c:v>46088</c:v>
                </c:pt>
                <c:pt idx="1094">
                  <c:v>46089</c:v>
                </c:pt>
                <c:pt idx="1095">
                  <c:v>46090</c:v>
                </c:pt>
                <c:pt idx="1096">
                  <c:v>46091</c:v>
                </c:pt>
                <c:pt idx="1097">
                  <c:v>46092</c:v>
                </c:pt>
                <c:pt idx="1098">
                  <c:v>46093</c:v>
                </c:pt>
                <c:pt idx="1099">
                  <c:v>46094</c:v>
                </c:pt>
                <c:pt idx="1100">
                  <c:v>46095</c:v>
                </c:pt>
                <c:pt idx="1101">
                  <c:v>46096</c:v>
                </c:pt>
                <c:pt idx="1102">
                  <c:v>46097</c:v>
                </c:pt>
                <c:pt idx="1103">
                  <c:v>46098</c:v>
                </c:pt>
                <c:pt idx="1104">
                  <c:v>46099</c:v>
                </c:pt>
                <c:pt idx="1105">
                  <c:v>46100</c:v>
                </c:pt>
                <c:pt idx="1106">
                  <c:v>46101</c:v>
                </c:pt>
                <c:pt idx="1107">
                  <c:v>46103</c:v>
                </c:pt>
                <c:pt idx="1108">
                  <c:v>46106</c:v>
                </c:pt>
                <c:pt idx="1109">
                  <c:v>46107</c:v>
                </c:pt>
                <c:pt idx="1110">
                  <c:v>46108</c:v>
                </c:pt>
                <c:pt idx="1111">
                  <c:v>46109</c:v>
                </c:pt>
                <c:pt idx="1112">
                  <c:v>46110</c:v>
                </c:pt>
                <c:pt idx="1113">
                  <c:v>46111</c:v>
                </c:pt>
                <c:pt idx="1114">
                  <c:v>46112</c:v>
                </c:pt>
                <c:pt idx="1115">
                  <c:v>46113</c:v>
                </c:pt>
                <c:pt idx="1116">
                  <c:v>46114</c:v>
                </c:pt>
                <c:pt idx="1117">
                  <c:v>46115</c:v>
                </c:pt>
                <c:pt idx="1118">
                  <c:v>46116</c:v>
                </c:pt>
                <c:pt idx="1119">
                  <c:v>46117</c:v>
                </c:pt>
                <c:pt idx="1120">
                  <c:v>46118</c:v>
                </c:pt>
                <c:pt idx="1121">
                  <c:v>46119</c:v>
                </c:pt>
                <c:pt idx="1122">
                  <c:v>46120</c:v>
                </c:pt>
                <c:pt idx="1123">
                  <c:v>46121</c:v>
                </c:pt>
                <c:pt idx="1124">
                  <c:v>46122</c:v>
                </c:pt>
                <c:pt idx="1125">
                  <c:v>46123</c:v>
                </c:pt>
                <c:pt idx="1126">
                  <c:v>46124</c:v>
                </c:pt>
                <c:pt idx="1127">
                  <c:v>46125</c:v>
                </c:pt>
                <c:pt idx="1128">
                  <c:v>46126</c:v>
                </c:pt>
                <c:pt idx="1129">
                  <c:v>46127</c:v>
                </c:pt>
                <c:pt idx="1130">
                  <c:v>46128</c:v>
                </c:pt>
                <c:pt idx="1131">
                  <c:v>46129</c:v>
                </c:pt>
                <c:pt idx="1132">
                  <c:v>46130</c:v>
                </c:pt>
                <c:pt idx="1133">
                  <c:v>46131</c:v>
                </c:pt>
                <c:pt idx="1134">
                  <c:v>46133</c:v>
                </c:pt>
                <c:pt idx="1135">
                  <c:v>46134</c:v>
                </c:pt>
                <c:pt idx="1136">
                  <c:v>46135</c:v>
                </c:pt>
                <c:pt idx="1137">
                  <c:v>46136</c:v>
                </c:pt>
                <c:pt idx="1138">
                  <c:v>46138</c:v>
                </c:pt>
                <c:pt idx="1139">
                  <c:v>46139</c:v>
                </c:pt>
                <c:pt idx="1140">
                  <c:v>46140</c:v>
                </c:pt>
                <c:pt idx="1141">
                  <c:v>46141</c:v>
                </c:pt>
                <c:pt idx="1142">
                  <c:v>46142</c:v>
                </c:pt>
                <c:pt idx="1143">
                  <c:v>46143</c:v>
                </c:pt>
                <c:pt idx="1144">
                  <c:v>46144</c:v>
                </c:pt>
                <c:pt idx="1145">
                  <c:v>46145</c:v>
                </c:pt>
                <c:pt idx="1146">
                  <c:v>46146</c:v>
                </c:pt>
                <c:pt idx="1147">
                  <c:v>46147</c:v>
                </c:pt>
                <c:pt idx="1148">
                  <c:v>46148</c:v>
                </c:pt>
                <c:pt idx="1149">
                  <c:v>46149</c:v>
                </c:pt>
                <c:pt idx="1150">
                  <c:v>46150</c:v>
                </c:pt>
                <c:pt idx="1151">
                  <c:v>46151</c:v>
                </c:pt>
                <c:pt idx="1152">
                  <c:v>46152</c:v>
                </c:pt>
                <c:pt idx="1153">
                  <c:v>46153</c:v>
                </c:pt>
                <c:pt idx="1154">
                  <c:v>46155</c:v>
                </c:pt>
                <c:pt idx="1155">
                  <c:v>46156</c:v>
                </c:pt>
                <c:pt idx="1156">
                  <c:v>46157</c:v>
                </c:pt>
                <c:pt idx="1157">
                  <c:v>46158</c:v>
                </c:pt>
                <c:pt idx="1158">
                  <c:v>46159</c:v>
                </c:pt>
                <c:pt idx="1159">
                  <c:v>46160</c:v>
                </c:pt>
                <c:pt idx="1160">
                  <c:v>46161</c:v>
                </c:pt>
                <c:pt idx="1161">
                  <c:v>46162</c:v>
                </c:pt>
                <c:pt idx="1162">
                  <c:v>46163</c:v>
                </c:pt>
                <c:pt idx="1163">
                  <c:v>46164</c:v>
                </c:pt>
                <c:pt idx="1164">
                  <c:v>46165</c:v>
                </c:pt>
                <c:pt idx="1165">
                  <c:v>46166</c:v>
                </c:pt>
                <c:pt idx="1166">
                  <c:v>46167</c:v>
                </c:pt>
                <c:pt idx="1167">
                  <c:v>46168</c:v>
                </c:pt>
                <c:pt idx="1168">
                  <c:v>46169</c:v>
                </c:pt>
                <c:pt idx="1169">
                  <c:v>46170</c:v>
                </c:pt>
                <c:pt idx="1170">
                  <c:v>46171</c:v>
                </c:pt>
                <c:pt idx="1171">
                  <c:v>46172</c:v>
                </c:pt>
                <c:pt idx="1172">
                  <c:v>46173</c:v>
                </c:pt>
                <c:pt idx="1173">
                  <c:v>46174</c:v>
                </c:pt>
                <c:pt idx="1174">
                  <c:v>46175</c:v>
                </c:pt>
                <c:pt idx="1175">
                  <c:v>46176</c:v>
                </c:pt>
                <c:pt idx="1176">
                  <c:v>46177</c:v>
                </c:pt>
                <c:pt idx="1177">
                  <c:v>46178</c:v>
                </c:pt>
                <c:pt idx="1178">
                  <c:v>46179</c:v>
                </c:pt>
                <c:pt idx="1179">
                  <c:v>46180</c:v>
                </c:pt>
                <c:pt idx="1180">
                  <c:v>46181</c:v>
                </c:pt>
                <c:pt idx="1181">
                  <c:v>46182</c:v>
                </c:pt>
                <c:pt idx="1182">
                  <c:v>46183</c:v>
                </c:pt>
                <c:pt idx="1183">
                  <c:v>46184</c:v>
                </c:pt>
                <c:pt idx="1184">
                  <c:v>46185</c:v>
                </c:pt>
                <c:pt idx="1185">
                  <c:v>46186</c:v>
                </c:pt>
                <c:pt idx="1186">
                  <c:v>46187</c:v>
                </c:pt>
                <c:pt idx="1187">
                  <c:v>46188</c:v>
                </c:pt>
                <c:pt idx="1188">
                  <c:v>46189</c:v>
                </c:pt>
                <c:pt idx="1189">
                  <c:v>46190</c:v>
                </c:pt>
                <c:pt idx="1190">
                  <c:v>46200</c:v>
                </c:pt>
                <c:pt idx="1191">
                  <c:v>46201</c:v>
                </c:pt>
                <c:pt idx="1192">
                  <c:v>46202</c:v>
                </c:pt>
                <c:pt idx="1193">
                  <c:v>46203</c:v>
                </c:pt>
                <c:pt idx="1194">
                  <c:v>46204</c:v>
                </c:pt>
                <c:pt idx="1195">
                  <c:v>46205</c:v>
                </c:pt>
                <c:pt idx="1196">
                  <c:v>46206</c:v>
                </c:pt>
                <c:pt idx="1197">
                  <c:v>46207</c:v>
                </c:pt>
                <c:pt idx="1198">
                  <c:v>46208</c:v>
                </c:pt>
                <c:pt idx="1199">
                  <c:v>46209</c:v>
                </c:pt>
                <c:pt idx="1200">
                  <c:v>46210</c:v>
                </c:pt>
                <c:pt idx="1201">
                  <c:v>46211</c:v>
                </c:pt>
                <c:pt idx="1202">
                  <c:v>46212</c:v>
                </c:pt>
                <c:pt idx="1203">
                  <c:v>46213</c:v>
                </c:pt>
                <c:pt idx="1204">
                  <c:v>46214</c:v>
                </c:pt>
                <c:pt idx="1205">
                  <c:v>46215</c:v>
                </c:pt>
                <c:pt idx="1206">
                  <c:v>46216</c:v>
                </c:pt>
                <c:pt idx="1207">
                  <c:v>46217</c:v>
                </c:pt>
                <c:pt idx="1208">
                  <c:v>46218</c:v>
                </c:pt>
                <c:pt idx="1209">
                  <c:v>46219</c:v>
                </c:pt>
                <c:pt idx="1210">
                  <c:v>46220</c:v>
                </c:pt>
                <c:pt idx="1211">
                  <c:v>46221</c:v>
                </c:pt>
                <c:pt idx="1212">
                  <c:v>46222</c:v>
                </c:pt>
                <c:pt idx="1213">
                  <c:v>46223</c:v>
                </c:pt>
                <c:pt idx="1214">
                  <c:v>46224</c:v>
                </c:pt>
                <c:pt idx="1215">
                  <c:v>46225</c:v>
                </c:pt>
                <c:pt idx="1216">
                  <c:v>46226</c:v>
                </c:pt>
                <c:pt idx="1217">
                  <c:v>46227</c:v>
                </c:pt>
                <c:pt idx="1218">
                  <c:v>46228</c:v>
                </c:pt>
                <c:pt idx="1219">
                  <c:v>46229</c:v>
                </c:pt>
                <c:pt idx="1220">
                  <c:v>46230</c:v>
                </c:pt>
                <c:pt idx="1221">
                  <c:v>46231</c:v>
                </c:pt>
                <c:pt idx="1222">
                  <c:v>46232</c:v>
                </c:pt>
                <c:pt idx="1223">
                  <c:v>46233</c:v>
                </c:pt>
                <c:pt idx="1224">
                  <c:v>46234</c:v>
                </c:pt>
                <c:pt idx="1225">
                  <c:v>46235</c:v>
                </c:pt>
                <c:pt idx="1226">
                  <c:v>46236</c:v>
                </c:pt>
                <c:pt idx="1227">
                  <c:v>46237</c:v>
                </c:pt>
                <c:pt idx="1228">
                  <c:v>46238</c:v>
                </c:pt>
                <c:pt idx="1229">
                  <c:v>46239</c:v>
                </c:pt>
                <c:pt idx="1230">
                  <c:v>46240</c:v>
                </c:pt>
                <c:pt idx="1231">
                  <c:v>46241</c:v>
                </c:pt>
                <c:pt idx="1232">
                  <c:v>46243</c:v>
                </c:pt>
                <c:pt idx="1233">
                  <c:v>46244</c:v>
                </c:pt>
                <c:pt idx="1234">
                  <c:v>46245</c:v>
                </c:pt>
                <c:pt idx="1235">
                  <c:v>46246</c:v>
                </c:pt>
                <c:pt idx="1236">
                  <c:v>46247</c:v>
                </c:pt>
                <c:pt idx="1237">
                  <c:v>46248</c:v>
                </c:pt>
                <c:pt idx="1238">
                  <c:v>46249</c:v>
                </c:pt>
                <c:pt idx="1239">
                  <c:v>46250</c:v>
                </c:pt>
                <c:pt idx="1240">
                  <c:v>46251</c:v>
                </c:pt>
                <c:pt idx="1241">
                  <c:v>46252</c:v>
                </c:pt>
                <c:pt idx="1242">
                  <c:v>46253</c:v>
                </c:pt>
                <c:pt idx="1243">
                  <c:v>46254</c:v>
                </c:pt>
                <c:pt idx="1244">
                  <c:v>46258</c:v>
                </c:pt>
                <c:pt idx="1245">
                  <c:v>46259</c:v>
                </c:pt>
                <c:pt idx="1246">
                  <c:v>46260</c:v>
                </c:pt>
                <c:pt idx="1247">
                  <c:v>46261</c:v>
                </c:pt>
                <c:pt idx="1248">
                  <c:v>46262</c:v>
                </c:pt>
                <c:pt idx="1249">
                  <c:v>46263</c:v>
                </c:pt>
                <c:pt idx="1250">
                  <c:v>46264</c:v>
                </c:pt>
                <c:pt idx="1251">
                  <c:v>46265</c:v>
                </c:pt>
                <c:pt idx="1252">
                  <c:v>46266</c:v>
                </c:pt>
                <c:pt idx="1253">
                  <c:v>46267</c:v>
                </c:pt>
                <c:pt idx="1254">
                  <c:v>46268</c:v>
                </c:pt>
                <c:pt idx="1255">
                  <c:v>46269</c:v>
                </c:pt>
                <c:pt idx="1256">
                  <c:v>46270</c:v>
                </c:pt>
                <c:pt idx="1257">
                  <c:v>46271</c:v>
                </c:pt>
                <c:pt idx="1258">
                  <c:v>46272</c:v>
                </c:pt>
                <c:pt idx="1259">
                  <c:v>46273</c:v>
                </c:pt>
                <c:pt idx="1260">
                  <c:v>46276</c:v>
                </c:pt>
                <c:pt idx="1261">
                  <c:v>46277</c:v>
                </c:pt>
                <c:pt idx="1262">
                  <c:v>46278</c:v>
                </c:pt>
                <c:pt idx="1263">
                  <c:v>46279</c:v>
                </c:pt>
                <c:pt idx="1264">
                  <c:v>46280</c:v>
                </c:pt>
                <c:pt idx="1265">
                  <c:v>46281</c:v>
                </c:pt>
                <c:pt idx="1266">
                  <c:v>46282</c:v>
                </c:pt>
                <c:pt idx="1267">
                  <c:v>46283</c:v>
                </c:pt>
                <c:pt idx="1268">
                  <c:v>46284</c:v>
                </c:pt>
                <c:pt idx="1269">
                  <c:v>46285</c:v>
                </c:pt>
                <c:pt idx="1270">
                  <c:v>46286</c:v>
                </c:pt>
                <c:pt idx="1271">
                  <c:v>46287</c:v>
                </c:pt>
                <c:pt idx="1272">
                  <c:v>46288</c:v>
                </c:pt>
                <c:pt idx="1273">
                  <c:v>46289</c:v>
                </c:pt>
                <c:pt idx="1274">
                  <c:v>46290</c:v>
                </c:pt>
                <c:pt idx="1275">
                  <c:v>46291</c:v>
                </c:pt>
                <c:pt idx="1276">
                  <c:v>46292</c:v>
                </c:pt>
                <c:pt idx="1277">
                  <c:v>46293</c:v>
                </c:pt>
                <c:pt idx="1278">
                  <c:v>46294</c:v>
                </c:pt>
                <c:pt idx="1279">
                  <c:v>46295</c:v>
                </c:pt>
                <c:pt idx="1280">
                  <c:v>46296</c:v>
                </c:pt>
                <c:pt idx="1281">
                  <c:v>46297</c:v>
                </c:pt>
              </c:numCache>
            </c:numRef>
          </c:xVal>
          <c:yVal>
            <c:numRef>
              <c:f>'Chart Data'!$B$2:$B$1283</c:f>
              <c:numCache>
                <c:formatCode>0</c:formatCode>
                <c:ptCount val="1282"/>
                <c:pt idx="0">
                  <c:v>5</c:v>
                </c:pt>
                <c:pt idx="1">
                  <c:v>4</c:v>
                </c:pt>
                <c:pt idx="2">
                  <c:v>4</c:v>
                </c:pt>
                <c:pt idx="3">
                  <c:v>4</c:v>
                </c:pt>
                <c:pt idx="4">
                  <c:v>20</c:v>
                </c:pt>
                <c:pt idx="5">
                  <c:v>2</c:v>
                </c:pt>
                <c:pt idx="6">
                  <c:v>7</c:v>
                </c:pt>
                <c:pt idx="7">
                  <c:v>15</c:v>
                </c:pt>
                <c:pt idx="8">
                  <c:v>3</c:v>
                </c:pt>
                <c:pt idx="9">
                  <c:v>14</c:v>
                </c:pt>
                <c:pt idx="10">
                  <c:v>4</c:v>
                </c:pt>
                <c:pt idx="11">
                  <c:v>4</c:v>
                </c:pt>
                <c:pt idx="12">
                  <c:v>0</c:v>
                </c:pt>
                <c:pt idx="13">
                  <c:v>7</c:v>
                </c:pt>
                <c:pt idx="14">
                  <c:v>2</c:v>
                </c:pt>
                <c:pt idx="15">
                  <c:v>5</c:v>
                </c:pt>
                <c:pt idx="16">
                  <c:v>10</c:v>
                </c:pt>
                <c:pt idx="17">
                  <c:v>6</c:v>
                </c:pt>
                <c:pt idx="18">
                  <c:v>8</c:v>
                </c:pt>
                <c:pt idx="19">
                  <c:v>12</c:v>
                </c:pt>
                <c:pt idx="20">
                  <c:v>5</c:v>
                </c:pt>
                <c:pt idx="21">
                  <c:v>12</c:v>
                </c:pt>
                <c:pt idx="22">
                  <c:v>7</c:v>
                </c:pt>
                <c:pt idx="23">
                  <c:v>7</c:v>
                </c:pt>
                <c:pt idx="24">
                  <c:v>11</c:v>
                </c:pt>
                <c:pt idx="25">
                  <c:v>7</c:v>
                </c:pt>
                <c:pt idx="26">
                  <c:v>12</c:v>
                </c:pt>
                <c:pt idx="27">
                  <c:v>6</c:v>
                </c:pt>
                <c:pt idx="28">
                  <c:v>5</c:v>
                </c:pt>
                <c:pt idx="29">
                  <c:v>9</c:v>
                </c:pt>
                <c:pt idx="30">
                  <c:v>8</c:v>
                </c:pt>
                <c:pt idx="31">
                  <c:v>6</c:v>
                </c:pt>
                <c:pt idx="32">
                  <c:v>6</c:v>
                </c:pt>
                <c:pt idx="33">
                  <c:v>10</c:v>
                </c:pt>
                <c:pt idx="34">
                  <c:v>5</c:v>
                </c:pt>
                <c:pt idx="35">
                  <c:v>6</c:v>
                </c:pt>
                <c:pt idx="36">
                  <c:v>3</c:v>
                </c:pt>
                <c:pt idx="37">
                  <c:v>4</c:v>
                </c:pt>
                <c:pt idx="38">
                  <c:v>8</c:v>
                </c:pt>
                <c:pt idx="39">
                  <c:v>10</c:v>
                </c:pt>
                <c:pt idx="40">
                  <c:v>5</c:v>
                </c:pt>
                <c:pt idx="41">
                  <c:v>3</c:v>
                </c:pt>
                <c:pt idx="42">
                  <c:v>9</c:v>
                </c:pt>
                <c:pt idx="43">
                  <c:v>7</c:v>
                </c:pt>
                <c:pt idx="44">
                  <c:v>24</c:v>
                </c:pt>
                <c:pt idx="45">
                  <c:v>2</c:v>
                </c:pt>
                <c:pt idx="46">
                  <c:v>1</c:v>
                </c:pt>
                <c:pt idx="47">
                  <c:v>3</c:v>
                </c:pt>
                <c:pt idx="48">
                  <c:v>10</c:v>
                </c:pt>
                <c:pt idx="49">
                  <c:v>11</c:v>
                </c:pt>
                <c:pt idx="50">
                  <c:v>18</c:v>
                </c:pt>
                <c:pt idx="51">
                  <c:v>12</c:v>
                </c:pt>
                <c:pt idx="52">
                  <c:v>2</c:v>
                </c:pt>
                <c:pt idx="53">
                  <c:v>1</c:v>
                </c:pt>
                <c:pt idx="54">
                  <c:v>5</c:v>
                </c:pt>
                <c:pt idx="55">
                  <c:v>15</c:v>
                </c:pt>
                <c:pt idx="56">
                  <c:v>7</c:v>
                </c:pt>
                <c:pt idx="57">
                  <c:v>7</c:v>
                </c:pt>
                <c:pt idx="58">
                  <c:v>12</c:v>
                </c:pt>
                <c:pt idx="59">
                  <c:v>9</c:v>
                </c:pt>
                <c:pt idx="60">
                  <c:v>2</c:v>
                </c:pt>
                <c:pt idx="61">
                  <c:v>11</c:v>
                </c:pt>
                <c:pt idx="62">
                  <c:v>4</c:v>
                </c:pt>
                <c:pt idx="63">
                  <c:v>5</c:v>
                </c:pt>
                <c:pt idx="64">
                  <c:v>8</c:v>
                </c:pt>
                <c:pt idx="65">
                  <c:v>3</c:v>
                </c:pt>
                <c:pt idx="66">
                  <c:v>1</c:v>
                </c:pt>
                <c:pt idx="67">
                  <c:v>3</c:v>
                </c:pt>
                <c:pt idx="68">
                  <c:v>7</c:v>
                </c:pt>
                <c:pt idx="69">
                  <c:v>1</c:v>
                </c:pt>
                <c:pt idx="70">
                  <c:v>6</c:v>
                </c:pt>
                <c:pt idx="71">
                  <c:v>8</c:v>
                </c:pt>
                <c:pt idx="72">
                  <c:v>4</c:v>
                </c:pt>
                <c:pt idx="73">
                  <c:v>1</c:v>
                </c:pt>
                <c:pt idx="74">
                  <c:v>5</c:v>
                </c:pt>
                <c:pt idx="75">
                  <c:v>3</c:v>
                </c:pt>
                <c:pt idx="76">
                  <c:v>3</c:v>
                </c:pt>
                <c:pt idx="77">
                  <c:v>1</c:v>
                </c:pt>
                <c:pt idx="78">
                  <c:v>1</c:v>
                </c:pt>
                <c:pt idx="79">
                  <c:v>14</c:v>
                </c:pt>
                <c:pt idx="80">
                  <c:v>1</c:v>
                </c:pt>
                <c:pt idx="81">
                  <c:v>12</c:v>
                </c:pt>
                <c:pt idx="82">
                  <c:v>12</c:v>
                </c:pt>
                <c:pt idx="83">
                  <c:v>0</c:v>
                </c:pt>
                <c:pt idx="84">
                  <c:v>3</c:v>
                </c:pt>
                <c:pt idx="85">
                  <c:v>1</c:v>
                </c:pt>
                <c:pt idx="86">
                  <c:v>12</c:v>
                </c:pt>
                <c:pt idx="87">
                  <c:v>24</c:v>
                </c:pt>
                <c:pt idx="88">
                  <c:v>10</c:v>
                </c:pt>
                <c:pt idx="89">
                  <c:v>3</c:v>
                </c:pt>
                <c:pt idx="90">
                  <c:v>0</c:v>
                </c:pt>
                <c:pt idx="91">
                  <c:v>10</c:v>
                </c:pt>
                <c:pt idx="92">
                  <c:v>3</c:v>
                </c:pt>
                <c:pt idx="93">
                  <c:v>1</c:v>
                </c:pt>
                <c:pt idx="94">
                  <c:v>3</c:v>
                </c:pt>
                <c:pt idx="95">
                  <c:v>9</c:v>
                </c:pt>
                <c:pt idx="96">
                  <c:v>13</c:v>
                </c:pt>
                <c:pt idx="97">
                  <c:v>63</c:v>
                </c:pt>
                <c:pt idx="98">
                  <c:v>3</c:v>
                </c:pt>
                <c:pt idx="99">
                  <c:v>7</c:v>
                </c:pt>
                <c:pt idx="100">
                  <c:v>6</c:v>
                </c:pt>
                <c:pt idx="101">
                  <c:v>3</c:v>
                </c:pt>
                <c:pt idx="102">
                  <c:v>0</c:v>
                </c:pt>
                <c:pt idx="103">
                  <c:v>20</c:v>
                </c:pt>
                <c:pt idx="104">
                  <c:v>3</c:v>
                </c:pt>
                <c:pt idx="105">
                  <c:v>2</c:v>
                </c:pt>
                <c:pt idx="106">
                  <c:v>19</c:v>
                </c:pt>
                <c:pt idx="107">
                  <c:v>8</c:v>
                </c:pt>
                <c:pt idx="108">
                  <c:v>7</c:v>
                </c:pt>
                <c:pt idx="109">
                  <c:v>12</c:v>
                </c:pt>
                <c:pt idx="110">
                  <c:v>3</c:v>
                </c:pt>
                <c:pt idx="111">
                  <c:v>6</c:v>
                </c:pt>
                <c:pt idx="112">
                  <c:v>11</c:v>
                </c:pt>
                <c:pt idx="113">
                  <c:v>9</c:v>
                </c:pt>
                <c:pt idx="114">
                  <c:v>37</c:v>
                </c:pt>
                <c:pt idx="115">
                  <c:v>7</c:v>
                </c:pt>
                <c:pt idx="116">
                  <c:v>2</c:v>
                </c:pt>
                <c:pt idx="117">
                  <c:v>0</c:v>
                </c:pt>
                <c:pt idx="118">
                  <c:v>5</c:v>
                </c:pt>
                <c:pt idx="119">
                  <c:v>8</c:v>
                </c:pt>
                <c:pt idx="120">
                  <c:v>13</c:v>
                </c:pt>
                <c:pt idx="121">
                  <c:v>7</c:v>
                </c:pt>
                <c:pt idx="122">
                  <c:v>2</c:v>
                </c:pt>
                <c:pt idx="123">
                  <c:v>8</c:v>
                </c:pt>
                <c:pt idx="124">
                  <c:v>13</c:v>
                </c:pt>
                <c:pt idx="125">
                  <c:v>4</c:v>
                </c:pt>
                <c:pt idx="126">
                  <c:v>2</c:v>
                </c:pt>
                <c:pt idx="127">
                  <c:v>4</c:v>
                </c:pt>
                <c:pt idx="128">
                  <c:v>3</c:v>
                </c:pt>
                <c:pt idx="129">
                  <c:v>6</c:v>
                </c:pt>
                <c:pt idx="130">
                  <c:v>5</c:v>
                </c:pt>
                <c:pt idx="131">
                  <c:v>4</c:v>
                </c:pt>
                <c:pt idx="132">
                  <c:v>7</c:v>
                </c:pt>
                <c:pt idx="133">
                  <c:v>0</c:v>
                </c:pt>
                <c:pt idx="134">
                  <c:v>8</c:v>
                </c:pt>
                <c:pt idx="135">
                  <c:v>20</c:v>
                </c:pt>
                <c:pt idx="136">
                  <c:v>7</c:v>
                </c:pt>
                <c:pt idx="137">
                  <c:v>2</c:v>
                </c:pt>
                <c:pt idx="138">
                  <c:v>5</c:v>
                </c:pt>
                <c:pt idx="139">
                  <c:v>6</c:v>
                </c:pt>
                <c:pt idx="140">
                  <c:v>1</c:v>
                </c:pt>
                <c:pt idx="141">
                  <c:v>3</c:v>
                </c:pt>
                <c:pt idx="142">
                  <c:v>17</c:v>
                </c:pt>
                <c:pt idx="143">
                  <c:v>7</c:v>
                </c:pt>
                <c:pt idx="144">
                  <c:v>6</c:v>
                </c:pt>
                <c:pt idx="145">
                  <c:v>1</c:v>
                </c:pt>
                <c:pt idx="146">
                  <c:v>7</c:v>
                </c:pt>
                <c:pt idx="147">
                  <c:v>2</c:v>
                </c:pt>
                <c:pt idx="148">
                  <c:v>0</c:v>
                </c:pt>
                <c:pt idx="149">
                  <c:v>18</c:v>
                </c:pt>
                <c:pt idx="150">
                  <c:v>13</c:v>
                </c:pt>
                <c:pt idx="151">
                  <c:v>8</c:v>
                </c:pt>
                <c:pt idx="152">
                  <c:v>2</c:v>
                </c:pt>
                <c:pt idx="153">
                  <c:v>4</c:v>
                </c:pt>
                <c:pt idx="154">
                  <c:v>5</c:v>
                </c:pt>
                <c:pt idx="155">
                  <c:v>1</c:v>
                </c:pt>
                <c:pt idx="156">
                  <c:v>1</c:v>
                </c:pt>
                <c:pt idx="157">
                  <c:v>2</c:v>
                </c:pt>
                <c:pt idx="158">
                  <c:v>3</c:v>
                </c:pt>
                <c:pt idx="159">
                  <c:v>4</c:v>
                </c:pt>
                <c:pt idx="160">
                  <c:v>3</c:v>
                </c:pt>
                <c:pt idx="161">
                  <c:v>2</c:v>
                </c:pt>
                <c:pt idx="162">
                  <c:v>2</c:v>
                </c:pt>
                <c:pt idx="163">
                  <c:v>2</c:v>
                </c:pt>
                <c:pt idx="164">
                  <c:v>2</c:v>
                </c:pt>
                <c:pt idx="165">
                  <c:v>1</c:v>
                </c:pt>
                <c:pt idx="166">
                  <c:v>1</c:v>
                </c:pt>
                <c:pt idx="167">
                  <c:v>3</c:v>
                </c:pt>
                <c:pt idx="168">
                  <c:v>17</c:v>
                </c:pt>
                <c:pt idx="169">
                  <c:v>5</c:v>
                </c:pt>
                <c:pt idx="170">
                  <c:v>5</c:v>
                </c:pt>
                <c:pt idx="171">
                  <c:v>1</c:v>
                </c:pt>
                <c:pt idx="172">
                  <c:v>4</c:v>
                </c:pt>
                <c:pt idx="173">
                  <c:v>2</c:v>
                </c:pt>
                <c:pt idx="174">
                  <c:v>1</c:v>
                </c:pt>
                <c:pt idx="175">
                  <c:v>3</c:v>
                </c:pt>
                <c:pt idx="176">
                  <c:v>4</c:v>
                </c:pt>
                <c:pt idx="177">
                  <c:v>2</c:v>
                </c:pt>
                <c:pt idx="178">
                  <c:v>5</c:v>
                </c:pt>
                <c:pt idx="179">
                  <c:v>3</c:v>
                </c:pt>
                <c:pt idx="180">
                  <c:v>2</c:v>
                </c:pt>
                <c:pt idx="181">
                  <c:v>1</c:v>
                </c:pt>
                <c:pt idx="182">
                  <c:v>0</c:v>
                </c:pt>
                <c:pt idx="183">
                  <c:v>0</c:v>
                </c:pt>
                <c:pt idx="184">
                  <c:v>1</c:v>
                </c:pt>
                <c:pt idx="185">
                  <c:v>0</c:v>
                </c:pt>
                <c:pt idx="186">
                  <c:v>2</c:v>
                </c:pt>
                <c:pt idx="187">
                  <c:v>9</c:v>
                </c:pt>
                <c:pt idx="188">
                  <c:v>6</c:v>
                </c:pt>
                <c:pt idx="189">
                  <c:v>19</c:v>
                </c:pt>
                <c:pt idx="190">
                  <c:v>4</c:v>
                </c:pt>
                <c:pt idx="191">
                  <c:v>0</c:v>
                </c:pt>
                <c:pt idx="192">
                  <c:v>0</c:v>
                </c:pt>
                <c:pt idx="193">
                  <c:v>4</c:v>
                </c:pt>
                <c:pt idx="194">
                  <c:v>1</c:v>
                </c:pt>
                <c:pt idx="195">
                  <c:v>4</c:v>
                </c:pt>
                <c:pt idx="196">
                  <c:v>12</c:v>
                </c:pt>
                <c:pt idx="197">
                  <c:v>13</c:v>
                </c:pt>
                <c:pt idx="198">
                  <c:v>7</c:v>
                </c:pt>
                <c:pt idx="199">
                  <c:v>12</c:v>
                </c:pt>
                <c:pt idx="200">
                  <c:v>2</c:v>
                </c:pt>
                <c:pt idx="201">
                  <c:v>7</c:v>
                </c:pt>
                <c:pt idx="202">
                  <c:v>3</c:v>
                </c:pt>
                <c:pt idx="203">
                  <c:v>2</c:v>
                </c:pt>
                <c:pt idx="204">
                  <c:v>3</c:v>
                </c:pt>
                <c:pt idx="205">
                  <c:v>0</c:v>
                </c:pt>
                <c:pt idx="206">
                  <c:v>3</c:v>
                </c:pt>
                <c:pt idx="207">
                  <c:v>7</c:v>
                </c:pt>
                <c:pt idx="208">
                  <c:v>1</c:v>
                </c:pt>
                <c:pt idx="209">
                  <c:v>1</c:v>
                </c:pt>
                <c:pt idx="210">
                  <c:v>4</c:v>
                </c:pt>
                <c:pt idx="211">
                  <c:v>8</c:v>
                </c:pt>
                <c:pt idx="212">
                  <c:v>7</c:v>
                </c:pt>
                <c:pt idx="213">
                  <c:v>3</c:v>
                </c:pt>
                <c:pt idx="214">
                  <c:v>6</c:v>
                </c:pt>
                <c:pt idx="215">
                  <c:v>1</c:v>
                </c:pt>
                <c:pt idx="216">
                  <c:v>0</c:v>
                </c:pt>
                <c:pt idx="217">
                  <c:v>7</c:v>
                </c:pt>
                <c:pt idx="218">
                  <c:v>5</c:v>
                </c:pt>
                <c:pt idx="219">
                  <c:v>5</c:v>
                </c:pt>
                <c:pt idx="220">
                  <c:v>21</c:v>
                </c:pt>
                <c:pt idx="221">
                  <c:v>8</c:v>
                </c:pt>
                <c:pt idx="222">
                  <c:v>5</c:v>
                </c:pt>
                <c:pt idx="223">
                  <c:v>2</c:v>
                </c:pt>
                <c:pt idx="224">
                  <c:v>8</c:v>
                </c:pt>
                <c:pt idx="225">
                  <c:v>9</c:v>
                </c:pt>
                <c:pt idx="226">
                  <c:v>10</c:v>
                </c:pt>
                <c:pt idx="227">
                  <c:v>8</c:v>
                </c:pt>
                <c:pt idx="228">
                  <c:v>5</c:v>
                </c:pt>
                <c:pt idx="229">
                  <c:v>8</c:v>
                </c:pt>
                <c:pt idx="230">
                  <c:v>10</c:v>
                </c:pt>
                <c:pt idx="231">
                  <c:v>1</c:v>
                </c:pt>
                <c:pt idx="232">
                  <c:v>2</c:v>
                </c:pt>
                <c:pt idx="233">
                  <c:v>4</c:v>
                </c:pt>
                <c:pt idx="234">
                  <c:v>3</c:v>
                </c:pt>
                <c:pt idx="235">
                  <c:v>19</c:v>
                </c:pt>
                <c:pt idx="236">
                  <c:v>43</c:v>
                </c:pt>
                <c:pt idx="237">
                  <c:v>15</c:v>
                </c:pt>
                <c:pt idx="238">
                  <c:v>18</c:v>
                </c:pt>
                <c:pt idx="239">
                  <c:v>4</c:v>
                </c:pt>
                <c:pt idx="240">
                  <c:v>8</c:v>
                </c:pt>
                <c:pt idx="241">
                  <c:v>3</c:v>
                </c:pt>
                <c:pt idx="242">
                  <c:v>1</c:v>
                </c:pt>
                <c:pt idx="243">
                  <c:v>5</c:v>
                </c:pt>
                <c:pt idx="244">
                  <c:v>17</c:v>
                </c:pt>
                <c:pt idx="245">
                  <c:v>0</c:v>
                </c:pt>
                <c:pt idx="246">
                  <c:v>3</c:v>
                </c:pt>
                <c:pt idx="247">
                  <c:v>6</c:v>
                </c:pt>
                <c:pt idx="248">
                  <c:v>2</c:v>
                </c:pt>
                <c:pt idx="249">
                  <c:v>8</c:v>
                </c:pt>
                <c:pt idx="250">
                  <c:v>8</c:v>
                </c:pt>
                <c:pt idx="251">
                  <c:v>1</c:v>
                </c:pt>
                <c:pt idx="252">
                  <c:v>3</c:v>
                </c:pt>
                <c:pt idx="253">
                  <c:v>24</c:v>
                </c:pt>
                <c:pt idx="254">
                  <c:v>4</c:v>
                </c:pt>
                <c:pt idx="255">
                  <c:v>7</c:v>
                </c:pt>
                <c:pt idx="256">
                  <c:v>4</c:v>
                </c:pt>
                <c:pt idx="257">
                  <c:v>15</c:v>
                </c:pt>
                <c:pt idx="258">
                  <c:v>2</c:v>
                </c:pt>
                <c:pt idx="259">
                  <c:v>3</c:v>
                </c:pt>
                <c:pt idx="260">
                  <c:v>24</c:v>
                </c:pt>
                <c:pt idx="261">
                  <c:v>2</c:v>
                </c:pt>
                <c:pt idx="262">
                  <c:v>5</c:v>
                </c:pt>
                <c:pt idx="263">
                  <c:v>15</c:v>
                </c:pt>
                <c:pt idx="264">
                  <c:v>65</c:v>
                </c:pt>
                <c:pt idx="265">
                  <c:v>4</c:v>
                </c:pt>
                <c:pt idx="266">
                  <c:v>4</c:v>
                </c:pt>
                <c:pt idx="267">
                  <c:v>11</c:v>
                </c:pt>
                <c:pt idx="268">
                  <c:v>10</c:v>
                </c:pt>
                <c:pt idx="269">
                  <c:v>12</c:v>
                </c:pt>
                <c:pt idx="270">
                  <c:v>4</c:v>
                </c:pt>
                <c:pt idx="271">
                  <c:v>5</c:v>
                </c:pt>
                <c:pt idx="272">
                  <c:v>8</c:v>
                </c:pt>
                <c:pt idx="273">
                  <c:v>18</c:v>
                </c:pt>
                <c:pt idx="274">
                  <c:v>14</c:v>
                </c:pt>
                <c:pt idx="275">
                  <c:v>2</c:v>
                </c:pt>
                <c:pt idx="276">
                  <c:v>10</c:v>
                </c:pt>
                <c:pt idx="277">
                  <c:v>2</c:v>
                </c:pt>
                <c:pt idx="278">
                  <c:v>4</c:v>
                </c:pt>
                <c:pt idx="279">
                  <c:v>9</c:v>
                </c:pt>
                <c:pt idx="280">
                  <c:v>2</c:v>
                </c:pt>
                <c:pt idx="281">
                  <c:v>5</c:v>
                </c:pt>
                <c:pt idx="282">
                  <c:v>3</c:v>
                </c:pt>
                <c:pt idx="283">
                  <c:v>4</c:v>
                </c:pt>
                <c:pt idx="284">
                  <c:v>4</c:v>
                </c:pt>
                <c:pt idx="285">
                  <c:v>3</c:v>
                </c:pt>
                <c:pt idx="286">
                  <c:v>1</c:v>
                </c:pt>
                <c:pt idx="287">
                  <c:v>5</c:v>
                </c:pt>
                <c:pt idx="288">
                  <c:v>1</c:v>
                </c:pt>
                <c:pt idx="289">
                  <c:v>3</c:v>
                </c:pt>
                <c:pt idx="290">
                  <c:v>10</c:v>
                </c:pt>
                <c:pt idx="291">
                  <c:v>12</c:v>
                </c:pt>
                <c:pt idx="292">
                  <c:v>7</c:v>
                </c:pt>
                <c:pt idx="293">
                  <c:v>13</c:v>
                </c:pt>
                <c:pt idx="294">
                  <c:v>4</c:v>
                </c:pt>
                <c:pt idx="295">
                  <c:v>7</c:v>
                </c:pt>
                <c:pt idx="296">
                  <c:v>6</c:v>
                </c:pt>
                <c:pt idx="297">
                  <c:v>94</c:v>
                </c:pt>
                <c:pt idx="298">
                  <c:v>1</c:v>
                </c:pt>
                <c:pt idx="299">
                  <c:v>13</c:v>
                </c:pt>
                <c:pt idx="300">
                  <c:v>7</c:v>
                </c:pt>
                <c:pt idx="301">
                  <c:v>2</c:v>
                </c:pt>
                <c:pt idx="302">
                  <c:v>10</c:v>
                </c:pt>
                <c:pt idx="303">
                  <c:v>0</c:v>
                </c:pt>
                <c:pt idx="304">
                  <c:v>0</c:v>
                </c:pt>
                <c:pt idx="305">
                  <c:v>4</c:v>
                </c:pt>
                <c:pt idx="306">
                  <c:v>5</c:v>
                </c:pt>
                <c:pt idx="307">
                  <c:v>7</c:v>
                </c:pt>
                <c:pt idx="308">
                  <c:v>5</c:v>
                </c:pt>
                <c:pt idx="309">
                  <c:v>3</c:v>
                </c:pt>
                <c:pt idx="310">
                  <c:v>3</c:v>
                </c:pt>
                <c:pt idx="311">
                  <c:v>0</c:v>
                </c:pt>
                <c:pt idx="312">
                  <c:v>6</c:v>
                </c:pt>
                <c:pt idx="313">
                  <c:v>5</c:v>
                </c:pt>
                <c:pt idx="314">
                  <c:v>6</c:v>
                </c:pt>
                <c:pt idx="315">
                  <c:v>3</c:v>
                </c:pt>
                <c:pt idx="316">
                  <c:v>13</c:v>
                </c:pt>
                <c:pt idx="317">
                  <c:v>1</c:v>
                </c:pt>
                <c:pt idx="318">
                  <c:v>1</c:v>
                </c:pt>
                <c:pt idx="319">
                  <c:v>3</c:v>
                </c:pt>
                <c:pt idx="320">
                  <c:v>0</c:v>
                </c:pt>
                <c:pt idx="321">
                  <c:v>25</c:v>
                </c:pt>
                <c:pt idx="322">
                  <c:v>2</c:v>
                </c:pt>
                <c:pt idx="323">
                  <c:v>7</c:v>
                </c:pt>
                <c:pt idx="324">
                  <c:v>8</c:v>
                </c:pt>
                <c:pt idx="325">
                  <c:v>8</c:v>
                </c:pt>
                <c:pt idx="326">
                  <c:v>3</c:v>
                </c:pt>
                <c:pt idx="327">
                  <c:v>11</c:v>
                </c:pt>
                <c:pt idx="328">
                  <c:v>5</c:v>
                </c:pt>
                <c:pt idx="329">
                  <c:v>5</c:v>
                </c:pt>
                <c:pt idx="330">
                  <c:v>6</c:v>
                </c:pt>
                <c:pt idx="331">
                  <c:v>3</c:v>
                </c:pt>
                <c:pt idx="332">
                  <c:v>0</c:v>
                </c:pt>
                <c:pt idx="333">
                  <c:v>4</c:v>
                </c:pt>
                <c:pt idx="334">
                  <c:v>3</c:v>
                </c:pt>
                <c:pt idx="335">
                  <c:v>3</c:v>
                </c:pt>
                <c:pt idx="336">
                  <c:v>5</c:v>
                </c:pt>
                <c:pt idx="337">
                  <c:v>3</c:v>
                </c:pt>
                <c:pt idx="338">
                  <c:v>3</c:v>
                </c:pt>
                <c:pt idx="339">
                  <c:v>4</c:v>
                </c:pt>
                <c:pt idx="340">
                  <c:v>1</c:v>
                </c:pt>
                <c:pt idx="341">
                  <c:v>4</c:v>
                </c:pt>
                <c:pt idx="342">
                  <c:v>2</c:v>
                </c:pt>
                <c:pt idx="343">
                  <c:v>9</c:v>
                </c:pt>
                <c:pt idx="344">
                  <c:v>249</c:v>
                </c:pt>
                <c:pt idx="345">
                  <c:v>147</c:v>
                </c:pt>
                <c:pt idx="346">
                  <c:v>6</c:v>
                </c:pt>
                <c:pt idx="347">
                  <c:v>15</c:v>
                </c:pt>
                <c:pt idx="348">
                  <c:v>22</c:v>
                </c:pt>
                <c:pt idx="349">
                  <c:v>31</c:v>
                </c:pt>
                <c:pt idx="350">
                  <c:v>14</c:v>
                </c:pt>
                <c:pt idx="351">
                  <c:v>74</c:v>
                </c:pt>
                <c:pt idx="352">
                  <c:v>9</c:v>
                </c:pt>
                <c:pt idx="353">
                  <c:v>11</c:v>
                </c:pt>
                <c:pt idx="354">
                  <c:v>2</c:v>
                </c:pt>
                <c:pt idx="355">
                  <c:v>4</c:v>
                </c:pt>
                <c:pt idx="356">
                  <c:v>5</c:v>
                </c:pt>
                <c:pt idx="357">
                  <c:v>16</c:v>
                </c:pt>
                <c:pt idx="358">
                  <c:v>9</c:v>
                </c:pt>
                <c:pt idx="359">
                  <c:v>8</c:v>
                </c:pt>
                <c:pt idx="360">
                  <c:v>14</c:v>
                </c:pt>
                <c:pt idx="361">
                  <c:v>7</c:v>
                </c:pt>
                <c:pt idx="362">
                  <c:v>3</c:v>
                </c:pt>
                <c:pt idx="363">
                  <c:v>10</c:v>
                </c:pt>
                <c:pt idx="364">
                  <c:v>4</c:v>
                </c:pt>
                <c:pt idx="365">
                  <c:v>14</c:v>
                </c:pt>
                <c:pt idx="366">
                  <c:v>7</c:v>
                </c:pt>
                <c:pt idx="367">
                  <c:v>7</c:v>
                </c:pt>
                <c:pt idx="368">
                  <c:v>7</c:v>
                </c:pt>
                <c:pt idx="369">
                  <c:v>12</c:v>
                </c:pt>
                <c:pt idx="370">
                  <c:v>3</c:v>
                </c:pt>
                <c:pt idx="371">
                  <c:v>2</c:v>
                </c:pt>
                <c:pt idx="372">
                  <c:v>12</c:v>
                </c:pt>
                <c:pt idx="373">
                  <c:v>8</c:v>
                </c:pt>
                <c:pt idx="374">
                  <c:v>4</c:v>
                </c:pt>
                <c:pt idx="375">
                  <c:v>0</c:v>
                </c:pt>
                <c:pt idx="376">
                  <c:v>0</c:v>
                </c:pt>
                <c:pt idx="377">
                  <c:v>5</c:v>
                </c:pt>
                <c:pt idx="378">
                  <c:v>5</c:v>
                </c:pt>
                <c:pt idx="379">
                  <c:v>3</c:v>
                </c:pt>
                <c:pt idx="380">
                  <c:v>4</c:v>
                </c:pt>
                <c:pt idx="381">
                  <c:v>0</c:v>
                </c:pt>
                <c:pt idx="382">
                  <c:v>4</c:v>
                </c:pt>
                <c:pt idx="383">
                  <c:v>2</c:v>
                </c:pt>
                <c:pt idx="384">
                  <c:v>2</c:v>
                </c:pt>
                <c:pt idx="385">
                  <c:v>4</c:v>
                </c:pt>
                <c:pt idx="386">
                  <c:v>0</c:v>
                </c:pt>
                <c:pt idx="387">
                  <c:v>7</c:v>
                </c:pt>
                <c:pt idx="388">
                  <c:v>4</c:v>
                </c:pt>
                <c:pt idx="389">
                  <c:v>3</c:v>
                </c:pt>
                <c:pt idx="390">
                  <c:v>1</c:v>
                </c:pt>
                <c:pt idx="391">
                  <c:v>0</c:v>
                </c:pt>
                <c:pt idx="392">
                  <c:v>2</c:v>
                </c:pt>
                <c:pt idx="393">
                  <c:v>2</c:v>
                </c:pt>
                <c:pt idx="394">
                  <c:v>1</c:v>
                </c:pt>
                <c:pt idx="395">
                  <c:v>7</c:v>
                </c:pt>
                <c:pt idx="396">
                  <c:v>13</c:v>
                </c:pt>
                <c:pt idx="397">
                  <c:v>14</c:v>
                </c:pt>
                <c:pt idx="398">
                  <c:v>3</c:v>
                </c:pt>
                <c:pt idx="399">
                  <c:v>1</c:v>
                </c:pt>
                <c:pt idx="400">
                  <c:v>4</c:v>
                </c:pt>
                <c:pt idx="401">
                  <c:v>8</c:v>
                </c:pt>
                <c:pt idx="402">
                  <c:v>5</c:v>
                </c:pt>
                <c:pt idx="403">
                  <c:v>2</c:v>
                </c:pt>
                <c:pt idx="404">
                  <c:v>0</c:v>
                </c:pt>
                <c:pt idx="405">
                  <c:v>1</c:v>
                </c:pt>
                <c:pt idx="406">
                  <c:v>6</c:v>
                </c:pt>
                <c:pt idx="407">
                  <c:v>5</c:v>
                </c:pt>
                <c:pt idx="408">
                  <c:v>3</c:v>
                </c:pt>
                <c:pt idx="409">
                  <c:v>2</c:v>
                </c:pt>
                <c:pt idx="410">
                  <c:v>0</c:v>
                </c:pt>
                <c:pt idx="411">
                  <c:v>1</c:v>
                </c:pt>
                <c:pt idx="412">
                  <c:v>1</c:v>
                </c:pt>
                <c:pt idx="413">
                  <c:v>4</c:v>
                </c:pt>
                <c:pt idx="414">
                  <c:v>6</c:v>
                </c:pt>
                <c:pt idx="415">
                  <c:v>7</c:v>
                </c:pt>
                <c:pt idx="416">
                  <c:v>3</c:v>
                </c:pt>
                <c:pt idx="417">
                  <c:v>6</c:v>
                </c:pt>
                <c:pt idx="418">
                  <c:v>3</c:v>
                </c:pt>
                <c:pt idx="419">
                  <c:v>1</c:v>
                </c:pt>
                <c:pt idx="420">
                  <c:v>4</c:v>
                </c:pt>
                <c:pt idx="421">
                  <c:v>3</c:v>
                </c:pt>
                <c:pt idx="422">
                  <c:v>8</c:v>
                </c:pt>
                <c:pt idx="423">
                  <c:v>10</c:v>
                </c:pt>
                <c:pt idx="424">
                  <c:v>8</c:v>
                </c:pt>
                <c:pt idx="425">
                  <c:v>4</c:v>
                </c:pt>
                <c:pt idx="426">
                  <c:v>2</c:v>
                </c:pt>
                <c:pt idx="427">
                  <c:v>3</c:v>
                </c:pt>
                <c:pt idx="428">
                  <c:v>5</c:v>
                </c:pt>
                <c:pt idx="429">
                  <c:v>1</c:v>
                </c:pt>
                <c:pt idx="430">
                  <c:v>3</c:v>
                </c:pt>
                <c:pt idx="431">
                  <c:v>5</c:v>
                </c:pt>
                <c:pt idx="432">
                  <c:v>7</c:v>
                </c:pt>
                <c:pt idx="433">
                  <c:v>1</c:v>
                </c:pt>
                <c:pt idx="434">
                  <c:v>4</c:v>
                </c:pt>
                <c:pt idx="435">
                  <c:v>36</c:v>
                </c:pt>
                <c:pt idx="436">
                  <c:v>68</c:v>
                </c:pt>
                <c:pt idx="437">
                  <c:v>31</c:v>
                </c:pt>
                <c:pt idx="438">
                  <c:v>13</c:v>
                </c:pt>
                <c:pt idx="439">
                  <c:v>1</c:v>
                </c:pt>
                <c:pt idx="440">
                  <c:v>4</c:v>
                </c:pt>
                <c:pt idx="441">
                  <c:v>4</c:v>
                </c:pt>
                <c:pt idx="442">
                  <c:v>4</c:v>
                </c:pt>
                <c:pt idx="443">
                  <c:v>4</c:v>
                </c:pt>
                <c:pt idx="444">
                  <c:v>4</c:v>
                </c:pt>
                <c:pt idx="445">
                  <c:v>9</c:v>
                </c:pt>
                <c:pt idx="446">
                  <c:v>1</c:v>
                </c:pt>
                <c:pt idx="447">
                  <c:v>23</c:v>
                </c:pt>
                <c:pt idx="448">
                  <c:v>3</c:v>
                </c:pt>
                <c:pt idx="449">
                  <c:v>10</c:v>
                </c:pt>
                <c:pt idx="450">
                  <c:v>3</c:v>
                </c:pt>
                <c:pt idx="451">
                  <c:v>9</c:v>
                </c:pt>
                <c:pt idx="452">
                  <c:v>7</c:v>
                </c:pt>
                <c:pt idx="453">
                  <c:v>33</c:v>
                </c:pt>
                <c:pt idx="454">
                  <c:v>20</c:v>
                </c:pt>
                <c:pt idx="455">
                  <c:v>31</c:v>
                </c:pt>
                <c:pt idx="456">
                  <c:v>14</c:v>
                </c:pt>
                <c:pt idx="457">
                  <c:v>2</c:v>
                </c:pt>
                <c:pt idx="458">
                  <c:v>1</c:v>
                </c:pt>
                <c:pt idx="459">
                  <c:v>3</c:v>
                </c:pt>
                <c:pt idx="460">
                  <c:v>1</c:v>
                </c:pt>
                <c:pt idx="461">
                  <c:v>1</c:v>
                </c:pt>
                <c:pt idx="462">
                  <c:v>1</c:v>
                </c:pt>
                <c:pt idx="463">
                  <c:v>2</c:v>
                </c:pt>
                <c:pt idx="464">
                  <c:v>6</c:v>
                </c:pt>
                <c:pt idx="465">
                  <c:v>11</c:v>
                </c:pt>
                <c:pt idx="466">
                  <c:v>1</c:v>
                </c:pt>
                <c:pt idx="467">
                  <c:v>2</c:v>
                </c:pt>
                <c:pt idx="468">
                  <c:v>4</c:v>
                </c:pt>
                <c:pt idx="469">
                  <c:v>5</c:v>
                </c:pt>
                <c:pt idx="470">
                  <c:v>2</c:v>
                </c:pt>
                <c:pt idx="471">
                  <c:v>2</c:v>
                </c:pt>
                <c:pt idx="472">
                  <c:v>4</c:v>
                </c:pt>
                <c:pt idx="473">
                  <c:v>10</c:v>
                </c:pt>
                <c:pt idx="474">
                  <c:v>12</c:v>
                </c:pt>
                <c:pt idx="475">
                  <c:v>8</c:v>
                </c:pt>
                <c:pt idx="476">
                  <c:v>4</c:v>
                </c:pt>
                <c:pt idx="477">
                  <c:v>7</c:v>
                </c:pt>
                <c:pt idx="478">
                  <c:v>7</c:v>
                </c:pt>
                <c:pt idx="479">
                  <c:v>2</c:v>
                </c:pt>
                <c:pt idx="480">
                  <c:v>4</c:v>
                </c:pt>
                <c:pt idx="481">
                  <c:v>6</c:v>
                </c:pt>
                <c:pt idx="482">
                  <c:v>0</c:v>
                </c:pt>
                <c:pt idx="483">
                  <c:v>3</c:v>
                </c:pt>
                <c:pt idx="484">
                  <c:v>15</c:v>
                </c:pt>
                <c:pt idx="485">
                  <c:v>3</c:v>
                </c:pt>
                <c:pt idx="486">
                  <c:v>0</c:v>
                </c:pt>
                <c:pt idx="487">
                  <c:v>12</c:v>
                </c:pt>
                <c:pt idx="488">
                  <c:v>7</c:v>
                </c:pt>
                <c:pt idx="489">
                  <c:v>9</c:v>
                </c:pt>
                <c:pt idx="490">
                  <c:v>9</c:v>
                </c:pt>
                <c:pt idx="491">
                  <c:v>4</c:v>
                </c:pt>
                <c:pt idx="492">
                  <c:v>8</c:v>
                </c:pt>
                <c:pt idx="493">
                  <c:v>4</c:v>
                </c:pt>
                <c:pt idx="494">
                  <c:v>5</c:v>
                </c:pt>
                <c:pt idx="495">
                  <c:v>19</c:v>
                </c:pt>
                <c:pt idx="496">
                  <c:v>3</c:v>
                </c:pt>
                <c:pt idx="497">
                  <c:v>2</c:v>
                </c:pt>
                <c:pt idx="498">
                  <c:v>11</c:v>
                </c:pt>
                <c:pt idx="499">
                  <c:v>5</c:v>
                </c:pt>
                <c:pt idx="500">
                  <c:v>1</c:v>
                </c:pt>
                <c:pt idx="501">
                  <c:v>6</c:v>
                </c:pt>
                <c:pt idx="502">
                  <c:v>2</c:v>
                </c:pt>
                <c:pt idx="503">
                  <c:v>6</c:v>
                </c:pt>
                <c:pt idx="504">
                  <c:v>2</c:v>
                </c:pt>
                <c:pt idx="505">
                  <c:v>1</c:v>
                </c:pt>
                <c:pt idx="506">
                  <c:v>4</c:v>
                </c:pt>
                <c:pt idx="507">
                  <c:v>4</c:v>
                </c:pt>
                <c:pt idx="508">
                  <c:v>0</c:v>
                </c:pt>
                <c:pt idx="509">
                  <c:v>6</c:v>
                </c:pt>
                <c:pt idx="510">
                  <c:v>6</c:v>
                </c:pt>
                <c:pt idx="511">
                  <c:v>15</c:v>
                </c:pt>
                <c:pt idx="512">
                  <c:v>3</c:v>
                </c:pt>
                <c:pt idx="513">
                  <c:v>4</c:v>
                </c:pt>
                <c:pt idx="514">
                  <c:v>34</c:v>
                </c:pt>
                <c:pt idx="515">
                  <c:v>0</c:v>
                </c:pt>
                <c:pt idx="516">
                  <c:v>3</c:v>
                </c:pt>
                <c:pt idx="517">
                  <c:v>3</c:v>
                </c:pt>
                <c:pt idx="518">
                  <c:v>3</c:v>
                </c:pt>
                <c:pt idx="519">
                  <c:v>0</c:v>
                </c:pt>
                <c:pt idx="520">
                  <c:v>1</c:v>
                </c:pt>
                <c:pt idx="521">
                  <c:v>0</c:v>
                </c:pt>
                <c:pt idx="522">
                  <c:v>0</c:v>
                </c:pt>
                <c:pt idx="523">
                  <c:v>4</c:v>
                </c:pt>
                <c:pt idx="524">
                  <c:v>6</c:v>
                </c:pt>
                <c:pt idx="525">
                  <c:v>1</c:v>
                </c:pt>
                <c:pt idx="526">
                  <c:v>6</c:v>
                </c:pt>
                <c:pt idx="527">
                  <c:v>6</c:v>
                </c:pt>
                <c:pt idx="528">
                  <c:v>3</c:v>
                </c:pt>
                <c:pt idx="529">
                  <c:v>2</c:v>
                </c:pt>
                <c:pt idx="530">
                  <c:v>25</c:v>
                </c:pt>
                <c:pt idx="531">
                  <c:v>7</c:v>
                </c:pt>
                <c:pt idx="532">
                  <c:v>6</c:v>
                </c:pt>
                <c:pt idx="533">
                  <c:v>20</c:v>
                </c:pt>
                <c:pt idx="534">
                  <c:v>16</c:v>
                </c:pt>
                <c:pt idx="535">
                  <c:v>17</c:v>
                </c:pt>
                <c:pt idx="536">
                  <c:v>8</c:v>
                </c:pt>
                <c:pt idx="537">
                  <c:v>14</c:v>
                </c:pt>
                <c:pt idx="538">
                  <c:v>7</c:v>
                </c:pt>
                <c:pt idx="539">
                  <c:v>9</c:v>
                </c:pt>
                <c:pt idx="540">
                  <c:v>3</c:v>
                </c:pt>
                <c:pt idx="541">
                  <c:v>0</c:v>
                </c:pt>
                <c:pt idx="542">
                  <c:v>2</c:v>
                </c:pt>
                <c:pt idx="543">
                  <c:v>0</c:v>
                </c:pt>
                <c:pt idx="544">
                  <c:v>3</c:v>
                </c:pt>
                <c:pt idx="545">
                  <c:v>1</c:v>
                </c:pt>
                <c:pt idx="546">
                  <c:v>0</c:v>
                </c:pt>
                <c:pt idx="547">
                  <c:v>5</c:v>
                </c:pt>
                <c:pt idx="548">
                  <c:v>6</c:v>
                </c:pt>
                <c:pt idx="549">
                  <c:v>20</c:v>
                </c:pt>
                <c:pt idx="550">
                  <c:v>1</c:v>
                </c:pt>
                <c:pt idx="551">
                  <c:v>1</c:v>
                </c:pt>
                <c:pt idx="552">
                  <c:v>0</c:v>
                </c:pt>
                <c:pt idx="553">
                  <c:v>19</c:v>
                </c:pt>
                <c:pt idx="554">
                  <c:v>10</c:v>
                </c:pt>
                <c:pt idx="555">
                  <c:v>12</c:v>
                </c:pt>
                <c:pt idx="556">
                  <c:v>5</c:v>
                </c:pt>
                <c:pt idx="557">
                  <c:v>9</c:v>
                </c:pt>
                <c:pt idx="558">
                  <c:v>7</c:v>
                </c:pt>
                <c:pt idx="559">
                  <c:v>3</c:v>
                </c:pt>
                <c:pt idx="560">
                  <c:v>1</c:v>
                </c:pt>
                <c:pt idx="561">
                  <c:v>3</c:v>
                </c:pt>
                <c:pt idx="562">
                  <c:v>2</c:v>
                </c:pt>
                <c:pt idx="563">
                  <c:v>3</c:v>
                </c:pt>
                <c:pt idx="564">
                  <c:v>1</c:v>
                </c:pt>
                <c:pt idx="565">
                  <c:v>2</c:v>
                </c:pt>
                <c:pt idx="566">
                  <c:v>1</c:v>
                </c:pt>
                <c:pt idx="567">
                  <c:v>4</c:v>
                </c:pt>
                <c:pt idx="568">
                  <c:v>3</c:v>
                </c:pt>
                <c:pt idx="569">
                  <c:v>5</c:v>
                </c:pt>
                <c:pt idx="570">
                  <c:v>2</c:v>
                </c:pt>
                <c:pt idx="571">
                  <c:v>2</c:v>
                </c:pt>
                <c:pt idx="572">
                  <c:v>7</c:v>
                </c:pt>
                <c:pt idx="573">
                  <c:v>3</c:v>
                </c:pt>
                <c:pt idx="574">
                  <c:v>10</c:v>
                </c:pt>
                <c:pt idx="575">
                  <c:v>6</c:v>
                </c:pt>
                <c:pt idx="576">
                  <c:v>1</c:v>
                </c:pt>
                <c:pt idx="577">
                  <c:v>2</c:v>
                </c:pt>
                <c:pt idx="578">
                  <c:v>0</c:v>
                </c:pt>
                <c:pt idx="579">
                  <c:v>2</c:v>
                </c:pt>
                <c:pt idx="580">
                  <c:v>3</c:v>
                </c:pt>
                <c:pt idx="581">
                  <c:v>40</c:v>
                </c:pt>
                <c:pt idx="582">
                  <c:v>4</c:v>
                </c:pt>
                <c:pt idx="583">
                  <c:v>7</c:v>
                </c:pt>
                <c:pt idx="584">
                  <c:v>9</c:v>
                </c:pt>
                <c:pt idx="585">
                  <c:v>3</c:v>
                </c:pt>
                <c:pt idx="586">
                  <c:v>7</c:v>
                </c:pt>
                <c:pt idx="587">
                  <c:v>3</c:v>
                </c:pt>
                <c:pt idx="588">
                  <c:v>1</c:v>
                </c:pt>
                <c:pt idx="589">
                  <c:v>3</c:v>
                </c:pt>
                <c:pt idx="590">
                  <c:v>12</c:v>
                </c:pt>
                <c:pt idx="591">
                  <c:v>8</c:v>
                </c:pt>
                <c:pt idx="592">
                  <c:v>5</c:v>
                </c:pt>
                <c:pt idx="593">
                  <c:v>1</c:v>
                </c:pt>
                <c:pt idx="594">
                  <c:v>1</c:v>
                </c:pt>
                <c:pt idx="595">
                  <c:v>4</c:v>
                </c:pt>
                <c:pt idx="596">
                  <c:v>2</c:v>
                </c:pt>
                <c:pt idx="597">
                  <c:v>4</c:v>
                </c:pt>
                <c:pt idx="598">
                  <c:v>2</c:v>
                </c:pt>
                <c:pt idx="599">
                  <c:v>1</c:v>
                </c:pt>
                <c:pt idx="600">
                  <c:v>20</c:v>
                </c:pt>
                <c:pt idx="601">
                  <c:v>15</c:v>
                </c:pt>
                <c:pt idx="602">
                  <c:v>13</c:v>
                </c:pt>
                <c:pt idx="603">
                  <c:v>1</c:v>
                </c:pt>
                <c:pt idx="604">
                  <c:v>0</c:v>
                </c:pt>
                <c:pt idx="605">
                  <c:v>0</c:v>
                </c:pt>
                <c:pt idx="606">
                  <c:v>6</c:v>
                </c:pt>
                <c:pt idx="607">
                  <c:v>6</c:v>
                </c:pt>
                <c:pt idx="608">
                  <c:v>18</c:v>
                </c:pt>
                <c:pt idx="609">
                  <c:v>2</c:v>
                </c:pt>
                <c:pt idx="610">
                  <c:v>2</c:v>
                </c:pt>
                <c:pt idx="611">
                  <c:v>1</c:v>
                </c:pt>
                <c:pt idx="612">
                  <c:v>2</c:v>
                </c:pt>
                <c:pt idx="613">
                  <c:v>3</c:v>
                </c:pt>
                <c:pt idx="614">
                  <c:v>8</c:v>
                </c:pt>
                <c:pt idx="615">
                  <c:v>9</c:v>
                </c:pt>
                <c:pt idx="616">
                  <c:v>4</c:v>
                </c:pt>
                <c:pt idx="617">
                  <c:v>3</c:v>
                </c:pt>
                <c:pt idx="618">
                  <c:v>1</c:v>
                </c:pt>
                <c:pt idx="619">
                  <c:v>11</c:v>
                </c:pt>
                <c:pt idx="620">
                  <c:v>25</c:v>
                </c:pt>
                <c:pt idx="621">
                  <c:v>60</c:v>
                </c:pt>
                <c:pt idx="622">
                  <c:v>2</c:v>
                </c:pt>
                <c:pt idx="623">
                  <c:v>4</c:v>
                </c:pt>
                <c:pt idx="624">
                  <c:v>4</c:v>
                </c:pt>
                <c:pt idx="625">
                  <c:v>1</c:v>
                </c:pt>
                <c:pt idx="626">
                  <c:v>1</c:v>
                </c:pt>
                <c:pt idx="627">
                  <c:v>7</c:v>
                </c:pt>
                <c:pt idx="628">
                  <c:v>52</c:v>
                </c:pt>
                <c:pt idx="629">
                  <c:v>54</c:v>
                </c:pt>
                <c:pt idx="630">
                  <c:v>2</c:v>
                </c:pt>
                <c:pt idx="631">
                  <c:v>1</c:v>
                </c:pt>
                <c:pt idx="632">
                  <c:v>0</c:v>
                </c:pt>
                <c:pt idx="633">
                  <c:v>21</c:v>
                </c:pt>
                <c:pt idx="634">
                  <c:v>17</c:v>
                </c:pt>
                <c:pt idx="635">
                  <c:v>5</c:v>
                </c:pt>
                <c:pt idx="636">
                  <c:v>5</c:v>
                </c:pt>
                <c:pt idx="637">
                  <c:v>1</c:v>
                </c:pt>
                <c:pt idx="638">
                  <c:v>4</c:v>
                </c:pt>
                <c:pt idx="639">
                  <c:v>4</c:v>
                </c:pt>
                <c:pt idx="640">
                  <c:v>0</c:v>
                </c:pt>
                <c:pt idx="641">
                  <c:v>6</c:v>
                </c:pt>
                <c:pt idx="642">
                  <c:v>1</c:v>
                </c:pt>
                <c:pt idx="643">
                  <c:v>10</c:v>
                </c:pt>
                <c:pt idx="644">
                  <c:v>8</c:v>
                </c:pt>
                <c:pt idx="645">
                  <c:v>26</c:v>
                </c:pt>
                <c:pt idx="646">
                  <c:v>5</c:v>
                </c:pt>
                <c:pt idx="647">
                  <c:v>1</c:v>
                </c:pt>
                <c:pt idx="648">
                  <c:v>5</c:v>
                </c:pt>
                <c:pt idx="649">
                  <c:v>11</c:v>
                </c:pt>
                <c:pt idx="650">
                  <c:v>10</c:v>
                </c:pt>
                <c:pt idx="651">
                  <c:v>5</c:v>
                </c:pt>
                <c:pt idx="652">
                  <c:v>5</c:v>
                </c:pt>
                <c:pt idx="653">
                  <c:v>2</c:v>
                </c:pt>
                <c:pt idx="654">
                  <c:v>6</c:v>
                </c:pt>
                <c:pt idx="655">
                  <c:v>4</c:v>
                </c:pt>
                <c:pt idx="656">
                  <c:v>4</c:v>
                </c:pt>
                <c:pt idx="657">
                  <c:v>9</c:v>
                </c:pt>
                <c:pt idx="658">
                  <c:v>0</c:v>
                </c:pt>
                <c:pt idx="659">
                  <c:v>4</c:v>
                </c:pt>
                <c:pt idx="660">
                  <c:v>5</c:v>
                </c:pt>
                <c:pt idx="661">
                  <c:v>16</c:v>
                </c:pt>
                <c:pt idx="662">
                  <c:v>5</c:v>
                </c:pt>
                <c:pt idx="663">
                  <c:v>3</c:v>
                </c:pt>
                <c:pt idx="664">
                  <c:v>4</c:v>
                </c:pt>
                <c:pt idx="665">
                  <c:v>5</c:v>
                </c:pt>
                <c:pt idx="666">
                  <c:v>1</c:v>
                </c:pt>
                <c:pt idx="667">
                  <c:v>2</c:v>
                </c:pt>
                <c:pt idx="668">
                  <c:v>2</c:v>
                </c:pt>
                <c:pt idx="669">
                  <c:v>10</c:v>
                </c:pt>
                <c:pt idx="670">
                  <c:v>2</c:v>
                </c:pt>
                <c:pt idx="671">
                  <c:v>0</c:v>
                </c:pt>
                <c:pt idx="672">
                  <c:v>0</c:v>
                </c:pt>
                <c:pt idx="673">
                  <c:v>12</c:v>
                </c:pt>
                <c:pt idx="674">
                  <c:v>6</c:v>
                </c:pt>
                <c:pt idx="675">
                  <c:v>0</c:v>
                </c:pt>
                <c:pt idx="676">
                  <c:v>1</c:v>
                </c:pt>
                <c:pt idx="677">
                  <c:v>0</c:v>
                </c:pt>
                <c:pt idx="678">
                  <c:v>0</c:v>
                </c:pt>
                <c:pt idx="679">
                  <c:v>3</c:v>
                </c:pt>
                <c:pt idx="680">
                  <c:v>2</c:v>
                </c:pt>
                <c:pt idx="681">
                  <c:v>5</c:v>
                </c:pt>
                <c:pt idx="682">
                  <c:v>0</c:v>
                </c:pt>
                <c:pt idx="683">
                  <c:v>0</c:v>
                </c:pt>
                <c:pt idx="684">
                  <c:v>2</c:v>
                </c:pt>
                <c:pt idx="685">
                  <c:v>1</c:v>
                </c:pt>
                <c:pt idx="686">
                  <c:v>6</c:v>
                </c:pt>
                <c:pt idx="687">
                  <c:v>3</c:v>
                </c:pt>
                <c:pt idx="688">
                  <c:v>14</c:v>
                </c:pt>
                <c:pt idx="689">
                  <c:v>2</c:v>
                </c:pt>
                <c:pt idx="690">
                  <c:v>4</c:v>
                </c:pt>
                <c:pt idx="691">
                  <c:v>2</c:v>
                </c:pt>
                <c:pt idx="692">
                  <c:v>6</c:v>
                </c:pt>
                <c:pt idx="693">
                  <c:v>8</c:v>
                </c:pt>
                <c:pt idx="694">
                  <c:v>3</c:v>
                </c:pt>
                <c:pt idx="695">
                  <c:v>5</c:v>
                </c:pt>
                <c:pt idx="696">
                  <c:v>7</c:v>
                </c:pt>
                <c:pt idx="697">
                  <c:v>28</c:v>
                </c:pt>
                <c:pt idx="698">
                  <c:v>2</c:v>
                </c:pt>
                <c:pt idx="699">
                  <c:v>5</c:v>
                </c:pt>
                <c:pt idx="700">
                  <c:v>4</c:v>
                </c:pt>
                <c:pt idx="701">
                  <c:v>1</c:v>
                </c:pt>
                <c:pt idx="702">
                  <c:v>5</c:v>
                </c:pt>
                <c:pt idx="703">
                  <c:v>4</c:v>
                </c:pt>
                <c:pt idx="704">
                  <c:v>6</c:v>
                </c:pt>
                <c:pt idx="705">
                  <c:v>2</c:v>
                </c:pt>
                <c:pt idx="706">
                  <c:v>0</c:v>
                </c:pt>
                <c:pt idx="707">
                  <c:v>2</c:v>
                </c:pt>
                <c:pt idx="708">
                  <c:v>3</c:v>
                </c:pt>
                <c:pt idx="709">
                  <c:v>0</c:v>
                </c:pt>
                <c:pt idx="710">
                  <c:v>0</c:v>
                </c:pt>
                <c:pt idx="711">
                  <c:v>13</c:v>
                </c:pt>
                <c:pt idx="712">
                  <c:v>2</c:v>
                </c:pt>
                <c:pt idx="713">
                  <c:v>8</c:v>
                </c:pt>
                <c:pt idx="714">
                  <c:v>2</c:v>
                </c:pt>
                <c:pt idx="715">
                  <c:v>3</c:v>
                </c:pt>
                <c:pt idx="716">
                  <c:v>1</c:v>
                </c:pt>
                <c:pt idx="717">
                  <c:v>2</c:v>
                </c:pt>
                <c:pt idx="718">
                  <c:v>0</c:v>
                </c:pt>
                <c:pt idx="719">
                  <c:v>3</c:v>
                </c:pt>
                <c:pt idx="720">
                  <c:v>2</c:v>
                </c:pt>
                <c:pt idx="721">
                  <c:v>3</c:v>
                </c:pt>
                <c:pt idx="722">
                  <c:v>1</c:v>
                </c:pt>
                <c:pt idx="723">
                  <c:v>3</c:v>
                </c:pt>
                <c:pt idx="724">
                  <c:v>8</c:v>
                </c:pt>
                <c:pt idx="725">
                  <c:v>2</c:v>
                </c:pt>
                <c:pt idx="726">
                  <c:v>4</c:v>
                </c:pt>
                <c:pt idx="727">
                  <c:v>3</c:v>
                </c:pt>
                <c:pt idx="728">
                  <c:v>16</c:v>
                </c:pt>
                <c:pt idx="729">
                  <c:v>3</c:v>
                </c:pt>
                <c:pt idx="730">
                  <c:v>5</c:v>
                </c:pt>
                <c:pt idx="731">
                  <c:v>2</c:v>
                </c:pt>
                <c:pt idx="732">
                  <c:v>5</c:v>
                </c:pt>
                <c:pt idx="733">
                  <c:v>0</c:v>
                </c:pt>
                <c:pt idx="734">
                  <c:v>2</c:v>
                </c:pt>
                <c:pt idx="735">
                  <c:v>0</c:v>
                </c:pt>
                <c:pt idx="736">
                  <c:v>5</c:v>
                </c:pt>
                <c:pt idx="737">
                  <c:v>2</c:v>
                </c:pt>
                <c:pt idx="738">
                  <c:v>7</c:v>
                </c:pt>
                <c:pt idx="739">
                  <c:v>4</c:v>
                </c:pt>
                <c:pt idx="740">
                  <c:v>10</c:v>
                </c:pt>
                <c:pt idx="741">
                  <c:v>0</c:v>
                </c:pt>
                <c:pt idx="742">
                  <c:v>1</c:v>
                </c:pt>
                <c:pt idx="743">
                  <c:v>4</c:v>
                </c:pt>
                <c:pt idx="744">
                  <c:v>6</c:v>
                </c:pt>
                <c:pt idx="745">
                  <c:v>4</c:v>
                </c:pt>
                <c:pt idx="746">
                  <c:v>4</c:v>
                </c:pt>
                <c:pt idx="747">
                  <c:v>3</c:v>
                </c:pt>
                <c:pt idx="748">
                  <c:v>1</c:v>
                </c:pt>
                <c:pt idx="749">
                  <c:v>1</c:v>
                </c:pt>
                <c:pt idx="750">
                  <c:v>4</c:v>
                </c:pt>
                <c:pt idx="751">
                  <c:v>7</c:v>
                </c:pt>
                <c:pt idx="752">
                  <c:v>11</c:v>
                </c:pt>
                <c:pt idx="753">
                  <c:v>8</c:v>
                </c:pt>
                <c:pt idx="754">
                  <c:v>1</c:v>
                </c:pt>
                <c:pt idx="755">
                  <c:v>7</c:v>
                </c:pt>
                <c:pt idx="756">
                  <c:v>1</c:v>
                </c:pt>
                <c:pt idx="757">
                  <c:v>4</c:v>
                </c:pt>
                <c:pt idx="758">
                  <c:v>1</c:v>
                </c:pt>
                <c:pt idx="759">
                  <c:v>10</c:v>
                </c:pt>
                <c:pt idx="760">
                  <c:v>8</c:v>
                </c:pt>
                <c:pt idx="761">
                  <c:v>5</c:v>
                </c:pt>
                <c:pt idx="762">
                  <c:v>8</c:v>
                </c:pt>
                <c:pt idx="763">
                  <c:v>4</c:v>
                </c:pt>
                <c:pt idx="764">
                  <c:v>4</c:v>
                </c:pt>
                <c:pt idx="765">
                  <c:v>1</c:v>
                </c:pt>
                <c:pt idx="766">
                  <c:v>0</c:v>
                </c:pt>
                <c:pt idx="767">
                  <c:v>2</c:v>
                </c:pt>
                <c:pt idx="768">
                  <c:v>0</c:v>
                </c:pt>
                <c:pt idx="769">
                  <c:v>4</c:v>
                </c:pt>
                <c:pt idx="770">
                  <c:v>3</c:v>
                </c:pt>
                <c:pt idx="771">
                  <c:v>3</c:v>
                </c:pt>
                <c:pt idx="772">
                  <c:v>1</c:v>
                </c:pt>
                <c:pt idx="773">
                  <c:v>2</c:v>
                </c:pt>
                <c:pt idx="774">
                  <c:v>4</c:v>
                </c:pt>
                <c:pt idx="775">
                  <c:v>1</c:v>
                </c:pt>
                <c:pt idx="776">
                  <c:v>1</c:v>
                </c:pt>
                <c:pt idx="777">
                  <c:v>1</c:v>
                </c:pt>
                <c:pt idx="778">
                  <c:v>2</c:v>
                </c:pt>
                <c:pt idx="779">
                  <c:v>5</c:v>
                </c:pt>
                <c:pt idx="780">
                  <c:v>6</c:v>
                </c:pt>
                <c:pt idx="781">
                  <c:v>8</c:v>
                </c:pt>
                <c:pt idx="782">
                  <c:v>5</c:v>
                </c:pt>
                <c:pt idx="783">
                  <c:v>29</c:v>
                </c:pt>
                <c:pt idx="784">
                  <c:v>27</c:v>
                </c:pt>
                <c:pt idx="785">
                  <c:v>18</c:v>
                </c:pt>
                <c:pt idx="786">
                  <c:v>29</c:v>
                </c:pt>
                <c:pt idx="787">
                  <c:v>23</c:v>
                </c:pt>
                <c:pt idx="788">
                  <c:v>5</c:v>
                </c:pt>
                <c:pt idx="789">
                  <c:v>3</c:v>
                </c:pt>
                <c:pt idx="790">
                  <c:v>0</c:v>
                </c:pt>
                <c:pt idx="791">
                  <c:v>3</c:v>
                </c:pt>
                <c:pt idx="792">
                  <c:v>5</c:v>
                </c:pt>
                <c:pt idx="793">
                  <c:v>2</c:v>
                </c:pt>
                <c:pt idx="794">
                  <c:v>1</c:v>
                </c:pt>
                <c:pt idx="795">
                  <c:v>11</c:v>
                </c:pt>
                <c:pt idx="796">
                  <c:v>3</c:v>
                </c:pt>
                <c:pt idx="797">
                  <c:v>7</c:v>
                </c:pt>
                <c:pt idx="798">
                  <c:v>14</c:v>
                </c:pt>
                <c:pt idx="799">
                  <c:v>11</c:v>
                </c:pt>
                <c:pt idx="800">
                  <c:v>30</c:v>
                </c:pt>
                <c:pt idx="801">
                  <c:v>3</c:v>
                </c:pt>
                <c:pt idx="802">
                  <c:v>7</c:v>
                </c:pt>
                <c:pt idx="803">
                  <c:v>2</c:v>
                </c:pt>
                <c:pt idx="804">
                  <c:v>6</c:v>
                </c:pt>
                <c:pt idx="805">
                  <c:v>8</c:v>
                </c:pt>
                <c:pt idx="806">
                  <c:v>1</c:v>
                </c:pt>
                <c:pt idx="807">
                  <c:v>0</c:v>
                </c:pt>
                <c:pt idx="808">
                  <c:v>7</c:v>
                </c:pt>
                <c:pt idx="809">
                  <c:v>2</c:v>
                </c:pt>
                <c:pt idx="810">
                  <c:v>1</c:v>
                </c:pt>
                <c:pt idx="811">
                  <c:v>0</c:v>
                </c:pt>
                <c:pt idx="812">
                  <c:v>0</c:v>
                </c:pt>
                <c:pt idx="813">
                  <c:v>2</c:v>
                </c:pt>
                <c:pt idx="814">
                  <c:v>1</c:v>
                </c:pt>
                <c:pt idx="815">
                  <c:v>7</c:v>
                </c:pt>
                <c:pt idx="816">
                  <c:v>3</c:v>
                </c:pt>
                <c:pt idx="817">
                  <c:v>2</c:v>
                </c:pt>
                <c:pt idx="818">
                  <c:v>4</c:v>
                </c:pt>
                <c:pt idx="819">
                  <c:v>4</c:v>
                </c:pt>
                <c:pt idx="820">
                  <c:v>9</c:v>
                </c:pt>
                <c:pt idx="821">
                  <c:v>5</c:v>
                </c:pt>
                <c:pt idx="822">
                  <c:v>20</c:v>
                </c:pt>
                <c:pt idx="823">
                  <c:v>2</c:v>
                </c:pt>
                <c:pt idx="824">
                  <c:v>2</c:v>
                </c:pt>
                <c:pt idx="825">
                  <c:v>0</c:v>
                </c:pt>
                <c:pt idx="826">
                  <c:v>4</c:v>
                </c:pt>
                <c:pt idx="827">
                  <c:v>4</c:v>
                </c:pt>
                <c:pt idx="828">
                  <c:v>3</c:v>
                </c:pt>
                <c:pt idx="829">
                  <c:v>3</c:v>
                </c:pt>
                <c:pt idx="830">
                  <c:v>0</c:v>
                </c:pt>
                <c:pt idx="831">
                  <c:v>4</c:v>
                </c:pt>
                <c:pt idx="832">
                  <c:v>8</c:v>
                </c:pt>
                <c:pt idx="833">
                  <c:v>4</c:v>
                </c:pt>
                <c:pt idx="834">
                  <c:v>4</c:v>
                </c:pt>
                <c:pt idx="835">
                  <c:v>4</c:v>
                </c:pt>
                <c:pt idx="836">
                  <c:v>2</c:v>
                </c:pt>
                <c:pt idx="837">
                  <c:v>1</c:v>
                </c:pt>
                <c:pt idx="838">
                  <c:v>1</c:v>
                </c:pt>
                <c:pt idx="839">
                  <c:v>0</c:v>
                </c:pt>
                <c:pt idx="840">
                  <c:v>16</c:v>
                </c:pt>
                <c:pt idx="841">
                  <c:v>2</c:v>
                </c:pt>
                <c:pt idx="842">
                  <c:v>1</c:v>
                </c:pt>
                <c:pt idx="843">
                  <c:v>9</c:v>
                </c:pt>
                <c:pt idx="844">
                  <c:v>2</c:v>
                </c:pt>
                <c:pt idx="845">
                  <c:v>2</c:v>
                </c:pt>
                <c:pt idx="846">
                  <c:v>5</c:v>
                </c:pt>
                <c:pt idx="847">
                  <c:v>3</c:v>
                </c:pt>
                <c:pt idx="848">
                  <c:v>4</c:v>
                </c:pt>
                <c:pt idx="849">
                  <c:v>1</c:v>
                </c:pt>
                <c:pt idx="850">
                  <c:v>4</c:v>
                </c:pt>
                <c:pt idx="851">
                  <c:v>2</c:v>
                </c:pt>
                <c:pt idx="852">
                  <c:v>0</c:v>
                </c:pt>
                <c:pt idx="853">
                  <c:v>2</c:v>
                </c:pt>
                <c:pt idx="854">
                  <c:v>6</c:v>
                </c:pt>
                <c:pt idx="855">
                  <c:v>4</c:v>
                </c:pt>
                <c:pt idx="856">
                  <c:v>1</c:v>
                </c:pt>
                <c:pt idx="857">
                  <c:v>5</c:v>
                </c:pt>
                <c:pt idx="858">
                  <c:v>4</c:v>
                </c:pt>
                <c:pt idx="859">
                  <c:v>4</c:v>
                </c:pt>
                <c:pt idx="860">
                  <c:v>3</c:v>
                </c:pt>
                <c:pt idx="861">
                  <c:v>9</c:v>
                </c:pt>
                <c:pt idx="862">
                  <c:v>5</c:v>
                </c:pt>
                <c:pt idx="863">
                  <c:v>2</c:v>
                </c:pt>
                <c:pt idx="864">
                  <c:v>2</c:v>
                </c:pt>
                <c:pt idx="865">
                  <c:v>2</c:v>
                </c:pt>
                <c:pt idx="866">
                  <c:v>0</c:v>
                </c:pt>
                <c:pt idx="867">
                  <c:v>4</c:v>
                </c:pt>
                <c:pt idx="868">
                  <c:v>4</c:v>
                </c:pt>
                <c:pt idx="869">
                  <c:v>2</c:v>
                </c:pt>
                <c:pt idx="870">
                  <c:v>13</c:v>
                </c:pt>
                <c:pt idx="871">
                  <c:v>15</c:v>
                </c:pt>
                <c:pt idx="872">
                  <c:v>11</c:v>
                </c:pt>
                <c:pt idx="873">
                  <c:v>0</c:v>
                </c:pt>
                <c:pt idx="874">
                  <c:v>4</c:v>
                </c:pt>
                <c:pt idx="875">
                  <c:v>0</c:v>
                </c:pt>
                <c:pt idx="876">
                  <c:v>1</c:v>
                </c:pt>
                <c:pt idx="877">
                  <c:v>0</c:v>
                </c:pt>
                <c:pt idx="878">
                  <c:v>3</c:v>
                </c:pt>
                <c:pt idx="879">
                  <c:v>2</c:v>
                </c:pt>
                <c:pt idx="880">
                  <c:v>2</c:v>
                </c:pt>
                <c:pt idx="881">
                  <c:v>1</c:v>
                </c:pt>
                <c:pt idx="882">
                  <c:v>1</c:v>
                </c:pt>
                <c:pt idx="883">
                  <c:v>0</c:v>
                </c:pt>
                <c:pt idx="884">
                  <c:v>1</c:v>
                </c:pt>
                <c:pt idx="885">
                  <c:v>2</c:v>
                </c:pt>
                <c:pt idx="886">
                  <c:v>3</c:v>
                </c:pt>
                <c:pt idx="887">
                  <c:v>3</c:v>
                </c:pt>
                <c:pt idx="888">
                  <c:v>0</c:v>
                </c:pt>
                <c:pt idx="889">
                  <c:v>0</c:v>
                </c:pt>
                <c:pt idx="890">
                  <c:v>4</c:v>
                </c:pt>
                <c:pt idx="891">
                  <c:v>4</c:v>
                </c:pt>
                <c:pt idx="892">
                  <c:v>4</c:v>
                </c:pt>
                <c:pt idx="893">
                  <c:v>3</c:v>
                </c:pt>
                <c:pt idx="894">
                  <c:v>2</c:v>
                </c:pt>
                <c:pt idx="895">
                  <c:v>1</c:v>
                </c:pt>
                <c:pt idx="896">
                  <c:v>0</c:v>
                </c:pt>
                <c:pt idx="897">
                  <c:v>1</c:v>
                </c:pt>
                <c:pt idx="898">
                  <c:v>0</c:v>
                </c:pt>
                <c:pt idx="899">
                  <c:v>2</c:v>
                </c:pt>
                <c:pt idx="900">
                  <c:v>2</c:v>
                </c:pt>
                <c:pt idx="901">
                  <c:v>2</c:v>
                </c:pt>
                <c:pt idx="902">
                  <c:v>13</c:v>
                </c:pt>
                <c:pt idx="903">
                  <c:v>2</c:v>
                </c:pt>
                <c:pt idx="904">
                  <c:v>5</c:v>
                </c:pt>
                <c:pt idx="905">
                  <c:v>7</c:v>
                </c:pt>
                <c:pt idx="906">
                  <c:v>1</c:v>
                </c:pt>
                <c:pt idx="907">
                  <c:v>3</c:v>
                </c:pt>
                <c:pt idx="908">
                  <c:v>2</c:v>
                </c:pt>
                <c:pt idx="909">
                  <c:v>3</c:v>
                </c:pt>
                <c:pt idx="910">
                  <c:v>2</c:v>
                </c:pt>
                <c:pt idx="911">
                  <c:v>0</c:v>
                </c:pt>
                <c:pt idx="912">
                  <c:v>6</c:v>
                </c:pt>
                <c:pt idx="913">
                  <c:v>3</c:v>
                </c:pt>
                <c:pt idx="914">
                  <c:v>3</c:v>
                </c:pt>
                <c:pt idx="915">
                  <c:v>5</c:v>
                </c:pt>
                <c:pt idx="916">
                  <c:v>5</c:v>
                </c:pt>
                <c:pt idx="917">
                  <c:v>0</c:v>
                </c:pt>
                <c:pt idx="918">
                  <c:v>2</c:v>
                </c:pt>
                <c:pt idx="919">
                  <c:v>3</c:v>
                </c:pt>
                <c:pt idx="920">
                  <c:v>3</c:v>
                </c:pt>
                <c:pt idx="921">
                  <c:v>4</c:v>
                </c:pt>
                <c:pt idx="922">
                  <c:v>2</c:v>
                </c:pt>
                <c:pt idx="923">
                  <c:v>6</c:v>
                </c:pt>
                <c:pt idx="924">
                  <c:v>0</c:v>
                </c:pt>
                <c:pt idx="925">
                  <c:v>0</c:v>
                </c:pt>
                <c:pt idx="926">
                  <c:v>4</c:v>
                </c:pt>
                <c:pt idx="927">
                  <c:v>12</c:v>
                </c:pt>
                <c:pt idx="928">
                  <c:v>6</c:v>
                </c:pt>
                <c:pt idx="929">
                  <c:v>7</c:v>
                </c:pt>
                <c:pt idx="930">
                  <c:v>1</c:v>
                </c:pt>
                <c:pt idx="931">
                  <c:v>2</c:v>
                </c:pt>
                <c:pt idx="932">
                  <c:v>2</c:v>
                </c:pt>
                <c:pt idx="933">
                  <c:v>5</c:v>
                </c:pt>
                <c:pt idx="934">
                  <c:v>4</c:v>
                </c:pt>
                <c:pt idx="935">
                  <c:v>4</c:v>
                </c:pt>
                <c:pt idx="936">
                  <c:v>0</c:v>
                </c:pt>
                <c:pt idx="937">
                  <c:v>0</c:v>
                </c:pt>
                <c:pt idx="938">
                  <c:v>0</c:v>
                </c:pt>
                <c:pt idx="939">
                  <c:v>3</c:v>
                </c:pt>
                <c:pt idx="940">
                  <c:v>1</c:v>
                </c:pt>
                <c:pt idx="941">
                  <c:v>0</c:v>
                </c:pt>
                <c:pt idx="942">
                  <c:v>3</c:v>
                </c:pt>
                <c:pt idx="943">
                  <c:v>3</c:v>
                </c:pt>
                <c:pt idx="944">
                  <c:v>0</c:v>
                </c:pt>
                <c:pt idx="945">
                  <c:v>1</c:v>
                </c:pt>
                <c:pt idx="946">
                  <c:v>1</c:v>
                </c:pt>
                <c:pt idx="947">
                  <c:v>5</c:v>
                </c:pt>
                <c:pt idx="948">
                  <c:v>2</c:v>
                </c:pt>
                <c:pt idx="949">
                  <c:v>3</c:v>
                </c:pt>
                <c:pt idx="950">
                  <c:v>18</c:v>
                </c:pt>
                <c:pt idx="951">
                  <c:v>6</c:v>
                </c:pt>
                <c:pt idx="952">
                  <c:v>0</c:v>
                </c:pt>
                <c:pt idx="953">
                  <c:v>3</c:v>
                </c:pt>
                <c:pt idx="954">
                  <c:v>4</c:v>
                </c:pt>
                <c:pt idx="955">
                  <c:v>0</c:v>
                </c:pt>
                <c:pt idx="956">
                  <c:v>9</c:v>
                </c:pt>
                <c:pt idx="957">
                  <c:v>1</c:v>
                </c:pt>
                <c:pt idx="958">
                  <c:v>11</c:v>
                </c:pt>
                <c:pt idx="959">
                  <c:v>3</c:v>
                </c:pt>
                <c:pt idx="960">
                  <c:v>45</c:v>
                </c:pt>
                <c:pt idx="961">
                  <c:v>15</c:v>
                </c:pt>
                <c:pt idx="962">
                  <c:v>33</c:v>
                </c:pt>
                <c:pt idx="963">
                  <c:v>15</c:v>
                </c:pt>
                <c:pt idx="964">
                  <c:v>6</c:v>
                </c:pt>
                <c:pt idx="965">
                  <c:v>10</c:v>
                </c:pt>
                <c:pt idx="966">
                  <c:v>17</c:v>
                </c:pt>
                <c:pt idx="967">
                  <c:v>14</c:v>
                </c:pt>
                <c:pt idx="968">
                  <c:v>4</c:v>
                </c:pt>
                <c:pt idx="969">
                  <c:v>5</c:v>
                </c:pt>
                <c:pt idx="970">
                  <c:v>12</c:v>
                </c:pt>
                <c:pt idx="971">
                  <c:v>10</c:v>
                </c:pt>
                <c:pt idx="972">
                  <c:v>11</c:v>
                </c:pt>
                <c:pt idx="973">
                  <c:v>4</c:v>
                </c:pt>
                <c:pt idx="974">
                  <c:v>15</c:v>
                </c:pt>
                <c:pt idx="975">
                  <c:v>1</c:v>
                </c:pt>
                <c:pt idx="976">
                  <c:v>5</c:v>
                </c:pt>
                <c:pt idx="977">
                  <c:v>2</c:v>
                </c:pt>
                <c:pt idx="978">
                  <c:v>3</c:v>
                </c:pt>
                <c:pt idx="979">
                  <c:v>5</c:v>
                </c:pt>
                <c:pt idx="980">
                  <c:v>8</c:v>
                </c:pt>
                <c:pt idx="981">
                  <c:v>9</c:v>
                </c:pt>
                <c:pt idx="982">
                  <c:v>3</c:v>
                </c:pt>
                <c:pt idx="983">
                  <c:v>9</c:v>
                </c:pt>
                <c:pt idx="984">
                  <c:v>2</c:v>
                </c:pt>
                <c:pt idx="985">
                  <c:v>0</c:v>
                </c:pt>
                <c:pt idx="986">
                  <c:v>1</c:v>
                </c:pt>
                <c:pt idx="987">
                  <c:v>2</c:v>
                </c:pt>
                <c:pt idx="988">
                  <c:v>6</c:v>
                </c:pt>
                <c:pt idx="989">
                  <c:v>1</c:v>
                </c:pt>
                <c:pt idx="990">
                  <c:v>0</c:v>
                </c:pt>
                <c:pt idx="991">
                  <c:v>0</c:v>
                </c:pt>
                <c:pt idx="992">
                  <c:v>1</c:v>
                </c:pt>
                <c:pt idx="993">
                  <c:v>4</c:v>
                </c:pt>
                <c:pt idx="994">
                  <c:v>7</c:v>
                </c:pt>
                <c:pt idx="995">
                  <c:v>14</c:v>
                </c:pt>
                <c:pt idx="996">
                  <c:v>6</c:v>
                </c:pt>
                <c:pt idx="997">
                  <c:v>1</c:v>
                </c:pt>
                <c:pt idx="998">
                  <c:v>6</c:v>
                </c:pt>
                <c:pt idx="999">
                  <c:v>2</c:v>
                </c:pt>
                <c:pt idx="1000">
                  <c:v>0</c:v>
                </c:pt>
                <c:pt idx="1001">
                  <c:v>1</c:v>
                </c:pt>
                <c:pt idx="1002">
                  <c:v>4</c:v>
                </c:pt>
                <c:pt idx="1003">
                  <c:v>0</c:v>
                </c:pt>
                <c:pt idx="1004">
                  <c:v>11</c:v>
                </c:pt>
                <c:pt idx="1005">
                  <c:v>5</c:v>
                </c:pt>
                <c:pt idx="1006">
                  <c:v>3</c:v>
                </c:pt>
                <c:pt idx="1007">
                  <c:v>0</c:v>
                </c:pt>
                <c:pt idx="1008">
                  <c:v>4</c:v>
                </c:pt>
                <c:pt idx="1009">
                  <c:v>11</c:v>
                </c:pt>
                <c:pt idx="1010">
                  <c:v>4</c:v>
                </c:pt>
                <c:pt idx="1011">
                  <c:v>1</c:v>
                </c:pt>
                <c:pt idx="1012">
                  <c:v>0</c:v>
                </c:pt>
                <c:pt idx="1013">
                  <c:v>0</c:v>
                </c:pt>
                <c:pt idx="1014">
                  <c:v>9</c:v>
                </c:pt>
                <c:pt idx="1015">
                  <c:v>2</c:v>
                </c:pt>
                <c:pt idx="1016">
                  <c:v>6</c:v>
                </c:pt>
                <c:pt idx="1017">
                  <c:v>5</c:v>
                </c:pt>
                <c:pt idx="1018">
                  <c:v>3</c:v>
                </c:pt>
                <c:pt idx="1019">
                  <c:v>10</c:v>
                </c:pt>
                <c:pt idx="1020">
                  <c:v>4</c:v>
                </c:pt>
                <c:pt idx="1021">
                  <c:v>8</c:v>
                </c:pt>
                <c:pt idx="1022">
                  <c:v>4</c:v>
                </c:pt>
                <c:pt idx="1023">
                  <c:v>3</c:v>
                </c:pt>
                <c:pt idx="1024">
                  <c:v>2</c:v>
                </c:pt>
                <c:pt idx="1025">
                  <c:v>1</c:v>
                </c:pt>
                <c:pt idx="1026">
                  <c:v>8</c:v>
                </c:pt>
                <c:pt idx="1027">
                  <c:v>5</c:v>
                </c:pt>
                <c:pt idx="1028">
                  <c:v>5</c:v>
                </c:pt>
                <c:pt idx="1029">
                  <c:v>7</c:v>
                </c:pt>
                <c:pt idx="1030">
                  <c:v>1</c:v>
                </c:pt>
                <c:pt idx="1031">
                  <c:v>6</c:v>
                </c:pt>
                <c:pt idx="1032">
                  <c:v>4</c:v>
                </c:pt>
                <c:pt idx="1033">
                  <c:v>0</c:v>
                </c:pt>
                <c:pt idx="1034">
                  <c:v>1</c:v>
                </c:pt>
                <c:pt idx="1035">
                  <c:v>4</c:v>
                </c:pt>
                <c:pt idx="1036">
                  <c:v>20</c:v>
                </c:pt>
                <c:pt idx="1037">
                  <c:v>9</c:v>
                </c:pt>
                <c:pt idx="1038">
                  <c:v>1</c:v>
                </c:pt>
                <c:pt idx="1039">
                  <c:v>1</c:v>
                </c:pt>
                <c:pt idx="1040">
                  <c:v>4</c:v>
                </c:pt>
                <c:pt idx="1041">
                  <c:v>4</c:v>
                </c:pt>
                <c:pt idx="1042">
                  <c:v>3</c:v>
                </c:pt>
                <c:pt idx="1043">
                  <c:v>0</c:v>
                </c:pt>
                <c:pt idx="1044">
                  <c:v>0</c:v>
                </c:pt>
                <c:pt idx="1045">
                  <c:v>2</c:v>
                </c:pt>
                <c:pt idx="1046">
                  <c:v>0</c:v>
                </c:pt>
                <c:pt idx="1047">
                  <c:v>9</c:v>
                </c:pt>
                <c:pt idx="1048">
                  <c:v>7</c:v>
                </c:pt>
                <c:pt idx="1049">
                  <c:v>35</c:v>
                </c:pt>
                <c:pt idx="1050">
                  <c:v>1</c:v>
                </c:pt>
                <c:pt idx="1051">
                  <c:v>3</c:v>
                </c:pt>
                <c:pt idx="1052">
                  <c:v>2</c:v>
                </c:pt>
                <c:pt idx="1053">
                  <c:v>1</c:v>
                </c:pt>
                <c:pt idx="1054">
                  <c:v>1</c:v>
                </c:pt>
                <c:pt idx="1055">
                  <c:v>3</c:v>
                </c:pt>
                <c:pt idx="1056">
                  <c:v>2</c:v>
                </c:pt>
                <c:pt idx="1057">
                  <c:v>2</c:v>
                </c:pt>
                <c:pt idx="1058">
                  <c:v>1</c:v>
                </c:pt>
                <c:pt idx="1059">
                  <c:v>1</c:v>
                </c:pt>
                <c:pt idx="1060">
                  <c:v>7</c:v>
                </c:pt>
                <c:pt idx="1061">
                  <c:v>4</c:v>
                </c:pt>
                <c:pt idx="1062">
                  <c:v>2</c:v>
                </c:pt>
                <c:pt idx="1063">
                  <c:v>21</c:v>
                </c:pt>
                <c:pt idx="1064">
                  <c:v>3</c:v>
                </c:pt>
                <c:pt idx="1065">
                  <c:v>3</c:v>
                </c:pt>
                <c:pt idx="1066">
                  <c:v>5</c:v>
                </c:pt>
                <c:pt idx="1067">
                  <c:v>5</c:v>
                </c:pt>
                <c:pt idx="1068">
                  <c:v>4</c:v>
                </c:pt>
                <c:pt idx="1069">
                  <c:v>3</c:v>
                </c:pt>
                <c:pt idx="1070">
                  <c:v>0</c:v>
                </c:pt>
                <c:pt idx="1071">
                  <c:v>3</c:v>
                </c:pt>
                <c:pt idx="1072">
                  <c:v>3</c:v>
                </c:pt>
                <c:pt idx="1073">
                  <c:v>3</c:v>
                </c:pt>
                <c:pt idx="1074">
                  <c:v>6</c:v>
                </c:pt>
                <c:pt idx="1075">
                  <c:v>4</c:v>
                </c:pt>
                <c:pt idx="1076">
                  <c:v>5</c:v>
                </c:pt>
                <c:pt idx="1077">
                  <c:v>0</c:v>
                </c:pt>
                <c:pt idx="1078">
                  <c:v>0</c:v>
                </c:pt>
                <c:pt idx="1079">
                  <c:v>4</c:v>
                </c:pt>
                <c:pt idx="1080">
                  <c:v>4</c:v>
                </c:pt>
                <c:pt idx="1081">
                  <c:v>5</c:v>
                </c:pt>
                <c:pt idx="1082">
                  <c:v>4</c:v>
                </c:pt>
                <c:pt idx="1083">
                  <c:v>1</c:v>
                </c:pt>
                <c:pt idx="1084">
                  <c:v>4</c:v>
                </c:pt>
                <c:pt idx="1085">
                  <c:v>2</c:v>
                </c:pt>
                <c:pt idx="1086">
                  <c:v>6</c:v>
                </c:pt>
                <c:pt idx="1087">
                  <c:v>1</c:v>
                </c:pt>
                <c:pt idx="1088">
                  <c:v>0</c:v>
                </c:pt>
                <c:pt idx="1089">
                  <c:v>1</c:v>
                </c:pt>
                <c:pt idx="1090">
                  <c:v>2</c:v>
                </c:pt>
                <c:pt idx="1091">
                  <c:v>0</c:v>
                </c:pt>
                <c:pt idx="1092">
                  <c:v>1</c:v>
                </c:pt>
                <c:pt idx="1093">
                  <c:v>1</c:v>
                </c:pt>
                <c:pt idx="1094">
                  <c:v>1</c:v>
                </c:pt>
                <c:pt idx="1095">
                  <c:v>0</c:v>
                </c:pt>
                <c:pt idx="1096">
                  <c:v>0</c:v>
                </c:pt>
                <c:pt idx="1097">
                  <c:v>3</c:v>
                </c:pt>
                <c:pt idx="1098">
                  <c:v>2</c:v>
                </c:pt>
                <c:pt idx="1099">
                  <c:v>1</c:v>
                </c:pt>
                <c:pt idx="1100">
                  <c:v>0</c:v>
                </c:pt>
                <c:pt idx="1101">
                  <c:v>0</c:v>
                </c:pt>
                <c:pt idx="1102">
                  <c:v>0</c:v>
                </c:pt>
                <c:pt idx="1103">
                  <c:v>0</c:v>
                </c:pt>
                <c:pt idx="1104">
                  <c:v>1</c:v>
                </c:pt>
                <c:pt idx="1105">
                  <c:v>2</c:v>
                </c:pt>
                <c:pt idx="1106">
                  <c:v>0</c:v>
                </c:pt>
                <c:pt idx="1107">
                  <c:v>0</c:v>
                </c:pt>
                <c:pt idx="1108">
                  <c:v>4</c:v>
                </c:pt>
                <c:pt idx="1109">
                  <c:v>0</c:v>
                </c:pt>
                <c:pt idx="1110">
                  <c:v>11</c:v>
                </c:pt>
                <c:pt idx="1111">
                  <c:v>1</c:v>
                </c:pt>
                <c:pt idx="1112">
                  <c:v>0</c:v>
                </c:pt>
                <c:pt idx="1113">
                  <c:v>5</c:v>
                </c:pt>
                <c:pt idx="1114">
                  <c:v>1</c:v>
                </c:pt>
                <c:pt idx="1115">
                  <c:v>2</c:v>
                </c:pt>
                <c:pt idx="1116">
                  <c:v>2</c:v>
                </c:pt>
                <c:pt idx="1117">
                  <c:v>5</c:v>
                </c:pt>
                <c:pt idx="1118">
                  <c:v>18</c:v>
                </c:pt>
                <c:pt idx="1119">
                  <c:v>2</c:v>
                </c:pt>
                <c:pt idx="1120">
                  <c:v>0</c:v>
                </c:pt>
                <c:pt idx="1121">
                  <c:v>3</c:v>
                </c:pt>
                <c:pt idx="1122">
                  <c:v>0</c:v>
                </c:pt>
                <c:pt idx="1123">
                  <c:v>7</c:v>
                </c:pt>
                <c:pt idx="1124">
                  <c:v>5</c:v>
                </c:pt>
                <c:pt idx="1125">
                  <c:v>3</c:v>
                </c:pt>
                <c:pt idx="1126">
                  <c:v>2</c:v>
                </c:pt>
                <c:pt idx="1127">
                  <c:v>3</c:v>
                </c:pt>
                <c:pt idx="1128">
                  <c:v>2</c:v>
                </c:pt>
                <c:pt idx="1129">
                  <c:v>0</c:v>
                </c:pt>
                <c:pt idx="1130">
                  <c:v>1</c:v>
                </c:pt>
                <c:pt idx="1131">
                  <c:v>7</c:v>
                </c:pt>
                <c:pt idx="1132">
                  <c:v>1</c:v>
                </c:pt>
                <c:pt idx="1133">
                  <c:v>3</c:v>
                </c:pt>
                <c:pt idx="1134">
                  <c:v>2</c:v>
                </c:pt>
                <c:pt idx="1135">
                  <c:v>19</c:v>
                </c:pt>
                <c:pt idx="1136">
                  <c:v>5</c:v>
                </c:pt>
                <c:pt idx="1137">
                  <c:v>17</c:v>
                </c:pt>
                <c:pt idx="1138">
                  <c:v>3</c:v>
                </c:pt>
                <c:pt idx="1139">
                  <c:v>6</c:v>
                </c:pt>
                <c:pt idx="1140">
                  <c:v>2</c:v>
                </c:pt>
                <c:pt idx="1141">
                  <c:v>1</c:v>
                </c:pt>
                <c:pt idx="1142">
                  <c:v>1</c:v>
                </c:pt>
                <c:pt idx="1143">
                  <c:v>3</c:v>
                </c:pt>
                <c:pt idx="1144">
                  <c:v>1</c:v>
                </c:pt>
                <c:pt idx="1145">
                  <c:v>1</c:v>
                </c:pt>
                <c:pt idx="1146">
                  <c:v>6</c:v>
                </c:pt>
                <c:pt idx="1147">
                  <c:v>3</c:v>
                </c:pt>
                <c:pt idx="1148">
                  <c:v>7</c:v>
                </c:pt>
                <c:pt idx="1149">
                  <c:v>8</c:v>
                </c:pt>
                <c:pt idx="1150">
                  <c:v>8</c:v>
                </c:pt>
                <c:pt idx="1151">
                  <c:v>22</c:v>
                </c:pt>
                <c:pt idx="1152">
                  <c:v>4</c:v>
                </c:pt>
                <c:pt idx="1153">
                  <c:v>5</c:v>
                </c:pt>
                <c:pt idx="1154">
                  <c:v>3</c:v>
                </c:pt>
                <c:pt idx="1155">
                  <c:v>7</c:v>
                </c:pt>
                <c:pt idx="1156">
                  <c:v>0</c:v>
                </c:pt>
                <c:pt idx="1157">
                  <c:v>1</c:v>
                </c:pt>
                <c:pt idx="1158">
                  <c:v>2</c:v>
                </c:pt>
                <c:pt idx="1159">
                  <c:v>4</c:v>
                </c:pt>
                <c:pt idx="1160">
                  <c:v>0</c:v>
                </c:pt>
                <c:pt idx="1161">
                  <c:v>5</c:v>
                </c:pt>
                <c:pt idx="1162">
                  <c:v>13</c:v>
                </c:pt>
                <c:pt idx="1163">
                  <c:v>0</c:v>
                </c:pt>
                <c:pt idx="1164">
                  <c:v>1</c:v>
                </c:pt>
                <c:pt idx="1165">
                  <c:v>8</c:v>
                </c:pt>
                <c:pt idx="1166">
                  <c:v>5</c:v>
                </c:pt>
                <c:pt idx="1167">
                  <c:v>1</c:v>
                </c:pt>
                <c:pt idx="1168">
                  <c:v>3</c:v>
                </c:pt>
                <c:pt idx="1169">
                  <c:v>0</c:v>
                </c:pt>
                <c:pt idx="1170">
                  <c:v>8</c:v>
                </c:pt>
                <c:pt idx="1171">
                  <c:v>3</c:v>
                </c:pt>
                <c:pt idx="1172">
                  <c:v>3</c:v>
                </c:pt>
                <c:pt idx="1173">
                  <c:v>1</c:v>
                </c:pt>
                <c:pt idx="1174">
                  <c:v>2</c:v>
                </c:pt>
                <c:pt idx="1175">
                  <c:v>3</c:v>
                </c:pt>
                <c:pt idx="1176">
                  <c:v>1</c:v>
                </c:pt>
                <c:pt idx="1177">
                  <c:v>1</c:v>
                </c:pt>
                <c:pt idx="1178">
                  <c:v>2</c:v>
                </c:pt>
                <c:pt idx="1179">
                  <c:v>3</c:v>
                </c:pt>
                <c:pt idx="1180">
                  <c:v>4</c:v>
                </c:pt>
                <c:pt idx="1181">
                  <c:v>1</c:v>
                </c:pt>
                <c:pt idx="1182">
                  <c:v>0</c:v>
                </c:pt>
                <c:pt idx="1183">
                  <c:v>0</c:v>
                </c:pt>
                <c:pt idx="1184">
                  <c:v>8</c:v>
                </c:pt>
                <c:pt idx="1185">
                  <c:v>4</c:v>
                </c:pt>
                <c:pt idx="1186">
                  <c:v>3</c:v>
                </c:pt>
                <c:pt idx="1187">
                  <c:v>0</c:v>
                </c:pt>
                <c:pt idx="1188">
                  <c:v>1</c:v>
                </c:pt>
                <c:pt idx="1189">
                  <c:v>0</c:v>
                </c:pt>
                <c:pt idx="1190">
                  <c:v>3</c:v>
                </c:pt>
                <c:pt idx="1191">
                  <c:v>11</c:v>
                </c:pt>
                <c:pt idx="1192">
                  <c:v>11</c:v>
                </c:pt>
                <c:pt idx="1193">
                  <c:v>11</c:v>
                </c:pt>
                <c:pt idx="1194">
                  <c:v>5</c:v>
                </c:pt>
                <c:pt idx="1195">
                  <c:v>2</c:v>
                </c:pt>
                <c:pt idx="1196">
                  <c:v>0</c:v>
                </c:pt>
                <c:pt idx="1197">
                  <c:v>3</c:v>
                </c:pt>
                <c:pt idx="1198">
                  <c:v>5</c:v>
                </c:pt>
                <c:pt idx="1199">
                  <c:v>0</c:v>
                </c:pt>
                <c:pt idx="1200">
                  <c:v>5</c:v>
                </c:pt>
                <c:pt idx="1201">
                  <c:v>0</c:v>
                </c:pt>
                <c:pt idx="1202">
                  <c:v>16</c:v>
                </c:pt>
                <c:pt idx="1203">
                  <c:v>8</c:v>
                </c:pt>
                <c:pt idx="1204">
                  <c:v>3</c:v>
                </c:pt>
                <c:pt idx="1205">
                  <c:v>1</c:v>
                </c:pt>
                <c:pt idx="1206">
                  <c:v>4</c:v>
                </c:pt>
                <c:pt idx="1207">
                  <c:v>7</c:v>
                </c:pt>
                <c:pt idx="1208">
                  <c:v>0</c:v>
                </c:pt>
                <c:pt idx="1209">
                  <c:v>3</c:v>
                </c:pt>
                <c:pt idx="1210">
                  <c:v>19</c:v>
                </c:pt>
                <c:pt idx="1211">
                  <c:v>6</c:v>
                </c:pt>
                <c:pt idx="1212">
                  <c:v>4</c:v>
                </c:pt>
                <c:pt idx="1213">
                  <c:v>3</c:v>
                </c:pt>
                <c:pt idx="1214">
                  <c:v>2</c:v>
                </c:pt>
                <c:pt idx="1215">
                  <c:v>1</c:v>
                </c:pt>
                <c:pt idx="1216">
                  <c:v>0</c:v>
                </c:pt>
                <c:pt idx="1217">
                  <c:v>11</c:v>
                </c:pt>
                <c:pt idx="1218">
                  <c:v>5</c:v>
                </c:pt>
                <c:pt idx="1219">
                  <c:v>2</c:v>
                </c:pt>
                <c:pt idx="1220">
                  <c:v>0</c:v>
                </c:pt>
                <c:pt idx="1221">
                  <c:v>1</c:v>
                </c:pt>
                <c:pt idx="1222">
                  <c:v>2</c:v>
                </c:pt>
                <c:pt idx="1223">
                  <c:v>2</c:v>
                </c:pt>
                <c:pt idx="1224">
                  <c:v>8</c:v>
                </c:pt>
                <c:pt idx="1225">
                  <c:v>4</c:v>
                </c:pt>
                <c:pt idx="1226">
                  <c:v>5</c:v>
                </c:pt>
                <c:pt idx="1227">
                  <c:v>0</c:v>
                </c:pt>
                <c:pt idx="1228">
                  <c:v>4</c:v>
                </c:pt>
                <c:pt idx="1229">
                  <c:v>4</c:v>
                </c:pt>
                <c:pt idx="1230">
                  <c:v>5</c:v>
                </c:pt>
                <c:pt idx="1231">
                  <c:v>0</c:v>
                </c:pt>
                <c:pt idx="1232">
                  <c:v>3</c:v>
                </c:pt>
                <c:pt idx="1233">
                  <c:v>1</c:v>
                </c:pt>
                <c:pt idx="1234">
                  <c:v>0</c:v>
                </c:pt>
                <c:pt idx="1235">
                  <c:v>2</c:v>
                </c:pt>
                <c:pt idx="1236">
                  <c:v>4</c:v>
                </c:pt>
                <c:pt idx="1237">
                  <c:v>1</c:v>
                </c:pt>
                <c:pt idx="1238">
                  <c:v>2</c:v>
                </c:pt>
                <c:pt idx="1239">
                  <c:v>3</c:v>
                </c:pt>
                <c:pt idx="1240">
                  <c:v>0</c:v>
                </c:pt>
                <c:pt idx="1241">
                  <c:v>0</c:v>
                </c:pt>
                <c:pt idx="1242">
                  <c:v>4</c:v>
                </c:pt>
                <c:pt idx="1243">
                  <c:v>2</c:v>
                </c:pt>
                <c:pt idx="1244">
                  <c:v>0</c:v>
                </c:pt>
                <c:pt idx="1245">
                  <c:v>3</c:v>
                </c:pt>
                <c:pt idx="1246">
                  <c:v>3</c:v>
                </c:pt>
                <c:pt idx="1247">
                  <c:v>1</c:v>
                </c:pt>
                <c:pt idx="1248">
                  <c:v>8</c:v>
                </c:pt>
                <c:pt idx="1249">
                  <c:v>0</c:v>
                </c:pt>
                <c:pt idx="1250">
                  <c:v>5</c:v>
                </c:pt>
                <c:pt idx="1251">
                  <c:v>6</c:v>
                </c:pt>
                <c:pt idx="1252">
                  <c:v>4</c:v>
                </c:pt>
                <c:pt idx="1253">
                  <c:v>3</c:v>
                </c:pt>
                <c:pt idx="1254">
                  <c:v>4</c:v>
                </c:pt>
                <c:pt idx="1255">
                  <c:v>4</c:v>
                </c:pt>
                <c:pt idx="1256">
                  <c:v>1</c:v>
                </c:pt>
                <c:pt idx="1257">
                  <c:v>7</c:v>
                </c:pt>
                <c:pt idx="1258">
                  <c:v>2</c:v>
                </c:pt>
                <c:pt idx="1259">
                  <c:v>8</c:v>
                </c:pt>
                <c:pt idx="1260">
                  <c:v>9</c:v>
                </c:pt>
                <c:pt idx="1261">
                  <c:v>5</c:v>
                </c:pt>
                <c:pt idx="1262">
                  <c:v>3</c:v>
                </c:pt>
                <c:pt idx="1263">
                  <c:v>6</c:v>
                </c:pt>
                <c:pt idx="1264">
                  <c:v>5</c:v>
                </c:pt>
                <c:pt idx="1265">
                  <c:v>4</c:v>
                </c:pt>
                <c:pt idx="1266">
                  <c:v>3</c:v>
                </c:pt>
                <c:pt idx="1267">
                  <c:v>1</c:v>
                </c:pt>
                <c:pt idx="1268">
                  <c:v>2</c:v>
                </c:pt>
                <c:pt idx="1269">
                  <c:v>4</c:v>
                </c:pt>
                <c:pt idx="1270">
                  <c:v>3</c:v>
                </c:pt>
                <c:pt idx="1271">
                  <c:v>1</c:v>
                </c:pt>
                <c:pt idx="1272">
                  <c:v>2</c:v>
                </c:pt>
                <c:pt idx="1273">
                  <c:v>3</c:v>
                </c:pt>
                <c:pt idx="1274">
                  <c:v>0</c:v>
                </c:pt>
                <c:pt idx="1275">
                  <c:v>3</c:v>
                </c:pt>
                <c:pt idx="1276">
                  <c:v>3</c:v>
                </c:pt>
                <c:pt idx="1277">
                  <c:v>7</c:v>
                </c:pt>
                <c:pt idx="1278">
                  <c:v>4</c:v>
                </c:pt>
                <c:pt idx="1279">
                  <c:v>1</c:v>
                </c:pt>
                <c:pt idx="1280">
                  <c:v>0</c:v>
                </c:pt>
                <c:pt idx="1281">
                  <c:v>1</c:v>
                </c:pt>
              </c:numCache>
            </c:numRef>
          </c:yVal>
        </c:ser>
        <c:ser>
          <c:idx val="1"/>
          <c:order val="1"/>
          <c:tx>
            <c:v>После очистки</c:v>
          </c:tx>
          <c:spPr>
            <ns1:solidFill>
              <ns1:srgbClr val="B46A48"/>
            </ns1:solidFill>
            <ns1:ln w="14288">
              <ns1:solidFill>
                <ns1:srgbClr val="B46A48"/>
              </ns1:solidFill>
            </ns1:ln>
          </c:spPr>
          <c:marker>
            <c:symbol val="none"/>
          </c:marker>
          <c:xVal>
            <c:numRef>
              <c:f>'Chart Data'!$C$2:$C$1283</c:f>
              <c:numCache>
                <c:formatCode>General</c:formatCode>
                <c:ptCount val="1282"/>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44988</c:v>
                </c:pt>
                <c:pt idx="49">
                  <c:v>44989</c:v>
                </c:pt>
                <c:pt idx="50">
                  <c:v>44990</c:v>
                </c:pt>
                <c:pt idx="51">
                  <c:v>44991</c:v>
                </c:pt>
                <c:pt idx="52">
                  <c:v>44992</c:v>
                </c:pt>
                <c:pt idx="53">
                  <c:v>44993</c:v>
                </c:pt>
                <c:pt idx="54">
                  <c:v>44994</c:v>
                </c:pt>
                <c:pt idx="55">
                  <c:v>44995</c:v>
                </c:pt>
                <c:pt idx="56">
                  <c:v>44996</c:v>
                </c:pt>
                <c:pt idx="57">
                  <c:v>44997</c:v>
                </c:pt>
                <c:pt idx="58">
                  <c:v>44998</c:v>
                </c:pt>
                <c:pt idx="59">
                  <c:v>44999</c:v>
                </c:pt>
                <c:pt idx="60">
                  <c:v>45000</c:v>
                </c:pt>
                <c:pt idx="61">
                  <c:v>45001</c:v>
                </c:pt>
                <c:pt idx="62">
                  <c:v>45002</c:v>
                </c:pt>
                <c:pt idx="63">
                  <c:v>45003</c:v>
                </c:pt>
                <c:pt idx="64">
                  <c:v>45004</c:v>
                </c:pt>
                <c:pt idx="65">
                  <c:v>45005</c:v>
                </c:pt>
                <c:pt idx="66">
                  <c:v>45006</c:v>
                </c:pt>
                <c:pt idx="67">
                  <c:v>45007</c:v>
                </c:pt>
                <c:pt idx="68">
                  <c:v>45008</c:v>
                </c:pt>
                <c:pt idx="69">
                  <c:v>45009</c:v>
                </c:pt>
                <c:pt idx="70">
                  <c:v>45010</c:v>
                </c:pt>
                <c:pt idx="71">
                  <c:v>45011</c:v>
                </c:pt>
                <c:pt idx="72">
                  <c:v>45012</c:v>
                </c:pt>
                <c:pt idx="73">
                  <c:v>45013</c:v>
                </c:pt>
                <c:pt idx="74">
                  <c:v>45014</c:v>
                </c:pt>
                <c:pt idx="75">
                  <c:v>45015</c:v>
                </c:pt>
                <c:pt idx="76">
                  <c:v>45016</c:v>
                </c:pt>
                <c:pt idx="77">
                  <c:v>45017</c:v>
                </c:pt>
                <c:pt idx="78">
                  <c:v>45018</c:v>
                </c:pt>
                <c:pt idx="79">
                  <c:v>45019</c:v>
                </c:pt>
                <c:pt idx="80">
                  <c:v>45020</c:v>
                </c:pt>
                <c:pt idx="81">
                  <c:v>45021</c:v>
                </c:pt>
                <c:pt idx="82">
                  <c:v>45022</c:v>
                </c:pt>
                <c:pt idx="83">
                  <c:v>45023</c:v>
                </c:pt>
                <c:pt idx="84">
                  <c:v>45024</c:v>
                </c:pt>
                <c:pt idx="85">
                  <c:v>45025</c:v>
                </c:pt>
                <c:pt idx="86">
                  <c:v>45026</c:v>
                </c:pt>
                <c:pt idx="87">
                  <c:v>45027</c:v>
                </c:pt>
                <c:pt idx="88">
                  <c:v>45028</c:v>
                </c:pt>
                <c:pt idx="89">
                  <c:v>45029</c:v>
                </c:pt>
                <c:pt idx="90">
                  <c:v>45030</c:v>
                </c:pt>
                <c:pt idx="91">
                  <c:v>45032</c:v>
                </c:pt>
                <c:pt idx="92">
                  <c:v>45033</c:v>
                </c:pt>
                <c:pt idx="93">
                  <c:v>45034</c:v>
                </c:pt>
                <c:pt idx="94">
                  <c:v>45035</c:v>
                </c:pt>
                <c:pt idx="95">
                  <c:v>45036</c:v>
                </c:pt>
                <c:pt idx="96">
                  <c:v>45037</c:v>
                </c:pt>
                <c:pt idx="97">
                  <c:v>45038</c:v>
                </c:pt>
                <c:pt idx="98">
                  <c:v>45039</c:v>
                </c:pt>
                <c:pt idx="99">
                  <c:v>45040</c:v>
                </c:pt>
                <c:pt idx="100">
                  <c:v>45041</c:v>
                </c:pt>
                <c:pt idx="101">
                  <c:v>45042</c:v>
                </c:pt>
                <c:pt idx="102">
                  <c:v>45043</c:v>
                </c:pt>
                <c:pt idx="103">
                  <c:v>45044</c:v>
                </c:pt>
                <c:pt idx="104">
                  <c:v>45045</c:v>
                </c:pt>
                <c:pt idx="105">
                  <c:v>45046</c:v>
                </c:pt>
                <c:pt idx="106">
                  <c:v>45047</c:v>
                </c:pt>
                <c:pt idx="107">
                  <c:v>45048</c:v>
                </c:pt>
                <c:pt idx="108">
                  <c:v>45049</c:v>
                </c:pt>
                <c:pt idx="109">
                  <c:v>45050</c:v>
                </c:pt>
                <c:pt idx="110">
                  <c:v>45051</c:v>
                </c:pt>
                <c:pt idx="111">
                  <c:v>45052</c:v>
                </c:pt>
                <c:pt idx="112">
                  <c:v>45053</c:v>
                </c:pt>
                <c:pt idx="113">
                  <c:v>45054</c:v>
                </c:pt>
                <c:pt idx="114">
                  <c:v>45055</c:v>
                </c:pt>
                <c:pt idx="115">
                  <c:v>45056</c:v>
                </c:pt>
                <c:pt idx="116">
                  <c:v>45057</c:v>
                </c:pt>
                <c:pt idx="117">
                  <c:v>45058</c:v>
                </c:pt>
                <c:pt idx="118">
                  <c:v>45059</c:v>
                </c:pt>
                <c:pt idx="119">
                  <c:v>45060</c:v>
                </c:pt>
                <c:pt idx="120">
                  <c:v>45061</c:v>
                </c:pt>
                <c:pt idx="121">
                  <c:v>45062</c:v>
                </c:pt>
                <c:pt idx="122">
                  <c:v>45063</c:v>
                </c:pt>
                <c:pt idx="123">
                  <c:v>45064</c:v>
                </c:pt>
                <c:pt idx="124">
                  <c:v>45065</c:v>
                </c:pt>
                <c:pt idx="125">
                  <c:v>45066</c:v>
                </c:pt>
                <c:pt idx="126">
                  <c:v>45067</c:v>
                </c:pt>
                <c:pt idx="127">
                  <c:v>45068</c:v>
                </c:pt>
                <c:pt idx="128">
                  <c:v>45069</c:v>
                </c:pt>
                <c:pt idx="129">
                  <c:v>45070</c:v>
                </c:pt>
                <c:pt idx="130">
                  <c:v>45071</c:v>
                </c:pt>
                <c:pt idx="131">
                  <c:v>45072</c:v>
                </c:pt>
                <c:pt idx="132">
                  <c:v>45073</c:v>
                </c:pt>
                <c:pt idx="133">
                  <c:v>45074</c:v>
                </c:pt>
                <c:pt idx="134">
                  <c:v>45075</c:v>
                </c:pt>
                <c:pt idx="135">
                  <c:v>45076</c:v>
                </c:pt>
                <c:pt idx="136">
                  <c:v>45077</c:v>
                </c:pt>
                <c:pt idx="137">
                  <c:v>45078</c:v>
                </c:pt>
                <c:pt idx="138">
                  <c:v>45079</c:v>
                </c:pt>
                <c:pt idx="139">
                  <c:v>45080</c:v>
                </c:pt>
                <c:pt idx="140">
                  <c:v>45081</c:v>
                </c:pt>
                <c:pt idx="141">
                  <c:v>45082</c:v>
                </c:pt>
                <c:pt idx="142">
                  <c:v>45083</c:v>
                </c:pt>
                <c:pt idx="143">
                  <c:v>45084</c:v>
                </c:pt>
                <c:pt idx="144">
                  <c:v>45085</c:v>
                </c:pt>
                <c:pt idx="145">
                  <c:v>45086</c:v>
                </c:pt>
                <c:pt idx="146">
                  <c:v>45087</c:v>
                </c:pt>
                <c:pt idx="147">
                  <c:v>45088</c:v>
                </c:pt>
                <c:pt idx="148">
                  <c:v>45089</c:v>
                </c:pt>
                <c:pt idx="149">
                  <c:v>45090</c:v>
                </c:pt>
                <c:pt idx="150">
                  <c:v>45091</c:v>
                </c:pt>
                <c:pt idx="151">
                  <c:v>45092</c:v>
                </c:pt>
                <c:pt idx="152">
                  <c:v>45093</c:v>
                </c:pt>
                <c:pt idx="153">
                  <c:v>45094</c:v>
                </c:pt>
                <c:pt idx="154">
                  <c:v>45095</c:v>
                </c:pt>
                <c:pt idx="155">
                  <c:v>45096</c:v>
                </c:pt>
                <c:pt idx="156">
                  <c:v>45097</c:v>
                </c:pt>
                <c:pt idx="157">
                  <c:v>45098</c:v>
                </c:pt>
                <c:pt idx="158">
                  <c:v>45099</c:v>
                </c:pt>
                <c:pt idx="159">
                  <c:v>45100</c:v>
                </c:pt>
                <c:pt idx="160">
                  <c:v>45101</c:v>
                </c:pt>
                <c:pt idx="161">
                  <c:v>45102</c:v>
                </c:pt>
                <c:pt idx="162">
                  <c:v>45103</c:v>
                </c:pt>
                <c:pt idx="163">
                  <c:v>45104</c:v>
                </c:pt>
                <c:pt idx="164">
                  <c:v>45105</c:v>
                </c:pt>
                <c:pt idx="165">
                  <c:v>45106</c:v>
                </c:pt>
                <c:pt idx="166">
                  <c:v>45107</c:v>
                </c:pt>
                <c:pt idx="167">
                  <c:v>45108</c:v>
                </c:pt>
                <c:pt idx="168">
                  <c:v>45109</c:v>
                </c:pt>
                <c:pt idx="169">
                  <c:v>45110</c:v>
                </c:pt>
                <c:pt idx="170">
                  <c:v>45111</c:v>
                </c:pt>
                <c:pt idx="171">
                  <c:v>45112</c:v>
                </c:pt>
                <c:pt idx="172">
                  <c:v>45113</c:v>
                </c:pt>
                <c:pt idx="173">
                  <c:v>45114</c:v>
                </c:pt>
                <c:pt idx="174">
                  <c:v>45115</c:v>
                </c:pt>
                <c:pt idx="175">
                  <c:v>45116</c:v>
                </c:pt>
                <c:pt idx="176">
                  <c:v>45117</c:v>
                </c:pt>
                <c:pt idx="177">
                  <c:v>45118</c:v>
                </c:pt>
                <c:pt idx="178">
                  <c:v>45119</c:v>
                </c:pt>
                <c:pt idx="179">
                  <c:v>45120</c:v>
                </c:pt>
                <c:pt idx="180">
                  <c:v>45121</c:v>
                </c:pt>
                <c:pt idx="181">
                  <c:v>45122</c:v>
                </c:pt>
                <c:pt idx="182">
                  <c:v>45123</c:v>
                </c:pt>
                <c:pt idx="183">
                  <c:v>45124</c:v>
                </c:pt>
                <c:pt idx="184">
                  <c:v>45125</c:v>
                </c:pt>
                <c:pt idx="185">
                  <c:v>45126</c:v>
                </c:pt>
                <c:pt idx="186">
                  <c:v>45127</c:v>
                </c:pt>
                <c:pt idx="187">
                  <c:v>45128</c:v>
                </c:pt>
                <c:pt idx="188">
                  <c:v>45129</c:v>
                </c:pt>
                <c:pt idx="189">
                  <c:v>45130</c:v>
                </c:pt>
                <c:pt idx="190">
                  <c:v>45131</c:v>
                </c:pt>
                <c:pt idx="191">
                  <c:v>45132</c:v>
                </c:pt>
                <c:pt idx="192">
                  <c:v>45133</c:v>
                </c:pt>
                <c:pt idx="193">
                  <c:v>45134</c:v>
                </c:pt>
                <c:pt idx="194">
                  <c:v>45135</c:v>
                </c:pt>
                <c:pt idx="195">
                  <c:v>45157</c:v>
                </c:pt>
                <c:pt idx="196">
                  <c:v>45158</c:v>
                </c:pt>
                <c:pt idx="197">
                  <c:v>45159</c:v>
                </c:pt>
                <c:pt idx="198">
                  <c:v>45160</c:v>
                </c:pt>
                <c:pt idx="199">
                  <c:v>45161</c:v>
                </c:pt>
                <c:pt idx="200">
                  <c:v>45162</c:v>
                </c:pt>
                <c:pt idx="201">
                  <c:v>45163</c:v>
                </c:pt>
                <c:pt idx="202">
                  <c:v>45164</c:v>
                </c:pt>
                <c:pt idx="203">
                  <c:v>45165</c:v>
                </c:pt>
                <c:pt idx="204">
                  <c:v>45166</c:v>
                </c:pt>
                <c:pt idx="205">
                  <c:v>45167</c:v>
                </c:pt>
                <c:pt idx="206">
                  <c:v>45168</c:v>
                </c:pt>
                <c:pt idx="207">
                  <c:v>45169</c:v>
                </c:pt>
                <c:pt idx="208">
                  <c:v>45172</c:v>
                </c:pt>
                <c:pt idx="209">
                  <c:v>45173</c:v>
                </c:pt>
                <c:pt idx="210">
                  <c:v>45174</c:v>
                </c:pt>
                <c:pt idx="211">
                  <c:v>45175</c:v>
                </c:pt>
                <c:pt idx="212">
                  <c:v>45176</c:v>
                </c:pt>
                <c:pt idx="213">
                  <c:v>45177</c:v>
                </c:pt>
                <c:pt idx="214">
                  <c:v>45178</c:v>
                </c:pt>
                <c:pt idx="215">
                  <c:v>45179</c:v>
                </c:pt>
                <c:pt idx="216">
                  <c:v>45180</c:v>
                </c:pt>
                <c:pt idx="217">
                  <c:v>45181</c:v>
                </c:pt>
                <c:pt idx="218">
                  <c:v>45182</c:v>
                </c:pt>
                <c:pt idx="219">
                  <c:v>45183</c:v>
                </c:pt>
                <c:pt idx="220">
                  <c:v>45184</c:v>
                </c:pt>
                <c:pt idx="221">
                  <c:v>45185</c:v>
                </c:pt>
                <c:pt idx="222">
                  <c:v>45186</c:v>
                </c:pt>
                <c:pt idx="223">
                  <c:v>45187</c:v>
                </c:pt>
                <c:pt idx="224">
                  <c:v>45188</c:v>
                </c:pt>
                <c:pt idx="225">
                  <c:v>45189</c:v>
                </c:pt>
                <c:pt idx="226">
                  <c:v>45190</c:v>
                </c:pt>
                <c:pt idx="227">
                  <c:v>45191</c:v>
                </c:pt>
                <c:pt idx="228">
                  <c:v>45192</c:v>
                </c:pt>
                <c:pt idx="229">
                  <c:v>45193</c:v>
                </c:pt>
                <c:pt idx="230">
                  <c:v>45194</c:v>
                </c:pt>
                <c:pt idx="231">
                  <c:v>45195</c:v>
                </c:pt>
                <c:pt idx="232">
                  <c:v>45196</c:v>
                </c:pt>
                <c:pt idx="233">
                  <c:v>45197</c:v>
                </c:pt>
                <c:pt idx="234">
                  <c:v>45198</c:v>
                </c:pt>
                <c:pt idx="235">
                  <c:v>45199</c:v>
                </c:pt>
                <c:pt idx="236">
                  <c:v>45200</c:v>
                </c:pt>
                <c:pt idx="237">
                  <c:v>45201</c:v>
                </c:pt>
                <c:pt idx="238">
                  <c:v>45202</c:v>
                </c:pt>
                <c:pt idx="239">
                  <c:v>45203</c:v>
                </c:pt>
                <c:pt idx="240">
                  <c:v>45204</c:v>
                </c:pt>
                <c:pt idx="241">
                  <c:v>45205</c:v>
                </c:pt>
                <c:pt idx="242">
                  <c:v>45206</c:v>
                </c:pt>
                <c:pt idx="243">
                  <c:v>45207</c:v>
                </c:pt>
                <c:pt idx="244">
                  <c:v>45208</c:v>
                </c:pt>
                <c:pt idx="245">
                  <c:v>45209</c:v>
                </c:pt>
                <c:pt idx="246">
                  <c:v>45210</c:v>
                </c:pt>
                <c:pt idx="247">
                  <c:v>45211</c:v>
                </c:pt>
                <c:pt idx="248">
                  <c:v>45212</c:v>
                </c:pt>
                <c:pt idx="249">
                  <c:v>45213</c:v>
                </c:pt>
                <c:pt idx="250">
                  <c:v>45214</c:v>
                </c:pt>
                <c:pt idx="251">
                  <c:v>45215</c:v>
                </c:pt>
                <c:pt idx="252">
                  <c:v>45216</c:v>
                </c:pt>
                <c:pt idx="253">
                  <c:v>45217</c:v>
                </c:pt>
                <c:pt idx="254">
                  <c:v>45218</c:v>
                </c:pt>
                <c:pt idx="255">
                  <c:v>45219</c:v>
                </c:pt>
                <c:pt idx="256">
                  <c:v>45220</c:v>
                </c:pt>
                <c:pt idx="257">
                  <c:v>45221</c:v>
                </c:pt>
                <c:pt idx="258">
                  <c:v>45222</c:v>
                </c:pt>
                <c:pt idx="259">
                  <c:v>45223</c:v>
                </c:pt>
                <c:pt idx="260">
                  <c:v>45224</c:v>
                </c:pt>
                <c:pt idx="261">
                  <c:v>45225</c:v>
                </c:pt>
                <c:pt idx="262">
                  <c:v>45226</c:v>
                </c:pt>
                <c:pt idx="263">
                  <c:v>45227</c:v>
                </c:pt>
                <c:pt idx="264">
                  <c:v>45228</c:v>
                </c:pt>
                <c:pt idx="265">
                  <c:v>45229</c:v>
                </c:pt>
                <c:pt idx="266">
                  <c:v>45230</c:v>
                </c:pt>
                <c:pt idx="267">
                  <c:v>45231</c:v>
                </c:pt>
                <c:pt idx="268">
                  <c:v>45232</c:v>
                </c:pt>
                <c:pt idx="269">
                  <c:v>45233</c:v>
                </c:pt>
                <c:pt idx="270">
                  <c:v>45234</c:v>
                </c:pt>
                <c:pt idx="271">
                  <c:v>45235</c:v>
                </c:pt>
                <c:pt idx="272">
                  <c:v>45236</c:v>
                </c:pt>
                <c:pt idx="273">
                  <c:v>45237</c:v>
                </c:pt>
                <c:pt idx="274">
                  <c:v>45238</c:v>
                </c:pt>
                <c:pt idx="275">
                  <c:v>45239</c:v>
                </c:pt>
                <c:pt idx="276">
                  <c:v>45240</c:v>
                </c:pt>
                <c:pt idx="277">
                  <c:v>45241</c:v>
                </c:pt>
                <c:pt idx="278">
                  <c:v>45242</c:v>
                </c:pt>
                <c:pt idx="279">
                  <c:v>45243</c:v>
                </c:pt>
                <c:pt idx="280">
                  <c:v>45244</c:v>
                </c:pt>
                <c:pt idx="281">
                  <c:v>45245</c:v>
                </c:pt>
                <c:pt idx="282">
                  <c:v>45246</c:v>
                </c:pt>
                <c:pt idx="283">
                  <c:v>45247</c:v>
                </c:pt>
                <c:pt idx="284">
                  <c:v>45248</c:v>
                </c:pt>
                <c:pt idx="285">
                  <c:v>45251</c:v>
                </c:pt>
                <c:pt idx="286">
                  <c:v>45252</c:v>
                </c:pt>
                <c:pt idx="287">
                  <c:v>45253</c:v>
                </c:pt>
                <c:pt idx="288">
                  <c:v>45254</c:v>
                </c:pt>
                <c:pt idx="289">
                  <c:v>45255</c:v>
                </c:pt>
                <c:pt idx="290">
                  <c:v>45256</c:v>
                </c:pt>
                <c:pt idx="291">
                  <c:v>45257</c:v>
                </c:pt>
                <c:pt idx="292">
                  <c:v>45258</c:v>
                </c:pt>
                <c:pt idx="293">
                  <c:v>45259</c:v>
                </c:pt>
                <c:pt idx="294">
                  <c:v>45260</c:v>
                </c:pt>
                <c:pt idx="295">
                  <c:v>45261</c:v>
                </c:pt>
                <c:pt idx="296">
                  <c:v>45262</c:v>
                </c:pt>
                <c:pt idx="297">
                  <c:v>45263</c:v>
                </c:pt>
                <c:pt idx="298">
                  <c:v>45264</c:v>
                </c:pt>
                <c:pt idx="299">
                  <c:v>45265</c:v>
                </c:pt>
                <c:pt idx="300">
                  <c:v>45268</c:v>
                </c:pt>
                <c:pt idx="301">
                  <c:v>45269</c:v>
                </c:pt>
                <c:pt idx="302">
                  <c:v>45270</c:v>
                </c:pt>
                <c:pt idx="303">
                  <c:v>45271</c:v>
                </c:pt>
                <c:pt idx="304">
                  <c:v>45272</c:v>
                </c:pt>
                <c:pt idx="305">
                  <c:v>45273</c:v>
                </c:pt>
                <c:pt idx="306">
                  <c:v>45274</c:v>
                </c:pt>
                <c:pt idx="307">
                  <c:v>45275</c:v>
                </c:pt>
                <c:pt idx="308">
                  <c:v>45276</c:v>
                </c:pt>
                <c:pt idx="309">
                  <c:v>45277</c:v>
                </c:pt>
                <c:pt idx="310">
                  <c:v>45278</c:v>
                </c:pt>
                <c:pt idx="311">
                  <c:v>45279</c:v>
                </c:pt>
                <c:pt idx="312">
                  <c:v>45280</c:v>
                </c:pt>
                <c:pt idx="313">
                  <c:v>45281</c:v>
                </c:pt>
                <c:pt idx="314">
                  <c:v>45282</c:v>
                </c:pt>
                <c:pt idx="315">
                  <c:v>45283</c:v>
                </c:pt>
                <c:pt idx="316">
                  <c:v>45284</c:v>
                </c:pt>
                <c:pt idx="317">
                  <c:v>45285</c:v>
                </c:pt>
                <c:pt idx="318">
                  <c:v>45286</c:v>
                </c:pt>
                <c:pt idx="319">
                  <c:v>45287</c:v>
                </c:pt>
                <c:pt idx="320">
                  <c:v>45288</c:v>
                </c:pt>
                <c:pt idx="321">
                  <c:v>45289</c:v>
                </c:pt>
                <c:pt idx="322">
                  <c:v>45290</c:v>
                </c:pt>
                <c:pt idx="323">
                  <c:v>45291</c:v>
                </c:pt>
                <c:pt idx="324">
                  <c:v>45292</c:v>
                </c:pt>
                <c:pt idx="325">
                  <c:v>45293</c:v>
                </c:pt>
                <c:pt idx="326">
                  <c:v>45294</c:v>
                </c:pt>
                <c:pt idx="327">
                  <c:v>45295</c:v>
                </c:pt>
                <c:pt idx="328">
                  <c:v>45296</c:v>
                </c:pt>
                <c:pt idx="329">
                  <c:v>45297</c:v>
                </c:pt>
                <c:pt idx="330">
                  <c:v>45298</c:v>
                </c:pt>
                <c:pt idx="331">
                  <c:v>45299</c:v>
                </c:pt>
                <c:pt idx="332">
                  <c:v>45300</c:v>
                </c:pt>
                <c:pt idx="333">
                  <c:v>45301</c:v>
                </c:pt>
                <c:pt idx="334">
                  <c:v>45302</c:v>
                </c:pt>
                <c:pt idx="335">
                  <c:v>45303</c:v>
                </c:pt>
                <c:pt idx="336">
                  <c:v>45304</c:v>
                </c:pt>
                <c:pt idx="337">
                  <c:v>45305</c:v>
                </c:pt>
                <c:pt idx="338">
                  <c:v>45306</c:v>
                </c:pt>
                <c:pt idx="339">
                  <c:v>45307</c:v>
                </c:pt>
                <c:pt idx="340">
                  <c:v>45308</c:v>
                </c:pt>
                <c:pt idx="341">
                  <c:v>45309</c:v>
                </c:pt>
                <c:pt idx="342">
                  <c:v>45310</c:v>
                </c:pt>
                <c:pt idx="343">
                  <c:v>45311</c:v>
                </c:pt>
                <c:pt idx="344">
                  <c:v>45312</c:v>
                </c:pt>
                <c:pt idx="345">
                  <c:v>45313</c:v>
                </c:pt>
                <c:pt idx="346">
                  <c:v>45314</c:v>
                </c:pt>
                <c:pt idx="347">
                  <c:v>45315</c:v>
                </c:pt>
                <c:pt idx="348">
                  <c:v>45316</c:v>
                </c:pt>
                <c:pt idx="349">
                  <c:v>45317</c:v>
                </c:pt>
                <c:pt idx="350">
                  <c:v>45318</c:v>
                </c:pt>
                <c:pt idx="351">
                  <c:v>45319</c:v>
                </c:pt>
                <c:pt idx="352">
                  <c:v>45320</c:v>
                </c:pt>
                <c:pt idx="353">
                  <c:v>45321</c:v>
                </c:pt>
                <c:pt idx="354">
                  <c:v>45322</c:v>
                </c:pt>
                <c:pt idx="355">
                  <c:v>45323</c:v>
                </c:pt>
                <c:pt idx="356">
                  <c:v>45324</c:v>
                </c:pt>
                <c:pt idx="357">
                  <c:v>45325</c:v>
                </c:pt>
                <c:pt idx="358">
                  <c:v>45326</c:v>
                </c:pt>
                <c:pt idx="359">
                  <c:v>45327</c:v>
                </c:pt>
                <c:pt idx="360">
                  <c:v>45328</c:v>
                </c:pt>
                <c:pt idx="361">
                  <c:v>45329</c:v>
                </c:pt>
                <c:pt idx="362">
                  <c:v>45330</c:v>
                </c:pt>
                <c:pt idx="363">
                  <c:v>45331</c:v>
                </c:pt>
                <c:pt idx="364">
                  <c:v>45332</c:v>
                </c:pt>
                <c:pt idx="365">
                  <c:v>45333</c:v>
                </c:pt>
                <c:pt idx="366">
                  <c:v>45334</c:v>
                </c:pt>
                <c:pt idx="367">
                  <c:v>45335</c:v>
                </c:pt>
                <c:pt idx="368">
                  <c:v>45336</c:v>
                </c:pt>
                <c:pt idx="369">
                  <c:v>45337</c:v>
                </c:pt>
                <c:pt idx="370">
                  <c:v>45338</c:v>
                </c:pt>
                <c:pt idx="371">
                  <c:v>45339</c:v>
                </c:pt>
                <c:pt idx="372">
                  <c:v>45340</c:v>
                </c:pt>
                <c:pt idx="373">
                  <c:v>45341</c:v>
                </c:pt>
                <c:pt idx="374">
                  <c:v>45342</c:v>
                </c:pt>
                <c:pt idx="375">
                  <c:v>45343</c:v>
                </c:pt>
                <c:pt idx="376">
                  <c:v>45344</c:v>
                </c:pt>
                <c:pt idx="377">
                  <c:v>45345</c:v>
                </c:pt>
                <c:pt idx="378">
                  <c:v>45346</c:v>
                </c:pt>
                <c:pt idx="379">
                  <c:v>45347</c:v>
                </c:pt>
                <c:pt idx="380">
                  <c:v>45348</c:v>
                </c:pt>
                <c:pt idx="381">
                  <c:v>45349</c:v>
                </c:pt>
                <c:pt idx="382">
                  <c:v>45350</c:v>
                </c:pt>
                <c:pt idx="383">
                  <c:v>45351</c:v>
                </c:pt>
                <c:pt idx="384">
                  <c:v>45352</c:v>
                </c:pt>
                <c:pt idx="385">
                  <c:v>45353</c:v>
                </c:pt>
                <c:pt idx="386">
                  <c:v>45354</c:v>
                </c:pt>
                <c:pt idx="387">
                  <c:v>45355</c:v>
                </c:pt>
                <c:pt idx="388">
                  <c:v>45356</c:v>
                </c:pt>
                <c:pt idx="389">
                  <c:v>45357</c:v>
                </c:pt>
                <c:pt idx="390">
                  <c:v>45358</c:v>
                </c:pt>
                <c:pt idx="391">
                  <c:v>45359</c:v>
                </c:pt>
                <c:pt idx="392">
                  <c:v>45360</c:v>
                </c:pt>
                <c:pt idx="393">
                  <c:v>45361</c:v>
                </c:pt>
                <c:pt idx="394">
                  <c:v>45362</c:v>
                </c:pt>
                <c:pt idx="395">
                  <c:v>45363</c:v>
                </c:pt>
                <c:pt idx="396">
                  <c:v>45364</c:v>
                </c:pt>
                <c:pt idx="397">
                  <c:v>45365</c:v>
                </c:pt>
                <c:pt idx="398">
                  <c:v>45366</c:v>
                </c:pt>
                <c:pt idx="399">
                  <c:v>45367</c:v>
                </c:pt>
                <c:pt idx="400">
                  <c:v>45368</c:v>
                </c:pt>
                <c:pt idx="401">
                  <c:v>45369</c:v>
                </c:pt>
                <c:pt idx="402">
                  <c:v>45370</c:v>
                </c:pt>
                <c:pt idx="403">
                  <c:v>45371</c:v>
                </c:pt>
                <c:pt idx="404">
                  <c:v>45372</c:v>
                </c:pt>
                <c:pt idx="405">
                  <c:v>45373</c:v>
                </c:pt>
                <c:pt idx="406">
                  <c:v>45374</c:v>
                </c:pt>
                <c:pt idx="407">
                  <c:v>45375</c:v>
                </c:pt>
                <c:pt idx="408">
                  <c:v>45376</c:v>
                </c:pt>
                <c:pt idx="409">
                  <c:v>45377</c:v>
                </c:pt>
                <c:pt idx="410">
                  <c:v>45378</c:v>
                </c:pt>
                <c:pt idx="411">
                  <c:v>45379</c:v>
                </c:pt>
                <c:pt idx="412">
                  <c:v>45380</c:v>
                </c:pt>
                <c:pt idx="413">
                  <c:v>45381</c:v>
                </c:pt>
                <c:pt idx="414">
                  <c:v>45382</c:v>
                </c:pt>
                <c:pt idx="415">
                  <c:v>45383</c:v>
                </c:pt>
                <c:pt idx="416">
                  <c:v>45384</c:v>
                </c:pt>
                <c:pt idx="417">
                  <c:v>45385</c:v>
                </c:pt>
                <c:pt idx="418">
                  <c:v>45386</c:v>
                </c:pt>
                <c:pt idx="419">
                  <c:v>45387</c:v>
                </c:pt>
                <c:pt idx="420">
                  <c:v>45388</c:v>
                </c:pt>
                <c:pt idx="421">
                  <c:v>45389</c:v>
                </c:pt>
                <c:pt idx="422">
                  <c:v>45390</c:v>
                </c:pt>
                <c:pt idx="423">
                  <c:v>45391</c:v>
                </c:pt>
                <c:pt idx="424">
                  <c:v>45392</c:v>
                </c:pt>
                <c:pt idx="425">
                  <c:v>45393</c:v>
                </c:pt>
                <c:pt idx="426">
                  <c:v>45394</c:v>
                </c:pt>
                <c:pt idx="427">
                  <c:v>45395</c:v>
                </c:pt>
                <c:pt idx="428">
                  <c:v>45396</c:v>
                </c:pt>
                <c:pt idx="429">
                  <c:v>45397</c:v>
                </c:pt>
                <c:pt idx="430">
                  <c:v>45398</c:v>
                </c:pt>
                <c:pt idx="431">
                  <c:v>45399</c:v>
                </c:pt>
                <c:pt idx="432">
                  <c:v>45400</c:v>
                </c:pt>
                <c:pt idx="433">
                  <c:v>45401</c:v>
                </c:pt>
                <c:pt idx="434">
                  <c:v>45402</c:v>
                </c:pt>
                <c:pt idx="435">
                  <c:v>45403</c:v>
                </c:pt>
                <c:pt idx="436">
                  <c:v>45404</c:v>
                </c:pt>
                <c:pt idx="437">
                  <c:v>45405</c:v>
                </c:pt>
                <c:pt idx="438">
                  <c:v>45406</c:v>
                </c:pt>
                <c:pt idx="439">
                  <c:v>45407</c:v>
                </c:pt>
                <c:pt idx="440">
                  <c:v>45408</c:v>
                </c:pt>
                <c:pt idx="441">
                  <c:v>45409</c:v>
                </c:pt>
                <c:pt idx="442">
                  <c:v>45410</c:v>
                </c:pt>
                <c:pt idx="443">
                  <c:v>45411</c:v>
                </c:pt>
                <c:pt idx="444">
                  <c:v>45412</c:v>
                </c:pt>
                <c:pt idx="445">
                  <c:v>45413</c:v>
                </c:pt>
                <c:pt idx="446">
                  <c:v>45414</c:v>
                </c:pt>
                <c:pt idx="447">
                  <c:v>45415</c:v>
                </c:pt>
                <c:pt idx="448">
                  <c:v>45416</c:v>
                </c:pt>
                <c:pt idx="449">
                  <c:v>45417</c:v>
                </c:pt>
                <c:pt idx="450">
                  <c:v>45418</c:v>
                </c:pt>
                <c:pt idx="451">
                  <c:v>45419</c:v>
                </c:pt>
                <c:pt idx="452">
                  <c:v>45420</c:v>
                </c:pt>
                <c:pt idx="453">
                  <c:v>45421</c:v>
                </c:pt>
                <c:pt idx="454">
                  <c:v>45422</c:v>
                </c:pt>
                <c:pt idx="455">
                  <c:v>45423</c:v>
                </c:pt>
                <c:pt idx="456">
                  <c:v>45424</c:v>
                </c:pt>
                <c:pt idx="457">
                  <c:v>45425</c:v>
                </c:pt>
                <c:pt idx="458">
                  <c:v>45426</c:v>
                </c:pt>
                <c:pt idx="459">
                  <c:v>45427</c:v>
                </c:pt>
                <c:pt idx="460">
                  <c:v>45428</c:v>
                </c:pt>
                <c:pt idx="461">
                  <c:v>45429</c:v>
                </c:pt>
                <c:pt idx="462">
                  <c:v>45430</c:v>
                </c:pt>
                <c:pt idx="463">
                  <c:v>45431</c:v>
                </c:pt>
                <c:pt idx="464">
                  <c:v>45432</c:v>
                </c:pt>
                <c:pt idx="465">
                  <c:v>45433</c:v>
                </c:pt>
                <c:pt idx="466">
                  <c:v>45434</c:v>
                </c:pt>
                <c:pt idx="467">
                  <c:v>45435</c:v>
                </c:pt>
                <c:pt idx="468">
                  <c:v>45436</c:v>
                </c:pt>
                <c:pt idx="469">
                  <c:v>45437</c:v>
                </c:pt>
                <c:pt idx="470">
                  <c:v>45438</c:v>
                </c:pt>
                <c:pt idx="471">
                  <c:v>45439</c:v>
                </c:pt>
                <c:pt idx="472">
                  <c:v>45440</c:v>
                </c:pt>
                <c:pt idx="473">
                  <c:v>45441</c:v>
                </c:pt>
                <c:pt idx="474">
                  <c:v>45442</c:v>
                </c:pt>
                <c:pt idx="475">
                  <c:v>45443</c:v>
                </c:pt>
                <c:pt idx="476">
                  <c:v>45444</c:v>
                </c:pt>
                <c:pt idx="477">
                  <c:v>45445</c:v>
                </c:pt>
                <c:pt idx="478">
                  <c:v>45446</c:v>
                </c:pt>
                <c:pt idx="479">
                  <c:v>45447</c:v>
                </c:pt>
                <c:pt idx="480">
                  <c:v>45448</c:v>
                </c:pt>
                <c:pt idx="481">
                  <c:v>45449</c:v>
                </c:pt>
                <c:pt idx="482">
                  <c:v>45450</c:v>
                </c:pt>
                <c:pt idx="483">
                  <c:v>45451</c:v>
                </c:pt>
                <c:pt idx="484">
                  <c:v>45452</c:v>
                </c:pt>
                <c:pt idx="485">
                  <c:v>45453</c:v>
                </c:pt>
                <c:pt idx="486">
                  <c:v>45454</c:v>
                </c:pt>
                <c:pt idx="487">
                  <c:v>45455</c:v>
                </c:pt>
                <c:pt idx="488">
                  <c:v>45456</c:v>
                </c:pt>
                <c:pt idx="489">
                  <c:v>45457</c:v>
                </c:pt>
                <c:pt idx="490">
                  <c:v>45458</c:v>
                </c:pt>
                <c:pt idx="491">
                  <c:v>45459</c:v>
                </c:pt>
                <c:pt idx="492">
                  <c:v>45460</c:v>
                </c:pt>
                <c:pt idx="493">
                  <c:v>45461</c:v>
                </c:pt>
                <c:pt idx="494">
                  <c:v>45462</c:v>
                </c:pt>
                <c:pt idx="495">
                  <c:v>45463</c:v>
                </c:pt>
                <c:pt idx="496">
                  <c:v>45464</c:v>
                </c:pt>
                <c:pt idx="497">
                  <c:v>45465</c:v>
                </c:pt>
                <c:pt idx="498">
                  <c:v>45466</c:v>
                </c:pt>
                <c:pt idx="499">
                  <c:v>45467</c:v>
                </c:pt>
                <c:pt idx="500">
                  <c:v>45468</c:v>
                </c:pt>
                <c:pt idx="501">
                  <c:v>45471</c:v>
                </c:pt>
                <c:pt idx="502">
                  <c:v>45472</c:v>
                </c:pt>
                <c:pt idx="503">
                  <c:v>45473</c:v>
                </c:pt>
                <c:pt idx="504">
                  <c:v>45474</c:v>
                </c:pt>
                <c:pt idx="505">
                  <c:v>45475</c:v>
                </c:pt>
                <c:pt idx="506">
                  <c:v>45476</c:v>
                </c:pt>
                <c:pt idx="507">
                  <c:v>45477</c:v>
                </c:pt>
                <c:pt idx="508">
                  <c:v>45478</c:v>
                </c:pt>
                <c:pt idx="509">
                  <c:v>45479</c:v>
                </c:pt>
                <c:pt idx="510">
                  <c:v>45480</c:v>
                </c:pt>
                <c:pt idx="511">
                  <c:v>45481</c:v>
                </c:pt>
                <c:pt idx="512">
                  <c:v>45482</c:v>
                </c:pt>
                <c:pt idx="513">
                  <c:v>45483</c:v>
                </c:pt>
                <c:pt idx="514">
                  <c:v>45484</c:v>
                </c:pt>
                <c:pt idx="515">
                  <c:v>45485</c:v>
                </c:pt>
                <c:pt idx="516">
                  <c:v>45486</c:v>
                </c:pt>
                <c:pt idx="517">
                  <c:v>45487</c:v>
                </c:pt>
                <c:pt idx="518">
                  <c:v>45488</c:v>
                </c:pt>
                <c:pt idx="519">
                  <c:v>45489</c:v>
                </c:pt>
                <c:pt idx="520">
                  <c:v>45490</c:v>
                </c:pt>
                <c:pt idx="521">
                  <c:v>45491</c:v>
                </c:pt>
                <c:pt idx="522">
                  <c:v>45492</c:v>
                </c:pt>
                <c:pt idx="523">
                  <c:v>45493</c:v>
                </c:pt>
                <c:pt idx="524">
                  <c:v>45494</c:v>
                </c:pt>
                <c:pt idx="525">
                  <c:v>45495</c:v>
                </c:pt>
                <c:pt idx="526">
                  <c:v>45496</c:v>
                </c:pt>
                <c:pt idx="527">
                  <c:v>45497</c:v>
                </c:pt>
                <c:pt idx="528">
                  <c:v>45498</c:v>
                </c:pt>
                <c:pt idx="529">
                  <c:v>45499</c:v>
                </c:pt>
                <c:pt idx="530">
                  <c:v>45500</c:v>
                </c:pt>
                <c:pt idx="531">
                  <c:v>45501</c:v>
                </c:pt>
                <c:pt idx="532">
                  <c:v>45502</c:v>
                </c:pt>
                <c:pt idx="533">
                  <c:v>45503</c:v>
                </c:pt>
                <c:pt idx="534">
                  <c:v>45504</c:v>
                </c:pt>
                <c:pt idx="535">
                  <c:v>45505</c:v>
                </c:pt>
                <c:pt idx="536">
                  <c:v>45506</c:v>
                </c:pt>
                <c:pt idx="537">
                  <c:v>45507</c:v>
                </c:pt>
                <c:pt idx="538">
                  <c:v>45508</c:v>
                </c:pt>
                <c:pt idx="539">
                  <c:v>45509</c:v>
                </c:pt>
                <c:pt idx="540">
                  <c:v>45510</c:v>
                </c:pt>
                <c:pt idx="541">
                  <c:v>45511</c:v>
                </c:pt>
                <c:pt idx="542">
                  <c:v>45512</c:v>
                </c:pt>
                <c:pt idx="543">
                  <c:v>45513</c:v>
                </c:pt>
                <c:pt idx="544">
                  <c:v>45514</c:v>
                </c:pt>
                <c:pt idx="545">
                  <c:v>45515</c:v>
                </c:pt>
                <c:pt idx="546">
                  <c:v>45516</c:v>
                </c:pt>
                <c:pt idx="547">
                  <c:v>45517</c:v>
                </c:pt>
                <c:pt idx="548">
                  <c:v>45518</c:v>
                </c:pt>
                <c:pt idx="549">
                  <c:v>45519</c:v>
                </c:pt>
                <c:pt idx="550">
                  <c:v>45520</c:v>
                </c:pt>
                <c:pt idx="551">
                  <c:v>45521</c:v>
                </c:pt>
                <c:pt idx="552">
                  <c:v>45522</c:v>
                </c:pt>
                <c:pt idx="553">
                  <c:v>45523</c:v>
                </c:pt>
                <c:pt idx="554">
                  <c:v>45524</c:v>
                </c:pt>
                <c:pt idx="555">
                  <c:v>45525</c:v>
                </c:pt>
                <c:pt idx="556">
                  <c:v>45526</c:v>
                </c:pt>
                <c:pt idx="557">
                  <c:v>45527</c:v>
                </c:pt>
                <c:pt idx="558">
                  <c:v>45528</c:v>
                </c:pt>
                <c:pt idx="559">
                  <c:v>45529</c:v>
                </c:pt>
                <c:pt idx="560">
                  <c:v>45530</c:v>
                </c:pt>
                <c:pt idx="561">
                  <c:v>45531</c:v>
                </c:pt>
                <c:pt idx="562">
                  <c:v>45532</c:v>
                </c:pt>
                <c:pt idx="563">
                  <c:v>45533</c:v>
                </c:pt>
                <c:pt idx="564">
                  <c:v>45534</c:v>
                </c:pt>
                <c:pt idx="565">
                  <c:v>45535</c:v>
                </c:pt>
                <c:pt idx="566">
                  <c:v>45536</c:v>
                </c:pt>
                <c:pt idx="567">
                  <c:v>45537</c:v>
                </c:pt>
                <c:pt idx="568">
                  <c:v>45538</c:v>
                </c:pt>
                <c:pt idx="569">
                  <c:v>45539</c:v>
                </c:pt>
                <c:pt idx="570">
                  <c:v>45540</c:v>
                </c:pt>
                <c:pt idx="571">
                  <c:v>45541</c:v>
                </c:pt>
                <c:pt idx="572">
                  <c:v>45542</c:v>
                </c:pt>
                <c:pt idx="573">
                  <c:v>45543</c:v>
                </c:pt>
                <c:pt idx="574">
                  <c:v>45544</c:v>
                </c:pt>
                <c:pt idx="575">
                  <c:v>45545</c:v>
                </c:pt>
                <c:pt idx="576">
                  <c:v>45546</c:v>
                </c:pt>
                <c:pt idx="577">
                  <c:v>45547</c:v>
                </c:pt>
                <c:pt idx="578">
                  <c:v>45548</c:v>
                </c:pt>
                <c:pt idx="579">
                  <c:v>45549</c:v>
                </c:pt>
                <c:pt idx="580">
                  <c:v>45550</c:v>
                </c:pt>
                <c:pt idx="581">
                  <c:v>45551</c:v>
                </c:pt>
                <c:pt idx="582">
                  <c:v>45552</c:v>
                </c:pt>
                <c:pt idx="583">
                  <c:v>45553</c:v>
                </c:pt>
                <c:pt idx="584">
                  <c:v>45554</c:v>
                </c:pt>
                <c:pt idx="585">
                  <c:v>45555</c:v>
                </c:pt>
                <c:pt idx="586">
                  <c:v>45556</c:v>
                </c:pt>
                <c:pt idx="587">
                  <c:v>45557</c:v>
                </c:pt>
                <c:pt idx="588">
                  <c:v>45558</c:v>
                </c:pt>
                <c:pt idx="589">
                  <c:v>45559</c:v>
                </c:pt>
                <c:pt idx="590">
                  <c:v>45560</c:v>
                </c:pt>
                <c:pt idx="591">
                  <c:v>45561</c:v>
                </c:pt>
                <c:pt idx="592">
                  <c:v>45562</c:v>
                </c:pt>
                <c:pt idx="593">
                  <c:v>45563</c:v>
                </c:pt>
                <c:pt idx="594">
                  <c:v>45564</c:v>
                </c:pt>
                <c:pt idx="595">
                  <c:v>45565</c:v>
                </c:pt>
                <c:pt idx="596">
                  <c:v>45566</c:v>
                </c:pt>
                <c:pt idx="597">
                  <c:v>45567</c:v>
                </c:pt>
                <c:pt idx="598">
                  <c:v>45568</c:v>
                </c:pt>
                <c:pt idx="599">
                  <c:v>45569</c:v>
                </c:pt>
                <c:pt idx="600">
                  <c:v>45570</c:v>
                </c:pt>
                <c:pt idx="601">
                  <c:v>45571</c:v>
                </c:pt>
                <c:pt idx="602">
                  <c:v>45572</c:v>
                </c:pt>
                <c:pt idx="603">
                  <c:v>45573</c:v>
                </c:pt>
                <c:pt idx="604">
                  <c:v>45574</c:v>
                </c:pt>
                <c:pt idx="605">
                  <c:v>45575</c:v>
                </c:pt>
                <c:pt idx="606">
                  <c:v>45590</c:v>
                </c:pt>
                <c:pt idx="607">
                  <c:v>45591</c:v>
                </c:pt>
                <c:pt idx="608">
                  <c:v>45592</c:v>
                </c:pt>
                <c:pt idx="609">
                  <c:v>45593</c:v>
                </c:pt>
                <c:pt idx="610">
                  <c:v>45594</c:v>
                </c:pt>
                <c:pt idx="611">
                  <c:v>45595</c:v>
                </c:pt>
                <c:pt idx="612">
                  <c:v>45596</c:v>
                </c:pt>
                <c:pt idx="613">
                  <c:v>45597</c:v>
                </c:pt>
                <c:pt idx="614">
                  <c:v>45598</c:v>
                </c:pt>
                <c:pt idx="615">
                  <c:v>45599</c:v>
                </c:pt>
                <c:pt idx="616">
                  <c:v>45600</c:v>
                </c:pt>
                <c:pt idx="617">
                  <c:v>45601</c:v>
                </c:pt>
                <c:pt idx="618">
                  <c:v>45602</c:v>
                </c:pt>
                <c:pt idx="619">
                  <c:v>45603</c:v>
                </c:pt>
                <c:pt idx="620">
                  <c:v>45604</c:v>
                </c:pt>
                <c:pt idx="621">
                  <c:v>45605</c:v>
                </c:pt>
                <c:pt idx="622">
                  <c:v>45606</c:v>
                </c:pt>
                <c:pt idx="623">
                  <c:v>45607</c:v>
                </c:pt>
                <c:pt idx="624">
                  <c:v>45608</c:v>
                </c:pt>
                <c:pt idx="625">
                  <c:v>45609</c:v>
                </c:pt>
                <c:pt idx="626">
                  <c:v>45610</c:v>
                </c:pt>
                <c:pt idx="627">
                  <c:v>45611</c:v>
                </c:pt>
                <c:pt idx="628">
                  <c:v>45612</c:v>
                </c:pt>
                <c:pt idx="629">
                  <c:v>45613</c:v>
                </c:pt>
                <c:pt idx="630">
                  <c:v>45614</c:v>
                </c:pt>
                <c:pt idx="631">
                  <c:v>45615</c:v>
                </c:pt>
                <c:pt idx="632">
                  <c:v>45616</c:v>
                </c:pt>
                <c:pt idx="633">
                  <c:v>45617</c:v>
                </c:pt>
                <c:pt idx="634">
                  <c:v>45618</c:v>
                </c:pt>
                <c:pt idx="635">
                  <c:v>45619</c:v>
                </c:pt>
                <c:pt idx="636">
                  <c:v>45620</c:v>
                </c:pt>
                <c:pt idx="637">
                  <c:v>45621</c:v>
                </c:pt>
                <c:pt idx="638">
                  <c:v>45622</c:v>
                </c:pt>
                <c:pt idx="639">
                  <c:v>45623</c:v>
                </c:pt>
                <c:pt idx="640">
                  <c:v>45624</c:v>
                </c:pt>
                <c:pt idx="641">
                  <c:v>45625</c:v>
                </c:pt>
                <c:pt idx="642">
                  <c:v>45626</c:v>
                </c:pt>
                <c:pt idx="643">
                  <c:v>45627</c:v>
                </c:pt>
                <c:pt idx="644">
                  <c:v>45628</c:v>
                </c:pt>
                <c:pt idx="645">
                  <c:v>45629</c:v>
                </c:pt>
                <c:pt idx="646">
                  <c:v>45630</c:v>
                </c:pt>
                <c:pt idx="647">
                  <c:v>45631</c:v>
                </c:pt>
                <c:pt idx="648">
                  <c:v>45632</c:v>
                </c:pt>
                <c:pt idx="649">
                  <c:v>45633</c:v>
                </c:pt>
                <c:pt idx="650">
                  <c:v>45634</c:v>
                </c:pt>
                <c:pt idx="651">
                  <c:v>45635</c:v>
                </c:pt>
                <c:pt idx="652">
                  <c:v>45636</c:v>
                </c:pt>
                <c:pt idx="653">
                  <c:v>45637</c:v>
                </c:pt>
                <c:pt idx="654">
                  <c:v>45638</c:v>
                </c:pt>
                <c:pt idx="655">
                  <c:v>45639</c:v>
                </c:pt>
                <c:pt idx="656">
                  <c:v>45640</c:v>
                </c:pt>
                <c:pt idx="657">
                  <c:v>45641</c:v>
                </c:pt>
                <c:pt idx="658">
                  <c:v>45642</c:v>
                </c:pt>
                <c:pt idx="659">
                  <c:v>45643</c:v>
                </c:pt>
                <c:pt idx="660">
                  <c:v>45644</c:v>
                </c:pt>
                <c:pt idx="661">
                  <c:v>45645</c:v>
                </c:pt>
                <c:pt idx="662">
                  <c:v>45646</c:v>
                </c:pt>
                <c:pt idx="663">
                  <c:v>45647</c:v>
                </c:pt>
                <c:pt idx="664">
                  <c:v>45648</c:v>
                </c:pt>
                <c:pt idx="665">
                  <c:v>45649</c:v>
                </c:pt>
                <c:pt idx="666">
                  <c:v>45650</c:v>
                </c:pt>
                <c:pt idx="667">
                  <c:v>45651</c:v>
                </c:pt>
                <c:pt idx="668">
                  <c:v>45652</c:v>
                </c:pt>
                <c:pt idx="669">
                  <c:v>45653</c:v>
                </c:pt>
                <c:pt idx="670">
                  <c:v>45654</c:v>
                </c:pt>
                <c:pt idx="671">
                  <c:v>45655</c:v>
                </c:pt>
                <c:pt idx="672">
                  <c:v>45656</c:v>
                </c:pt>
                <c:pt idx="673">
                  <c:v>45657</c:v>
                </c:pt>
                <c:pt idx="674">
                  <c:v>45658</c:v>
                </c:pt>
                <c:pt idx="675">
                  <c:v>45659</c:v>
                </c:pt>
                <c:pt idx="676">
                  <c:v>45660</c:v>
                </c:pt>
                <c:pt idx="677">
                  <c:v>45661</c:v>
                </c:pt>
                <c:pt idx="678">
                  <c:v>45662</c:v>
                </c:pt>
                <c:pt idx="679">
                  <c:v>45665</c:v>
                </c:pt>
                <c:pt idx="680">
                  <c:v>45666</c:v>
                </c:pt>
                <c:pt idx="681">
                  <c:v>45667</c:v>
                </c:pt>
                <c:pt idx="682">
                  <c:v>45668</c:v>
                </c:pt>
                <c:pt idx="683">
                  <c:v>45669</c:v>
                </c:pt>
                <c:pt idx="684">
                  <c:v>45670</c:v>
                </c:pt>
                <c:pt idx="685">
                  <c:v>45671</c:v>
                </c:pt>
                <c:pt idx="686">
                  <c:v>45672</c:v>
                </c:pt>
                <c:pt idx="687">
                  <c:v>45673</c:v>
                </c:pt>
                <c:pt idx="688">
                  <c:v>45674</c:v>
                </c:pt>
                <c:pt idx="689">
                  <c:v>45675</c:v>
                </c:pt>
                <c:pt idx="690">
                  <c:v>45676</c:v>
                </c:pt>
                <c:pt idx="691">
                  <c:v>45677</c:v>
                </c:pt>
                <c:pt idx="692">
                  <c:v>45678</c:v>
                </c:pt>
                <c:pt idx="693">
                  <c:v>45679</c:v>
                </c:pt>
                <c:pt idx="694">
                  <c:v>45680</c:v>
                </c:pt>
                <c:pt idx="695">
                  <c:v>45681</c:v>
                </c:pt>
                <c:pt idx="696">
                  <c:v>45682</c:v>
                </c:pt>
                <c:pt idx="697">
                  <c:v>45683</c:v>
                </c:pt>
                <c:pt idx="698">
                  <c:v>45684</c:v>
                </c:pt>
                <c:pt idx="699">
                  <c:v>45685</c:v>
                </c:pt>
                <c:pt idx="700">
                  <c:v>45686</c:v>
                </c:pt>
                <c:pt idx="701">
                  <c:v>45687</c:v>
                </c:pt>
                <c:pt idx="702">
                  <c:v>45688</c:v>
                </c:pt>
                <c:pt idx="703">
                  <c:v>45689</c:v>
                </c:pt>
                <c:pt idx="704">
                  <c:v>45690</c:v>
                </c:pt>
                <c:pt idx="705">
                  <c:v>45691</c:v>
                </c:pt>
                <c:pt idx="706">
                  <c:v>45692</c:v>
                </c:pt>
                <c:pt idx="707">
                  <c:v>45693</c:v>
                </c:pt>
                <c:pt idx="708">
                  <c:v>45694</c:v>
                </c:pt>
                <c:pt idx="709">
                  <c:v>45695</c:v>
                </c:pt>
                <c:pt idx="710">
                  <c:v>45696</c:v>
                </c:pt>
                <c:pt idx="711">
                  <c:v>45697</c:v>
                </c:pt>
                <c:pt idx="712">
                  <c:v>45698</c:v>
                </c:pt>
                <c:pt idx="713">
                  <c:v>45699</c:v>
                </c:pt>
                <c:pt idx="714">
                  <c:v>45700</c:v>
                </c:pt>
                <c:pt idx="715">
                  <c:v>45701</c:v>
                </c:pt>
                <c:pt idx="716">
                  <c:v>45702</c:v>
                </c:pt>
                <c:pt idx="717">
                  <c:v>45703</c:v>
                </c:pt>
                <c:pt idx="718">
                  <c:v>45704</c:v>
                </c:pt>
                <c:pt idx="719">
                  <c:v>45705</c:v>
                </c:pt>
                <c:pt idx="720">
                  <c:v>45706</c:v>
                </c:pt>
                <c:pt idx="721">
                  <c:v>45707</c:v>
                </c:pt>
                <c:pt idx="722">
                  <c:v>45708</c:v>
                </c:pt>
                <c:pt idx="723">
                  <c:v>45709</c:v>
                </c:pt>
                <c:pt idx="724">
                  <c:v>45710</c:v>
                </c:pt>
                <c:pt idx="725">
                  <c:v>45711</c:v>
                </c:pt>
                <c:pt idx="726">
                  <c:v>45712</c:v>
                </c:pt>
                <c:pt idx="727">
                  <c:v>45713</c:v>
                </c:pt>
                <c:pt idx="728">
                  <c:v>45714</c:v>
                </c:pt>
                <c:pt idx="729">
                  <c:v>45715</c:v>
                </c:pt>
                <c:pt idx="730">
                  <c:v>45716</c:v>
                </c:pt>
                <c:pt idx="731">
                  <c:v>45717</c:v>
                </c:pt>
                <c:pt idx="732">
                  <c:v>45718</c:v>
                </c:pt>
                <c:pt idx="733">
                  <c:v>45719</c:v>
                </c:pt>
                <c:pt idx="734">
                  <c:v>45720</c:v>
                </c:pt>
                <c:pt idx="735">
                  <c:v>45721</c:v>
                </c:pt>
                <c:pt idx="736">
                  <c:v>45722</c:v>
                </c:pt>
                <c:pt idx="737">
                  <c:v>45723</c:v>
                </c:pt>
                <c:pt idx="738">
                  <c:v>45724</c:v>
                </c:pt>
                <c:pt idx="739">
                  <c:v>45725</c:v>
                </c:pt>
                <c:pt idx="740">
                  <c:v>45726</c:v>
                </c:pt>
                <c:pt idx="741">
                  <c:v>45727</c:v>
                </c:pt>
                <c:pt idx="742">
                  <c:v>45728</c:v>
                </c:pt>
                <c:pt idx="743">
                  <c:v>45729</c:v>
                </c:pt>
                <c:pt idx="744">
                  <c:v>45730</c:v>
                </c:pt>
                <c:pt idx="745">
                  <c:v>45731</c:v>
                </c:pt>
                <c:pt idx="746">
                  <c:v>45732</c:v>
                </c:pt>
                <c:pt idx="747">
                  <c:v>45733</c:v>
                </c:pt>
                <c:pt idx="748">
                  <c:v>45734</c:v>
                </c:pt>
                <c:pt idx="749">
                  <c:v>45735</c:v>
                </c:pt>
                <c:pt idx="750">
                  <c:v>45736</c:v>
                </c:pt>
                <c:pt idx="751">
                  <c:v>45737</c:v>
                </c:pt>
                <c:pt idx="752">
                  <c:v>45738</c:v>
                </c:pt>
                <c:pt idx="753">
                  <c:v>45739</c:v>
                </c:pt>
                <c:pt idx="754">
                  <c:v>45740</c:v>
                </c:pt>
                <c:pt idx="755">
                  <c:v>45741</c:v>
                </c:pt>
                <c:pt idx="756">
                  <c:v>45742</c:v>
                </c:pt>
                <c:pt idx="757">
                  <c:v>45743</c:v>
                </c:pt>
                <c:pt idx="758">
                  <c:v>45744</c:v>
                </c:pt>
                <c:pt idx="759">
                  <c:v>45745</c:v>
                </c:pt>
                <c:pt idx="760">
                  <c:v>45746</c:v>
                </c:pt>
                <c:pt idx="761">
                  <c:v>45747</c:v>
                </c:pt>
                <c:pt idx="762">
                  <c:v>45748</c:v>
                </c:pt>
                <c:pt idx="763">
                  <c:v>45749</c:v>
                </c:pt>
                <c:pt idx="764">
                  <c:v>45750</c:v>
                </c:pt>
                <c:pt idx="765">
                  <c:v>45751</c:v>
                </c:pt>
                <c:pt idx="766">
                  <c:v>45752</c:v>
                </c:pt>
                <c:pt idx="767">
                  <c:v>45753</c:v>
                </c:pt>
                <c:pt idx="768">
                  <c:v>45754</c:v>
                </c:pt>
                <c:pt idx="769">
                  <c:v>45755</c:v>
                </c:pt>
                <c:pt idx="770">
                  <c:v>45756</c:v>
                </c:pt>
                <c:pt idx="771">
                  <c:v>45757</c:v>
                </c:pt>
                <c:pt idx="772">
                  <c:v>45758</c:v>
                </c:pt>
                <c:pt idx="773">
                  <c:v>45759</c:v>
                </c:pt>
                <c:pt idx="774">
                  <c:v>45760</c:v>
                </c:pt>
                <c:pt idx="775">
                  <c:v>45761</c:v>
                </c:pt>
                <c:pt idx="776">
                  <c:v>45762</c:v>
                </c:pt>
                <c:pt idx="777">
                  <c:v>45763</c:v>
                </c:pt>
                <c:pt idx="778">
                  <c:v>45764</c:v>
                </c:pt>
                <c:pt idx="779">
                  <c:v>45765</c:v>
                </c:pt>
                <c:pt idx="780">
                  <c:v>45766</c:v>
                </c:pt>
                <c:pt idx="781">
                  <c:v>45767</c:v>
                </c:pt>
                <c:pt idx="782">
                  <c:v>45768</c:v>
                </c:pt>
                <c:pt idx="783">
                  <c:v>45769</c:v>
                </c:pt>
                <c:pt idx="784">
                  <c:v>45770</c:v>
                </c:pt>
                <c:pt idx="785">
                  <c:v>45771</c:v>
                </c:pt>
                <c:pt idx="786">
                  <c:v>45772</c:v>
                </c:pt>
                <c:pt idx="787">
                  <c:v>45773</c:v>
                </c:pt>
                <c:pt idx="788">
                  <c:v>45774</c:v>
                </c:pt>
                <c:pt idx="789">
                  <c:v>45775</c:v>
                </c:pt>
                <c:pt idx="790">
                  <c:v>45776</c:v>
                </c:pt>
                <c:pt idx="791">
                  <c:v>45777</c:v>
                </c:pt>
                <c:pt idx="792">
                  <c:v>45778</c:v>
                </c:pt>
                <c:pt idx="793">
                  <c:v>45779</c:v>
                </c:pt>
                <c:pt idx="794">
                  <c:v>45780</c:v>
                </c:pt>
                <c:pt idx="795">
                  <c:v>45781</c:v>
                </c:pt>
                <c:pt idx="796">
                  <c:v>45782</c:v>
                </c:pt>
                <c:pt idx="797">
                  <c:v>45783</c:v>
                </c:pt>
                <c:pt idx="798">
                  <c:v>45784</c:v>
                </c:pt>
                <c:pt idx="799">
                  <c:v>45785</c:v>
                </c:pt>
                <c:pt idx="800">
                  <c:v>45786</c:v>
                </c:pt>
                <c:pt idx="801">
                  <c:v>45787</c:v>
                </c:pt>
                <c:pt idx="802">
                  <c:v>45788</c:v>
                </c:pt>
                <c:pt idx="803">
                  <c:v>45789</c:v>
                </c:pt>
                <c:pt idx="804">
                  <c:v>45790</c:v>
                </c:pt>
                <c:pt idx="805">
                  <c:v>45791</c:v>
                </c:pt>
                <c:pt idx="806">
                  <c:v>45792</c:v>
                </c:pt>
                <c:pt idx="807">
                  <c:v>45793</c:v>
                </c:pt>
                <c:pt idx="808">
                  <c:v>45794</c:v>
                </c:pt>
                <c:pt idx="809">
                  <c:v>45795</c:v>
                </c:pt>
                <c:pt idx="810">
                  <c:v>45796</c:v>
                </c:pt>
                <c:pt idx="811">
                  <c:v>45797</c:v>
                </c:pt>
                <c:pt idx="812">
                  <c:v>45798</c:v>
                </c:pt>
                <c:pt idx="813">
                  <c:v>45799</c:v>
                </c:pt>
                <c:pt idx="814">
                  <c:v>45800</c:v>
                </c:pt>
                <c:pt idx="815">
                  <c:v>45801</c:v>
                </c:pt>
                <c:pt idx="816">
                  <c:v>45802</c:v>
                </c:pt>
                <c:pt idx="817">
                  <c:v>45803</c:v>
                </c:pt>
                <c:pt idx="818">
                  <c:v>45804</c:v>
                </c:pt>
                <c:pt idx="819">
                  <c:v>45805</c:v>
                </c:pt>
                <c:pt idx="820">
                  <c:v>45806</c:v>
                </c:pt>
                <c:pt idx="821">
                  <c:v>45807</c:v>
                </c:pt>
                <c:pt idx="822">
                  <c:v>45808</c:v>
                </c:pt>
                <c:pt idx="823">
                  <c:v>45809</c:v>
                </c:pt>
                <c:pt idx="824">
                  <c:v>45810</c:v>
                </c:pt>
                <c:pt idx="825">
                  <c:v>45811</c:v>
                </c:pt>
                <c:pt idx="826">
                  <c:v>45812</c:v>
                </c:pt>
                <c:pt idx="827">
                  <c:v>45813</c:v>
                </c:pt>
                <c:pt idx="828">
                  <c:v>45814</c:v>
                </c:pt>
                <c:pt idx="829">
                  <c:v>45815</c:v>
                </c:pt>
                <c:pt idx="830">
                  <c:v>45816</c:v>
                </c:pt>
                <c:pt idx="831">
                  <c:v>45817</c:v>
                </c:pt>
                <c:pt idx="832">
                  <c:v>45818</c:v>
                </c:pt>
                <c:pt idx="833">
                  <c:v>45819</c:v>
                </c:pt>
                <c:pt idx="834">
                  <c:v>45820</c:v>
                </c:pt>
                <c:pt idx="835">
                  <c:v>45821</c:v>
                </c:pt>
                <c:pt idx="836">
                  <c:v>45822</c:v>
                </c:pt>
                <c:pt idx="837">
                  <c:v>45823</c:v>
                </c:pt>
                <c:pt idx="838">
                  <c:v>45824</c:v>
                </c:pt>
                <c:pt idx="839">
                  <c:v>45825</c:v>
                </c:pt>
                <c:pt idx="840">
                  <c:v>45826</c:v>
                </c:pt>
                <c:pt idx="841">
                  <c:v>45827</c:v>
                </c:pt>
                <c:pt idx="842">
                  <c:v>45828</c:v>
                </c:pt>
                <c:pt idx="843">
                  <c:v>45829</c:v>
                </c:pt>
                <c:pt idx="844">
                  <c:v>45830</c:v>
                </c:pt>
                <c:pt idx="845">
                  <c:v>45831</c:v>
                </c:pt>
                <c:pt idx="846">
                  <c:v>45832</c:v>
                </c:pt>
                <c:pt idx="847">
                  <c:v>45833</c:v>
                </c:pt>
                <c:pt idx="848">
                  <c:v>45834</c:v>
                </c:pt>
                <c:pt idx="849">
                  <c:v>45835</c:v>
                </c:pt>
                <c:pt idx="850">
                  <c:v>45836</c:v>
                </c:pt>
                <c:pt idx="851">
                  <c:v>45837</c:v>
                </c:pt>
                <c:pt idx="852">
                  <c:v>45838</c:v>
                </c:pt>
                <c:pt idx="853">
                  <c:v>45839</c:v>
                </c:pt>
                <c:pt idx="854">
                  <c:v>45840</c:v>
                </c:pt>
                <c:pt idx="855">
                  <c:v>45841</c:v>
                </c:pt>
                <c:pt idx="856">
                  <c:v>45842</c:v>
                </c:pt>
                <c:pt idx="857">
                  <c:v>45843</c:v>
                </c:pt>
                <c:pt idx="858">
                  <c:v>45844</c:v>
                </c:pt>
                <c:pt idx="859">
                  <c:v>45845</c:v>
                </c:pt>
                <c:pt idx="860">
                  <c:v>45846</c:v>
                </c:pt>
                <c:pt idx="861">
                  <c:v>45847</c:v>
                </c:pt>
                <c:pt idx="862">
                  <c:v>45848</c:v>
                </c:pt>
                <c:pt idx="863">
                  <c:v>45849</c:v>
                </c:pt>
                <c:pt idx="864">
                  <c:v>45850</c:v>
                </c:pt>
                <c:pt idx="865">
                  <c:v>45851</c:v>
                </c:pt>
                <c:pt idx="866">
                  <c:v>45852</c:v>
                </c:pt>
                <c:pt idx="867">
                  <c:v>45853</c:v>
                </c:pt>
                <c:pt idx="868">
                  <c:v>45854</c:v>
                </c:pt>
                <c:pt idx="869">
                  <c:v>45855</c:v>
                </c:pt>
                <c:pt idx="870">
                  <c:v>45856</c:v>
                </c:pt>
                <c:pt idx="871">
                  <c:v>45857</c:v>
                </c:pt>
                <c:pt idx="872">
                  <c:v>45858</c:v>
                </c:pt>
                <c:pt idx="873">
                  <c:v>45860</c:v>
                </c:pt>
                <c:pt idx="874">
                  <c:v>45861</c:v>
                </c:pt>
                <c:pt idx="875">
                  <c:v>45862</c:v>
                </c:pt>
                <c:pt idx="876">
                  <c:v>45863</c:v>
                </c:pt>
                <c:pt idx="877">
                  <c:v>45864</c:v>
                </c:pt>
                <c:pt idx="878">
                  <c:v>45865</c:v>
                </c:pt>
                <c:pt idx="879">
                  <c:v>45866</c:v>
                </c:pt>
                <c:pt idx="880">
                  <c:v>45867</c:v>
                </c:pt>
                <c:pt idx="881">
                  <c:v>45868</c:v>
                </c:pt>
                <c:pt idx="882">
                  <c:v>45869</c:v>
                </c:pt>
                <c:pt idx="883">
                  <c:v>45870</c:v>
                </c:pt>
                <c:pt idx="884">
                  <c:v>45871</c:v>
                </c:pt>
                <c:pt idx="885">
                  <c:v>45872</c:v>
                </c:pt>
                <c:pt idx="886">
                  <c:v>45873</c:v>
                </c:pt>
                <c:pt idx="887">
                  <c:v>45874</c:v>
                </c:pt>
                <c:pt idx="888">
                  <c:v>45875</c:v>
                </c:pt>
                <c:pt idx="889">
                  <c:v>45876</c:v>
                </c:pt>
                <c:pt idx="890">
                  <c:v>45877</c:v>
                </c:pt>
                <c:pt idx="891">
                  <c:v>45878</c:v>
                </c:pt>
                <c:pt idx="892">
                  <c:v>45879</c:v>
                </c:pt>
                <c:pt idx="893">
                  <c:v>45880</c:v>
                </c:pt>
                <c:pt idx="894">
                  <c:v>45881</c:v>
                </c:pt>
                <c:pt idx="895">
                  <c:v>45882</c:v>
                </c:pt>
                <c:pt idx="896">
                  <c:v>45883</c:v>
                </c:pt>
                <c:pt idx="897">
                  <c:v>45884</c:v>
                </c:pt>
                <c:pt idx="898">
                  <c:v>45885</c:v>
                </c:pt>
                <c:pt idx="899">
                  <c:v>45886</c:v>
                </c:pt>
                <c:pt idx="900">
                  <c:v>45887</c:v>
                </c:pt>
                <c:pt idx="901">
                  <c:v>45888</c:v>
                </c:pt>
                <c:pt idx="902">
                  <c:v>45889</c:v>
                </c:pt>
                <c:pt idx="903">
                  <c:v>45890</c:v>
                </c:pt>
                <c:pt idx="904">
                  <c:v>45891</c:v>
                </c:pt>
                <c:pt idx="905">
                  <c:v>45892</c:v>
                </c:pt>
                <c:pt idx="906">
                  <c:v>45893</c:v>
                </c:pt>
                <c:pt idx="907">
                  <c:v>45894</c:v>
                </c:pt>
                <c:pt idx="908">
                  <c:v>45895</c:v>
                </c:pt>
                <c:pt idx="909">
                  <c:v>45896</c:v>
                </c:pt>
                <c:pt idx="910">
                  <c:v>45897</c:v>
                </c:pt>
                <c:pt idx="911">
                  <c:v>45898</c:v>
                </c:pt>
                <c:pt idx="912">
                  <c:v>45899</c:v>
                </c:pt>
                <c:pt idx="913">
                  <c:v>45900</c:v>
                </c:pt>
                <c:pt idx="914">
                  <c:v>45901</c:v>
                </c:pt>
                <c:pt idx="915">
                  <c:v>45902</c:v>
                </c:pt>
                <c:pt idx="916">
                  <c:v>45903</c:v>
                </c:pt>
                <c:pt idx="917">
                  <c:v>45904</c:v>
                </c:pt>
                <c:pt idx="918">
                  <c:v>45905</c:v>
                </c:pt>
                <c:pt idx="919">
                  <c:v>45906</c:v>
                </c:pt>
                <c:pt idx="920">
                  <c:v>45907</c:v>
                </c:pt>
                <c:pt idx="921">
                  <c:v>45908</c:v>
                </c:pt>
                <c:pt idx="922">
                  <c:v>45909</c:v>
                </c:pt>
                <c:pt idx="923">
                  <c:v>45910</c:v>
                </c:pt>
                <c:pt idx="924">
                  <c:v>45911</c:v>
                </c:pt>
                <c:pt idx="925">
                  <c:v>45912</c:v>
                </c:pt>
                <c:pt idx="926">
                  <c:v>45913</c:v>
                </c:pt>
                <c:pt idx="927">
                  <c:v>45914</c:v>
                </c:pt>
                <c:pt idx="928">
                  <c:v>45915</c:v>
                </c:pt>
                <c:pt idx="929">
                  <c:v>45916</c:v>
                </c:pt>
                <c:pt idx="930">
                  <c:v>45917</c:v>
                </c:pt>
                <c:pt idx="931">
                  <c:v>45918</c:v>
                </c:pt>
                <c:pt idx="932">
                  <c:v>45919</c:v>
                </c:pt>
                <c:pt idx="933">
                  <c:v>45920</c:v>
                </c:pt>
                <c:pt idx="934">
                  <c:v>45921</c:v>
                </c:pt>
                <c:pt idx="935">
                  <c:v>45922</c:v>
                </c:pt>
                <c:pt idx="936">
                  <c:v>45923</c:v>
                </c:pt>
                <c:pt idx="937">
                  <c:v>45924</c:v>
                </c:pt>
                <c:pt idx="938">
                  <c:v>45925</c:v>
                </c:pt>
                <c:pt idx="939">
                  <c:v>45926</c:v>
                </c:pt>
                <c:pt idx="940">
                  <c:v>45927</c:v>
                </c:pt>
                <c:pt idx="941">
                  <c:v>45928</c:v>
                </c:pt>
                <c:pt idx="942">
                  <c:v>45929</c:v>
                </c:pt>
                <c:pt idx="943">
                  <c:v>45930</c:v>
                </c:pt>
                <c:pt idx="944">
                  <c:v>45931</c:v>
                </c:pt>
                <c:pt idx="945">
                  <c:v>45932</c:v>
                </c:pt>
                <c:pt idx="946">
                  <c:v>45933</c:v>
                </c:pt>
                <c:pt idx="947">
                  <c:v>45934</c:v>
                </c:pt>
                <c:pt idx="948">
                  <c:v>45935</c:v>
                </c:pt>
                <c:pt idx="949">
                  <c:v>45936</c:v>
                </c:pt>
                <c:pt idx="950">
                  <c:v>45940</c:v>
                </c:pt>
                <c:pt idx="951">
                  <c:v>45941</c:v>
                </c:pt>
                <c:pt idx="952">
                  <c:v>45942</c:v>
                </c:pt>
                <c:pt idx="953">
                  <c:v>45943</c:v>
                </c:pt>
                <c:pt idx="954">
                  <c:v>45944</c:v>
                </c:pt>
                <c:pt idx="955">
                  <c:v>45945</c:v>
                </c:pt>
                <c:pt idx="956">
                  <c:v>45946</c:v>
                </c:pt>
                <c:pt idx="957">
                  <c:v>45947</c:v>
                </c:pt>
                <c:pt idx="958">
                  <c:v>45948</c:v>
                </c:pt>
                <c:pt idx="959">
                  <c:v>45949</c:v>
                </c:pt>
                <c:pt idx="960">
                  <c:v>45950</c:v>
                </c:pt>
                <c:pt idx="961">
                  <c:v>45951</c:v>
                </c:pt>
                <c:pt idx="962">
                  <c:v>45952</c:v>
                </c:pt>
                <c:pt idx="963">
                  <c:v>45953</c:v>
                </c:pt>
                <c:pt idx="964">
                  <c:v>45954</c:v>
                </c:pt>
                <c:pt idx="965">
                  <c:v>45955</c:v>
                </c:pt>
                <c:pt idx="966">
                  <c:v>45956</c:v>
                </c:pt>
                <c:pt idx="967">
                  <c:v>45957</c:v>
                </c:pt>
                <c:pt idx="968">
                  <c:v>45958</c:v>
                </c:pt>
                <c:pt idx="969">
                  <c:v>45959</c:v>
                </c:pt>
                <c:pt idx="970">
                  <c:v>45960</c:v>
                </c:pt>
                <c:pt idx="971">
                  <c:v>45961</c:v>
                </c:pt>
                <c:pt idx="972">
                  <c:v>45962</c:v>
                </c:pt>
                <c:pt idx="973">
                  <c:v>45963</c:v>
                </c:pt>
                <c:pt idx="974">
                  <c:v>45964</c:v>
                </c:pt>
                <c:pt idx="975">
                  <c:v>45965</c:v>
                </c:pt>
                <c:pt idx="976">
                  <c:v>45966</c:v>
                </c:pt>
                <c:pt idx="977">
                  <c:v>45967</c:v>
                </c:pt>
                <c:pt idx="978">
                  <c:v>45973</c:v>
                </c:pt>
                <c:pt idx="979">
                  <c:v>45974</c:v>
                </c:pt>
                <c:pt idx="980">
                  <c:v>45975</c:v>
                </c:pt>
                <c:pt idx="981">
                  <c:v>45976</c:v>
                </c:pt>
                <c:pt idx="982">
                  <c:v>45977</c:v>
                </c:pt>
                <c:pt idx="983">
                  <c:v>45978</c:v>
                </c:pt>
                <c:pt idx="984">
                  <c:v>45979</c:v>
                </c:pt>
                <c:pt idx="985">
                  <c:v>45980</c:v>
                </c:pt>
                <c:pt idx="986">
                  <c:v>45981</c:v>
                </c:pt>
                <c:pt idx="987">
                  <c:v>45982</c:v>
                </c:pt>
                <c:pt idx="988">
                  <c:v>45983</c:v>
                </c:pt>
                <c:pt idx="989">
                  <c:v>45984</c:v>
                </c:pt>
                <c:pt idx="990">
                  <c:v>45985</c:v>
                </c:pt>
                <c:pt idx="991">
                  <c:v>45986</c:v>
                </c:pt>
                <c:pt idx="992">
                  <c:v>45987</c:v>
                </c:pt>
                <c:pt idx="993">
                  <c:v>45988</c:v>
                </c:pt>
                <c:pt idx="994">
                  <c:v>45989</c:v>
                </c:pt>
                <c:pt idx="995">
                  <c:v>45990</c:v>
                </c:pt>
                <c:pt idx="996">
                  <c:v>45991</c:v>
                </c:pt>
                <c:pt idx="997">
                  <c:v>45992</c:v>
                </c:pt>
                <c:pt idx="998">
                  <c:v>45993</c:v>
                </c:pt>
                <c:pt idx="999">
                  <c:v>45994</c:v>
                </c:pt>
                <c:pt idx="1000">
                  <c:v>45995</c:v>
                </c:pt>
                <c:pt idx="1001">
                  <c:v>45996</c:v>
                </c:pt>
                <c:pt idx="1002">
                  <c:v>45997</c:v>
                </c:pt>
                <c:pt idx="1003">
                  <c:v>45998</c:v>
                </c:pt>
                <c:pt idx="1004">
                  <c:v>45999</c:v>
                </c:pt>
                <c:pt idx="1005">
                  <c:v>46000</c:v>
                </c:pt>
                <c:pt idx="1006">
                  <c:v>46001</c:v>
                </c:pt>
                <c:pt idx="1007">
                  <c:v>46002</c:v>
                </c:pt>
                <c:pt idx="1008">
                  <c:v>46003</c:v>
                </c:pt>
                <c:pt idx="1009">
                  <c:v>46004</c:v>
                </c:pt>
                <c:pt idx="1010">
                  <c:v>46005</c:v>
                </c:pt>
                <c:pt idx="1011">
                  <c:v>46006</c:v>
                </c:pt>
                <c:pt idx="1012">
                  <c:v>46007</c:v>
                </c:pt>
                <c:pt idx="1013">
                  <c:v>46008</c:v>
                </c:pt>
                <c:pt idx="1014">
                  <c:v>46009</c:v>
                </c:pt>
                <c:pt idx="1015">
                  <c:v>46010</c:v>
                </c:pt>
                <c:pt idx="1016">
                  <c:v>46011</c:v>
                </c:pt>
                <c:pt idx="1017">
                  <c:v>46012</c:v>
                </c:pt>
                <c:pt idx="1018">
                  <c:v>46013</c:v>
                </c:pt>
                <c:pt idx="1019">
                  <c:v>46014</c:v>
                </c:pt>
                <c:pt idx="1020">
                  <c:v>46015</c:v>
                </c:pt>
                <c:pt idx="1021">
                  <c:v>46016</c:v>
                </c:pt>
                <c:pt idx="1022">
                  <c:v>46017</c:v>
                </c:pt>
                <c:pt idx="1023">
                  <c:v>46018</c:v>
                </c:pt>
                <c:pt idx="1024">
                  <c:v>46019</c:v>
                </c:pt>
                <c:pt idx="1025">
                  <c:v>46020</c:v>
                </c:pt>
                <c:pt idx="1026">
                  <c:v>46021</c:v>
                </c:pt>
                <c:pt idx="1027">
                  <c:v>46022</c:v>
                </c:pt>
                <c:pt idx="1028">
                  <c:v>46023</c:v>
                </c:pt>
                <c:pt idx="1029">
                  <c:v>46024</c:v>
                </c:pt>
                <c:pt idx="1030">
                  <c:v>46025</c:v>
                </c:pt>
                <c:pt idx="1031">
                  <c:v>46026</c:v>
                </c:pt>
                <c:pt idx="1032">
                  <c:v>46027</c:v>
                </c:pt>
                <c:pt idx="1033">
                  <c:v>46028</c:v>
                </c:pt>
                <c:pt idx="1034">
                  <c:v>46029</c:v>
                </c:pt>
                <c:pt idx="1035">
                  <c:v>46030</c:v>
                </c:pt>
                <c:pt idx="1036">
                  <c:v>46031</c:v>
                </c:pt>
                <c:pt idx="1037">
                  <c:v>46032</c:v>
                </c:pt>
                <c:pt idx="1038">
                  <c:v>46033</c:v>
                </c:pt>
                <c:pt idx="1039">
                  <c:v>46034</c:v>
                </c:pt>
                <c:pt idx="1040">
                  <c:v>46035</c:v>
                </c:pt>
                <c:pt idx="1041">
                  <c:v>46036</c:v>
                </c:pt>
                <c:pt idx="1042">
                  <c:v>46037</c:v>
                </c:pt>
                <c:pt idx="1043">
                  <c:v>46038</c:v>
                </c:pt>
                <c:pt idx="1044">
                  <c:v>46039</c:v>
                </c:pt>
                <c:pt idx="1045">
                  <c:v>46040</c:v>
                </c:pt>
                <c:pt idx="1046">
                  <c:v>46041</c:v>
                </c:pt>
                <c:pt idx="1047">
                  <c:v>46042</c:v>
                </c:pt>
                <c:pt idx="1048">
                  <c:v>46043</c:v>
                </c:pt>
                <c:pt idx="1049">
                  <c:v>46044</c:v>
                </c:pt>
                <c:pt idx="1050">
                  <c:v>46045</c:v>
                </c:pt>
                <c:pt idx="1051">
                  <c:v>46046</c:v>
                </c:pt>
                <c:pt idx="1052">
                  <c:v>46047</c:v>
                </c:pt>
                <c:pt idx="1053">
                  <c:v>46048</c:v>
                </c:pt>
                <c:pt idx="1054">
                  <c:v>46049</c:v>
                </c:pt>
                <c:pt idx="1055">
                  <c:v>46050</c:v>
                </c:pt>
                <c:pt idx="1056">
                  <c:v>46051</c:v>
                </c:pt>
                <c:pt idx="1057">
                  <c:v>46052</c:v>
                </c:pt>
                <c:pt idx="1058">
                  <c:v>46053</c:v>
                </c:pt>
                <c:pt idx="1059">
                  <c:v>46054</c:v>
                </c:pt>
                <c:pt idx="1060">
                  <c:v>46055</c:v>
                </c:pt>
                <c:pt idx="1061">
                  <c:v>46056</c:v>
                </c:pt>
                <c:pt idx="1062">
                  <c:v>46057</c:v>
                </c:pt>
                <c:pt idx="1063">
                  <c:v>46058</c:v>
                </c:pt>
                <c:pt idx="1064">
                  <c:v>46059</c:v>
                </c:pt>
                <c:pt idx="1065">
                  <c:v>46060</c:v>
                </c:pt>
                <c:pt idx="1066">
                  <c:v>46061</c:v>
                </c:pt>
                <c:pt idx="1067">
                  <c:v>46062</c:v>
                </c:pt>
                <c:pt idx="1068">
                  <c:v>46063</c:v>
                </c:pt>
                <c:pt idx="1069">
                  <c:v>46064</c:v>
                </c:pt>
                <c:pt idx="1070">
                  <c:v>46065</c:v>
                </c:pt>
                <c:pt idx="1071">
                  <c:v>46066</c:v>
                </c:pt>
                <c:pt idx="1072">
                  <c:v>46067</c:v>
                </c:pt>
                <c:pt idx="1073">
                  <c:v>46068</c:v>
                </c:pt>
                <c:pt idx="1074">
                  <c:v>46069</c:v>
                </c:pt>
                <c:pt idx="1075">
                  <c:v>46070</c:v>
                </c:pt>
                <c:pt idx="1076">
                  <c:v>46071</c:v>
                </c:pt>
                <c:pt idx="1077">
                  <c:v>46072</c:v>
                </c:pt>
                <c:pt idx="1078">
                  <c:v>46073</c:v>
                </c:pt>
                <c:pt idx="1079">
                  <c:v>46074</c:v>
                </c:pt>
                <c:pt idx="1080">
                  <c:v>46075</c:v>
                </c:pt>
                <c:pt idx="1081">
                  <c:v>46076</c:v>
                </c:pt>
                <c:pt idx="1082">
                  <c:v>46077</c:v>
                </c:pt>
                <c:pt idx="1083">
                  <c:v>46078</c:v>
                </c:pt>
                <c:pt idx="1084">
                  <c:v>46079</c:v>
                </c:pt>
                <c:pt idx="1085">
                  <c:v>46080</c:v>
                </c:pt>
                <c:pt idx="1086">
                  <c:v>46081</c:v>
                </c:pt>
                <c:pt idx="1087">
                  <c:v>46082</c:v>
                </c:pt>
                <c:pt idx="1088">
                  <c:v>46083</c:v>
                </c:pt>
                <c:pt idx="1089">
                  <c:v>46084</c:v>
                </c:pt>
                <c:pt idx="1090">
                  <c:v>46085</c:v>
                </c:pt>
                <c:pt idx="1091">
                  <c:v>46086</c:v>
                </c:pt>
                <c:pt idx="1092">
                  <c:v>46087</c:v>
                </c:pt>
                <c:pt idx="1093">
                  <c:v>46088</c:v>
                </c:pt>
                <c:pt idx="1094">
                  <c:v>46089</c:v>
                </c:pt>
                <c:pt idx="1095">
                  <c:v>46090</c:v>
                </c:pt>
                <c:pt idx="1096">
                  <c:v>46091</c:v>
                </c:pt>
                <c:pt idx="1097">
                  <c:v>46092</c:v>
                </c:pt>
                <c:pt idx="1098">
                  <c:v>46093</c:v>
                </c:pt>
                <c:pt idx="1099">
                  <c:v>46094</c:v>
                </c:pt>
                <c:pt idx="1100">
                  <c:v>46095</c:v>
                </c:pt>
                <c:pt idx="1101">
                  <c:v>46096</c:v>
                </c:pt>
                <c:pt idx="1102">
                  <c:v>46097</c:v>
                </c:pt>
                <c:pt idx="1103">
                  <c:v>46098</c:v>
                </c:pt>
                <c:pt idx="1104">
                  <c:v>46099</c:v>
                </c:pt>
                <c:pt idx="1105">
                  <c:v>46100</c:v>
                </c:pt>
                <c:pt idx="1106">
                  <c:v>46101</c:v>
                </c:pt>
                <c:pt idx="1107">
                  <c:v>46103</c:v>
                </c:pt>
                <c:pt idx="1108">
                  <c:v>46106</c:v>
                </c:pt>
                <c:pt idx="1109">
                  <c:v>46107</c:v>
                </c:pt>
                <c:pt idx="1110">
                  <c:v>46108</c:v>
                </c:pt>
                <c:pt idx="1111">
                  <c:v>46109</c:v>
                </c:pt>
                <c:pt idx="1112">
                  <c:v>46110</c:v>
                </c:pt>
                <c:pt idx="1113">
                  <c:v>46111</c:v>
                </c:pt>
                <c:pt idx="1114">
                  <c:v>46112</c:v>
                </c:pt>
                <c:pt idx="1115">
                  <c:v>46113</c:v>
                </c:pt>
                <c:pt idx="1116">
                  <c:v>46114</c:v>
                </c:pt>
                <c:pt idx="1117">
                  <c:v>46115</c:v>
                </c:pt>
                <c:pt idx="1118">
                  <c:v>46116</c:v>
                </c:pt>
                <c:pt idx="1119">
                  <c:v>46117</c:v>
                </c:pt>
                <c:pt idx="1120">
                  <c:v>46118</c:v>
                </c:pt>
                <c:pt idx="1121">
                  <c:v>46119</c:v>
                </c:pt>
                <c:pt idx="1122">
                  <c:v>46120</c:v>
                </c:pt>
                <c:pt idx="1123">
                  <c:v>46121</c:v>
                </c:pt>
                <c:pt idx="1124">
                  <c:v>46122</c:v>
                </c:pt>
                <c:pt idx="1125">
                  <c:v>46123</c:v>
                </c:pt>
                <c:pt idx="1126">
                  <c:v>46124</c:v>
                </c:pt>
                <c:pt idx="1127">
                  <c:v>46125</c:v>
                </c:pt>
                <c:pt idx="1128">
                  <c:v>46126</c:v>
                </c:pt>
                <c:pt idx="1129">
                  <c:v>46127</c:v>
                </c:pt>
                <c:pt idx="1130">
                  <c:v>46128</c:v>
                </c:pt>
                <c:pt idx="1131">
                  <c:v>46129</c:v>
                </c:pt>
                <c:pt idx="1132">
                  <c:v>46130</c:v>
                </c:pt>
                <c:pt idx="1133">
                  <c:v>46131</c:v>
                </c:pt>
                <c:pt idx="1134">
                  <c:v>46133</c:v>
                </c:pt>
                <c:pt idx="1135">
                  <c:v>46134</c:v>
                </c:pt>
                <c:pt idx="1136">
                  <c:v>46135</c:v>
                </c:pt>
                <c:pt idx="1137">
                  <c:v>46136</c:v>
                </c:pt>
                <c:pt idx="1138">
                  <c:v>46138</c:v>
                </c:pt>
                <c:pt idx="1139">
                  <c:v>46139</c:v>
                </c:pt>
                <c:pt idx="1140">
                  <c:v>46140</c:v>
                </c:pt>
                <c:pt idx="1141">
                  <c:v>46141</c:v>
                </c:pt>
                <c:pt idx="1142">
                  <c:v>46142</c:v>
                </c:pt>
                <c:pt idx="1143">
                  <c:v>46143</c:v>
                </c:pt>
                <c:pt idx="1144">
                  <c:v>46144</c:v>
                </c:pt>
                <c:pt idx="1145">
                  <c:v>46145</c:v>
                </c:pt>
                <c:pt idx="1146">
                  <c:v>46146</c:v>
                </c:pt>
                <c:pt idx="1147">
                  <c:v>46147</c:v>
                </c:pt>
                <c:pt idx="1148">
                  <c:v>46148</c:v>
                </c:pt>
                <c:pt idx="1149">
                  <c:v>46149</c:v>
                </c:pt>
                <c:pt idx="1150">
                  <c:v>46150</c:v>
                </c:pt>
                <c:pt idx="1151">
                  <c:v>46151</c:v>
                </c:pt>
                <c:pt idx="1152">
                  <c:v>46152</c:v>
                </c:pt>
                <c:pt idx="1153">
                  <c:v>46153</c:v>
                </c:pt>
                <c:pt idx="1154">
                  <c:v>46155</c:v>
                </c:pt>
                <c:pt idx="1155">
                  <c:v>46156</c:v>
                </c:pt>
                <c:pt idx="1156">
                  <c:v>46157</c:v>
                </c:pt>
                <c:pt idx="1157">
                  <c:v>46158</c:v>
                </c:pt>
                <c:pt idx="1158">
                  <c:v>46159</c:v>
                </c:pt>
                <c:pt idx="1159">
                  <c:v>46160</c:v>
                </c:pt>
                <c:pt idx="1160">
                  <c:v>46161</c:v>
                </c:pt>
                <c:pt idx="1161">
                  <c:v>46162</c:v>
                </c:pt>
                <c:pt idx="1162">
                  <c:v>46163</c:v>
                </c:pt>
                <c:pt idx="1163">
                  <c:v>46164</c:v>
                </c:pt>
                <c:pt idx="1164">
                  <c:v>46165</c:v>
                </c:pt>
                <c:pt idx="1165">
                  <c:v>46166</c:v>
                </c:pt>
                <c:pt idx="1166">
                  <c:v>46167</c:v>
                </c:pt>
                <c:pt idx="1167">
                  <c:v>46168</c:v>
                </c:pt>
                <c:pt idx="1168">
                  <c:v>46169</c:v>
                </c:pt>
                <c:pt idx="1169">
                  <c:v>46170</c:v>
                </c:pt>
                <c:pt idx="1170">
                  <c:v>46171</c:v>
                </c:pt>
                <c:pt idx="1171">
                  <c:v>46172</c:v>
                </c:pt>
                <c:pt idx="1172">
                  <c:v>46173</c:v>
                </c:pt>
                <c:pt idx="1173">
                  <c:v>46174</c:v>
                </c:pt>
                <c:pt idx="1174">
                  <c:v>46175</c:v>
                </c:pt>
                <c:pt idx="1175">
                  <c:v>46176</c:v>
                </c:pt>
                <c:pt idx="1176">
                  <c:v>46177</c:v>
                </c:pt>
                <c:pt idx="1177">
                  <c:v>46178</c:v>
                </c:pt>
                <c:pt idx="1178">
                  <c:v>46179</c:v>
                </c:pt>
                <c:pt idx="1179">
                  <c:v>46180</c:v>
                </c:pt>
                <c:pt idx="1180">
                  <c:v>46181</c:v>
                </c:pt>
                <c:pt idx="1181">
                  <c:v>46182</c:v>
                </c:pt>
                <c:pt idx="1182">
                  <c:v>46183</c:v>
                </c:pt>
                <c:pt idx="1183">
                  <c:v>46184</c:v>
                </c:pt>
                <c:pt idx="1184">
                  <c:v>46185</c:v>
                </c:pt>
                <c:pt idx="1185">
                  <c:v>46186</c:v>
                </c:pt>
                <c:pt idx="1186">
                  <c:v>46187</c:v>
                </c:pt>
                <c:pt idx="1187">
                  <c:v>46188</c:v>
                </c:pt>
                <c:pt idx="1188">
                  <c:v>46189</c:v>
                </c:pt>
                <c:pt idx="1189">
                  <c:v>46190</c:v>
                </c:pt>
                <c:pt idx="1190">
                  <c:v>46200</c:v>
                </c:pt>
                <c:pt idx="1191">
                  <c:v>46201</c:v>
                </c:pt>
                <c:pt idx="1192">
                  <c:v>46202</c:v>
                </c:pt>
                <c:pt idx="1193">
                  <c:v>46203</c:v>
                </c:pt>
                <c:pt idx="1194">
                  <c:v>46204</c:v>
                </c:pt>
                <c:pt idx="1195">
                  <c:v>46205</c:v>
                </c:pt>
                <c:pt idx="1196">
                  <c:v>46206</c:v>
                </c:pt>
                <c:pt idx="1197">
                  <c:v>46207</c:v>
                </c:pt>
                <c:pt idx="1198">
                  <c:v>46208</c:v>
                </c:pt>
                <c:pt idx="1199">
                  <c:v>46209</c:v>
                </c:pt>
                <c:pt idx="1200">
                  <c:v>46210</c:v>
                </c:pt>
                <c:pt idx="1201">
                  <c:v>46211</c:v>
                </c:pt>
                <c:pt idx="1202">
                  <c:v>46212</c:v>
                </c:pt>
                <c:pt idx="1203">
                  <c:v>46213</c:v>
                </c:pt>
                <c:pt idx="1204">
                  <c:v>46214</c:v>
                </c:pt>
                <c:pt idx="1205">
                  <c:v>46215</c:v>
                </c:pt>
                <c:pt idx="1206">
                  <c:v>46216</c:v>
                </c:pt>
                <c:pt idx="1207">
                  <c:v>46217</c:v>
                </c:pt>
                <c:pt idx="1208">
                  <c:v>46218</c:v>
                </c:pt>
                <c:pt idx="1209">
                  <c:v>46219</c:v>
                </c:pt>
                <c:pt idx="1210">
                  <c:v>46220</c:v>
                </c:pt>
                <c:pt idx="1211">
                  <c:v>46221</c:v>
                </c:pt>
                <c:pt idx="1212">
                  <c:v>46222</c:v>
                </c:pt>
                <c:pt idx="1213">
                  <c:v>46223</c:v>
                </c:pt>
                <c:pt idx="1214">
                  <c:v>46224</c:v>
                </c:pt>
                <c:pt idx="1215">
                  <c:v>46225</c:v>
                </c:pt>
                <c:pt idx="1216">
                  <c:v>46226</c:v>
                </c:pt>
                <c:pt idx="1217">
                  <c:v>46227</c:v>
                </c:pt>
                <c:pt idx="1218">
                  <c:v>46228</c:v>
                </c:pt>
                <c:pt idx="1219">
                  <c:v>46229</c:v>
                </c:pt>
                <c:pt idx="1220">
                  <c:v>46230</c:v>
                </c:pt>
                <c:pt idx="1221">
                  <c:v>46231</c:v>
                </c:pt>
                <c:pt idx="1222">
                  <c:v>46232</c:v>
                </c:pt>
                <c:pt idx="1223">
                  <c:v>46233</c:v>
                </c:pt>
                <c:pt idx="1224">
                  <c:v>46234</c:v>
                </c:pt>
                <c:pt idx="1225">
                  <c:v>46235</c:v>
                </c:pt>
                <c:pt idx="1226">
                  <c:v>46236</c:v>
                </c:pt>
                <c:pt idx="1227">
                  <c:v>46237</c:v>
                </c:pt>
                <c:pt idx="1228">
                  <c:v>46238</c:v>
                </c:pt>
                <c:pt idx="1229">
                  <c:v>46239</c:v>
                </c:pt>
                <c:pt idx="1230">
                  <c:v>46240</c:v>
                </c:pt>
                <c:pt idx="1231">
                  <c:v>46241</c:v>
                </c:pt>
                <c:pt idx="1232">
                  <c:v>46243</c:v>
                </c:pt>
                <c:pt idx="1233">
                  <c:v>46244</c:v>
                </c:pt>
                <c:pt idx="1234">
                  <c:v>46245</c:v>
                </c:pt>
                <c:pt idx="1235">
                  <c:v>46246</c:v>
                </c:pt>
                <c:pt idx="1236">
                  <c:v>46247</c:v>
                </c:pt>
                <c:pt idx="1237">
                  <c:v>46248</c:v>
                </c:pt>
                <c:pt idx="1238">
                  <c:v>46249</c:v>
                </c:pt>
                <c:pt idx="1239">
                  <c:v>46250</c:v>
                </c:pt>
                <c:pt idx="1240">
                  <c:v>46251</c:v>
                </c:pt>
                <c:pt idx="1241">
                  <c:v>46252</c:v>
                </c:pt>
                <c:pt idx="1242">
                  <c:v>46253</c:v>
                </c:pt>
                <c:pt idx="1243">
                  <c:v>46254</c:v>
                </c:pt>
                <c:pt idx="1244">
                  <c:v>46258</c:v>
                </c:pt>
                <c:pt idx="1245">
                  <c:v>46259</c:v>
                </c:pt>
                <c:pt idx="1246">
                  <c:v>46260</c:v>
                </c:pt>
                <c:pt idx="1247">
                  <c:v>46261</c:v>
                </c:pt>
                <c:pt idx="1248">
                  <c:v>46262</c:v>
                </c:pt>
                <c:pt idx="1249">
                  <c:v>46263</c:v>
                </c:pt>
                <c:pt idx="1250">
                  <c:v>46264</c:v>
                </c:pt>
                <c:pt idx="1251">
                  <c:v>46265</c:v>
                </c:pt>
                <c:pt idx="1252">
                  <c:v>46266</c:v>
                </c:pt>
                <c:pt idx="1253">
                  <c:v>46267</c:v>
                </c:pt>
                <c:pt idx="1254">
                  <c:v>46268</c:v>
                </c:pt>
                <c:pt idx="1255">
                  <c:v>46269</c:v>
                </c:pt>
                <c:pt idx="1256">
                  <c:v>46270</c:v>
                </c:pt>
                <c:pt idx="1257">
                  <c:v>46271</c:v>
                </c:pt>
                <c:pt idx="1258">
                  <c:v>46272</c:v>
                </c:pt>
                <c:pt idx="1259">
                  <c:v>46273</c:v>
                </c:pt>
                <c:pt idx="1260">
                  <c:v>46276</c:v>
                </c:pt>
                <c:pt idx="1261">
                  <c:v>46277</c:v>
                </c:pt>
                <c:pt idx="1262">
                  <c:v>46278</c:v>
                </c:pt>
                <c:pt idx="1263">
                  <c:v>46279</c:v>
                </c:pt>
                <c:pt idx="1264">
                  <c:v>46280</c:v>
                </c:pt>
                <c:pt idx="1265">
                  <c:v>46281</c:v>
                </c:pt>
                <c:pt idx="1266">
                  <c:v>46282</c:v>
                </c:pt>
                <c:pt idx="1267">
                  <c:v>46283</c:v>
                </c:pt>
                <c:pt idx="1268">
                  <c:v>46284</c:v>
                </c:pt>
                <c:pt idx="1269">
                  <c:v>46285</c:v>
                </c:pt>
                <c:pt idx="1270">
                  <c:v>46286</c:v>
                </c:pt>
                <c:pt idx="1271">
                  <c:v>46287</c:v>
                </c:pt>
                <c:pt idx="1272">
                  <c:v>46288</c:v>
                </c:pt>
                <c:pt idx="1273">
                  <c:v>46289</c:v>
                </c:pt>
                <c:pt idx="1274">
                  <c:v>46290</c:v>
                </c:pt>
                <c:pt idx="1275">
                  <c:v>46291</c:v>
                </c:pt>
                <c:pt idx="1276">
                  <c:v>46292</c:v>
                </c:pt>
                <c:pt idx="1277">
                  <c:v>46293</c:v>
                </c:pt>
                <c:pt idx="1278">
                  <c:v>46294</c:v>
                </c:pt>
                <c:pt idx="1279">
                  <c:v>46295</c:v>
                </c:pt>
                <c:pt idx="1280">
                  <c:v>46296</c:v>
                </c:pt>
                <c:pt idx="1281">
                  <c:v>46297</c:v>
                </c:pt>
              </c:numCache>
            </c:numRef>
          </c:xVal>
          <c:yVal>
            <c:numRef>
              <c:f>'Chart Data'!$D$2:$D$1283</c:f>
              <c:numCache>
                <c:formatCode>0</c:formatCode>
                <c:ptCount val="1282"/>
                <c:pt idx="0">
                  <c:v>4</c:v>
                </c:pt>
                <c:pt idx="1">
                  <c:v>4</c:v>
                </c:pt>
                <c:pt idx="2">
                  <c:v>2</c:v>
                </c:pt>
                <c:pt idx="3">
                  <c:v>3</c:v>
                </c:pt>
                <c:pt idx="4">
                  <c:v>16</c:v>
                </c:pt>
                <c:pt idx="5">
                  <c:v>1</c:v>
                </c:pt>
                <c:pt idx="6">
                  <c:v>7</c:v>
                </c:pt>
                <c:pt idx="7">
                  <c:v>14</c:v>
                </c:pt>
                <c:pt idx="8">
                  <c:v>3</c:v>
                </c:pt>
                <c:pt idx="9">
                  <c:v>1</c:v>
                </c:pt>
                <c:pt idx="10">
                  <c:v>3</c:v>
                </c:pt>
                <c:pt idx="11">
                  <c:v>0</c:v>
                </c:pt>
                <c:pt idx="12">
                  <c:v>0</c:v>
                </c:pt>
                <c:pt idx="13">
                  <c:v>7</c:v>
                </c:pt>
                <c:pt idx="14">
                  <c:v>0</c:v>
                </c:pt>
                <c:pt idx="15">
                  <c:v>4</c:v>
                </c:pt>
                <c:pt idx="16">
                  <c:v>7</c:v>
                </c:pt>
                <c:pt idx="17">
                  <c:v>4</c:v>
                </c:pt>
                <c:pt idx="18">
                  <c:v>5</c:v>
                </c:pt>
                <c:pt idx="19">
                  <c:v>11</c:v>
                </c:pt>
                <c:pt idx="20">
                  <c:v>5</c:v>
                </c:pt>
                <c:pt idx="21">
                  <c:v>9</c:v>
                </c:pt>
                <c:pt idx="22">
                  <c:v>6</c:v>
                </c:pt>
                <c:pt idx="23">
                  <c:v>4</c:v>
                </c:pt>
                <c:pt idx="24">
                  <c:v>7</c:v>
                </c:pt>
                <c:pt idx="25">
                  <c:v>5</c:v>
                </c:pt>
                <c:pt idx="26">
                  <c:v>9</c:v>
                </c:pt>
                <c:pt idx="27">
                  <c:v>3</c:v>
                </c:pt>
                <c:pt idx="28">
                  <c:v>2</c:v>
                </c:pt>
                <c:pt idx="29">
                  <c:v>7</c:v>
                </c:pt>
                <c:pt idx="30">
                  <c:v>8</c:v>
                </c:pt>
                <c:pt idx="31">
                  <c:v>6</c:v>
                </c:pt>
                <c:pt idx="32">
                  <c:v>6</c:v>
                </c:pt>
                <c:pt idx="33">
                  <c:v>10</c:v>
                </c:pt>
                <c:pt idx="34">
                  <c:v>3</c:v>
                </c:pt>
                <c:pt idx="35">
                  <c:v>1</c:v>
                </c:pt>
                <c:pt idx="36">
                  <c:v>3</c:v>
                </c:pt>
                <c:pt idx="37">
                  <c:v>3</c:v>
                </c:pt>
                <c:pt idx="38">
                  <c:v>6</c:v>
                </c:pt>
                <c:pt idx="39">
                  <c:v>5</c:v>
                </c:pt>
                <c:pt idx="40">
                  <c:v>3</c:v>
                </c:pt>
                <c:pt idx="41">
                  <c:v>2</c:v>
                </c:pt>
                <c:pt idx="42">
                  <c:v>7</c:v>
                </c:pt>
                <c:pt idx="43">
                  <c:v>7</c:v>
                </c:pt>
                <c:pt idx="44">
                  <c:v>21</c:v>
                </c:pt>
                <c:pt idx="45">
                  <c:v>2</c:v>
                </c:pt>
                <c:pt idx="46">
                  <c:v>1</c:v>
                </c:pt>
                <c:pt idx="47">
                  <c:v>2</c:v>
                </c:pt>
                <c:pt idx="48">
                  <c:v>2</c:v>
                </c:pt>
                <c:pt idx="49">
                  <c:v>10</c:v>
                </c:pt>
                <c:pt idx="50">
                  <c:v>16</c:v>
                </c:pt>
                <c:pt idx="51">
                  <c:v>10</c:v>
                </c:pt>
                <c:pt idx="52">
                  <c:v>2</c:v>
                </c:pt>
                <c:pt idx="53">
                  <c:v>1</c:v>
                </c:pt>
                <c:pt idx="54">
                  <c:v>3</c:v>
                </c:pt>
                <c:pt idx="55">
                  <c:v>15</c:v>
                </c:pt>
                <c:pt idx="56">
                  <c:v>7</c:v>
                </c:pt>
                <c:pt idx="57">
                  <c:v>5</c:v>
                </c:pt>
                <c:pt idx="58">
                  <c:v>12</c:v>
                </c:pt>
                <c:pt idx="59">
                  <c:v>9</c:v>
                </c:pt>
                <c:pt idx="60">
                  <c:v>1</c:v>
                </c:pt>
                <c:pt idx="61">
                  <c:v>10</c:v>
                </c:pt>
                <c:pt idx="62">
                  <c:v>4</c:v>
                </c:pt>
                <c:pt idx="63">
                  <c:v>1</c:v>
                </c:pt>
                <c:pt idx="64">
                  <c:v>5</c:v>
                </c:pt>
                <c:pt idx="65">
                  <c:v>3</c:v>
                </c:pt>
                <c:pt idx="66">
                  <c:v>1</c:v>
                </c:pt>
                <c:pt idx="67">
                  <c:v>3</c:v>
                </c:pt>
                <c:pt idx="68">
                  <c:v>7</c:v>
                </c:pt>
                <c:pt idx="69">
                  <c:v>1</c:v>
                </c:pt>
                <c:pt idx="70">
                  <c:v>4</c:v>
                </c:pt>
                <c:pt idx="71">
                  <c:v>6</c:v>
                </c:pt>
                <c:pt idx="72">
                  <c:v>1</c:v>
                </c:pt>
                <c:pt idx="73">
                  <c:v>1</c:v>
                </c:pt>
                <c:pt idx="74">
                  <c:v>5</c:v>
                </c:pt>
                <c:pt idx="75">
                  <c:v>3</c:v>
                </c:pt>
                <c:pt idx="76">
                  <c:v>3</c:v>
                </c:pt>
                <c:pt idx="77">
                  <c:v>1</c:v>
                </c:pt>
                <c:pt idx="78">
                  <c:v>0</c:v>
                </c:pt>
                <c:pt idx="79">
                  <c:v>14</c:v>
                </c:pt>
                <c:pt idx="80">
                  <c:v>0</c:v>
                </c:pt>
                <c:pt idx="81">
                  <c:v>12</c:v>
                </c:pt>
                <c:pt idx="82">
                  <c:v>3</c:v>
                </c:pt>
                <c:pt idx="83">
                  <c:v>0</c:v>
                </c:pt>
                <c:pt idx="84">
                  <c:v>3</c:v>
                </c:pt>
                <c:pt idx="85">
                  <c:v>1</c:v>
                </c:pt>
                <c:pt idx="86">
                  <c:v>11</c:v>
                </c:pt>
                <c:pt idx="87">
                  <c:v>20</c:v>
                </c:pt>
                <c:pt idx="88">
                  <c:v>6</c:v>
                </c:pt>
                <c:pt idx="89">
                  <c:v>2</c:v>
                </c:pt>
                <c:pt idx="90">
                  <c:v>0</c:v>
                </c:pt>
                <c:pt idx="91">
                  <c:v>5</c:v>
                </c:pt>
                <c:pt idx="92">
                  <c:v>1</c:v>
                </c:pt>
                <c:pt idx="93">
                  <c:v>1</c:v>
                </c:pt>
                <c:pt idx="94">
                  <c:v>3</c:v>
                </c:pt>
                <c:pt idx="95">
                  <c:v>8</c:v>
                </c:pt>
                <c:pt idx="96">
                  <c:v>11</c:v>
                </c:pt>
                <c:pt idx="97">
                  <c:v>57</c:v>
                </c:pt>
                <c:pt idx="98">
                  <c:v>2</c:v>
                </c:pt>
                <c:pt idx="99">
                  <c:v>6</c:v>
                </c:pt>
                <c:pt idx="100">
                  <c:v>5</c:v>
                </c:pt>
                <c:pt idx="101">
                  <c:v>3</c:v>
                </c:pt>
                <c:pt idx="102">
                  <c:v>0</c:v>
                </c:pt>
                <c:pt idx="103">
                  <c:v>20</c:v>
                </c:pt>
                <c:pt idx="104">
                  <c:v>3</c:v>
                </c:pt>
                <c:pt idx="105">
                  <c:v>2</c:v>
                </c:pt>
                <c:pt idx="106">
                  <c:v>4</c:v>
                </c:pt>
                <c:pt idx="107">
                  <c:v>8</c:v>
                </c:pt>
                <c:pt idx="108">
                  <c:v>6</c:v>
                </c:pt>
                <c:pt idx="109">
                  <c:v>9</c:v>
                </c:pt>
                <c:pt idx="110">
                  <c:v>2</c:v>
                </c:pt>
                <c:pt idx="111">
                  <c:v>5</c:v>
                </c:pt>
                <c:pt idx="112">
                  <c:v>11</c:v>
                </c:pt>
                <c:pt idx="113">
                  <c:v>7</c:v>
                </c:pt>
                <c:pt idx="114">
                  <c:v>9</c:v>
                </c:pt>
                <c:pt idx="115">
                  <c:v>3</c:v>
                </c:pt>
                <c:pt idx="116">
                  <c:v>2</c:v>
                </c:pt>
                <c:pt idx="117">
                  <c:v>0</c:v>
                </c:pt>
                <c:pt idx="118">
                  <c:v>3</c:v>
                </c:pt>
                <c:pt idx="119">
                  <c:v>3</c:v>
                </c:pt>
                <c:pt idx="120">
                  <c:v>8</c:v>
                </c:pt>
                <c:pt idx="121">
                  <c:v>6</c:v>
                </c:pt>
                <c:pt idx="122">
                  <c:v>2</c:v>
                </c:pt>
                <c:pt idx="123">
                  <c:v>7</c:v>
                </c:pt>
                <c:pt idx="124">
                  <c:v>9</c:v>
                </c:pt>
                <c:pt idx="125">
                  <c:v>2</c:v>
                </c:pt>
                <c:pt idx="126">
                  <c:v>2</c:v>
                </c:pt>
                <c:pt idx="127">
                  <c:v>3</c:v>
                </c:pt>
                <c:pt idx="128">
                  <c:v>0</c:v>
                </c:pt>
                <c:pt idx="129">
                  <c:v>6</c:v>
                </c:pt>
                <c:pt idx="130">
                  <c:v>4</c:v>
                </c:pt>
                <c:pt idx="131">
                  <c:v>3</c:v>
                </c:pt>
                <c:pt idx="132">
                  <c:v>5</c:v>
                </c:pt>
                <c:pt idx="133">
                  <c:v>0</c:v>
                </c:pt>
                <c:pt idx="134">
                  <c:v>8</c:v>
                </c:pt>
                <c:pt idx="135">
                  <c:v>15</c:v>
                </c:pt>
                <c:pt idx="136">
                  <c:v>0</c:v>
                </c:pt>
                <c:pt idx="137">
                  <c:v>1</c:v>
                </c:pt>
                <c:pt idx="138">
                  <c:v>5</c:v>
                </c:pt>
                <c:pt idx="139">
                  <c:v>5</c:v>
                </c:pt>
                <c:pt idx="140">
                  <c:v>0</c:v>
                </c:pt>
                <c:pt idx="141">
                  <c:v>2</c:v>
                </c:pt>
                <c:pt idx="142">
                  <c:v>7</c:v>
                </c:pt>
                <c:pt idx="143">
                  <c:v>3</c:v>
                </c:pt>
                <c:pt idx="144">
                  <c:v>5</c:v>
                </c:pt>
                <c:pt idx="145">
                  <c:v>1</c:v>
                </c:pt>
                <c:pt idx="146">
                  <c:v>6</c:v>
                </c:pt>
                <c:pt idx="147">
                  <c:v>0</c:v>
                </c:pt>
                <c:pt idx="148">
                  <c:v>0</c:v>
                </c:pt>
                <c:pt idx="149">
                  <c:v>12</c:v>
                </c:pt>
                <c:pt idx="150">
                  <c:v>11</c:v>
                </c:pt>
                <c:pt idx="151">
                  <c:v>8</c:v>
                </c:pt>
                <c:pt idx="152">
                  <c:v>2</c:v>
                </c:pt>
                <c:pt idx="153">
                  <c:v>3</c:v>
                </c:pt>
                <c:pt idx="154">
                  <c:v>3</c:v>
                </c:pt>
                <c:pt idx="155">
                  <c:v>0</c:v>
                </c:pt>
                <c:pt idx="156">
                  <c:v>1</c:v>
                </c:pt>
                <c:pt idx="157">
                  <c:v>1</c:v>
                </c:pt>
                <c:pt idx="158">
                  <c:v>2</c:v>
                </c:pt>
                <c:pt idx="159">
                  <c:v>2</c:v>
                </c:pt>
                <c:pt idx="160">
                  <c:v>3</c:v>
                </c:pt>
                <c:pt idx="161">
                  <c:v>0</c:v>
                </c:pt>
                <c:pt idx="162">
                  <c:v>2</c:v>
                </c:pt>
                <c:pt idx="163">
                  <c:v>1</c:v>
                </c:pt>
                <c:pt idx="164">
                  <c:v>1</c:v>
                </c:pt>
                <c:pt idx="165">
                  <c:v>1</c:v>
                </c:pt>
                <c:pt idx="166">
                  <c:v>1</c:v>
                </c:pt>
                <c:pt idx="167">
                  <c:v>3</c:v>
                </c:pt>
                <c:pt idx="168">
                  <c:v>16</c:v>
                </c:pt>
                <c:pt idx="169">
                  <c:v>3</c:v>
                </c:pt>
                <c:pt idx="170">
                  <c:v>3</c:v>
                </c:pt>
                <c:pt idx="171">
                  <c:v>0</c:v>
                </c:pt>
                <c:pt idx="172">
                  <c:v>4</c:v>
                </c:pt>
                <c:pt idx="173">
                  <c:v>1</c:v>
                </c:pt>
                <c:pt idx="174">
                  <c:v>1</c:v>
                </c:pt>
                <c:pt idx="175">
                  <c:v>2</c:v>
                </c:pt>
                <c:pt idx="176">
                  <c:v>4</c:v>
                </c:pt>
                <c:pt idx="177">
                  <c:v>2</c:v>
                </c:pt>
                <c:pt idx="178">
                  <c:v>3</c:v>
                </c:pt>
                <c:pt idx="179">
                  <c:v>2</c:v>
                </c:pt>
                <c:pt idx="180">
                  <c:v>2</c:v>
                </c:pt>
                <c:pt idx="181">
                  <c:v>1</c:v>
                </c:pt>
                <c:pt idx="182">
                  <c:v>0</c:v>
                </c:pt>
                <c:pt idx="183">
                  <c:v>0</c:v>
                </c:pt>
                <c:pt idx="184">
                  <c:v>1</c:v>
                </c:pt>
                <c:pt idx="185">
                  <c:v>0</c:v>
                </c:pt>
                <c:pt idx="186">
                  <c:v>2</c:v>
                </c:pt>
                <c:pt idx="187">
                  <c:v>7</c:v>
                </c:pt>
                <c:pt idx="188">
                  <c:v>3</c:v>
                </c:pt>
                <c:pt idx="189">
                  <c:v>19</c:v>
                </c:pt>
                <c:pt idx="190">
                  <c:v>4</c:v>
                </c:pt>
                <c:pt idx="191">
                  <c:v>0</c:v>
                </c:pt>
                <c:pt idx="192">
                  <c:v>0</c:v>
                </c:pt>
                <c:pt idx="193">
                  <c:v>4</c:v>
                </c:pt>
                <c:pt idx="194">
                  <c:v>1</c:v>
                </c:pt>
                <c:pt idx="195">
                  <c:v>3</c:v>
                </c:pt>
                <c:pt idx="196">
                  <c:v>9</c:v>
                </c:pt>
                <c:pt idx="197">
                  <c:v>13</c:v>
                </c:pt>
                <c:pt idx="198">
                  <c:v>7</c:v>
                </c:pt>
                <c:pt idx="199">
                  <c:v>12</c:v>
                </c:pt>
                <c:pt idx="200">
                  <c:v>2</c:v>
                </c:pt>
                <c:pt idx="201">
                  <c:v>1</c:v>
                </c:pt>
                <c:pt idx="202">
                  <c:v>3</c:v>
                </c:pt>
                <c:pt idx="203">
                  <c:v>2</c:v>
                </c:pt>
                <c:pt idx="204">
                  <c:v>3</c:v>
                </c:pt>
                <c:pt idx="205">
                  <c:v>0</c:v>
                </c:pt>
                <c:pt idx="206">
                  <c:v>1</c:v>
                </c:pt>
                <c:pt idx="207">
                  <c:v>6</c:v>
                </c:pt>
                <c:pt idx="208">
                  <c:v>0</c:v>
                </c:pt>
                <c:pt idx="209">
                  <c:v>1</c:v>
                </c:pt>
                <c:pt idx="210">
                  <c:v>2</c:v>
                </c:pt>
                <c:pt idx="211">
                  <c:v>5</c:v>
                </c:pt>
                <c:pt idx="212">
                  <c:v>4</c:v>
                </c:pt>
                <c:pt idx="213">
                  <c:v>3</c:v>
                </c:pt>
                <c:pt idx="214">
                  <c:v>5</c:v>
                </c:pt>
                <c:pt idx="215">
                  <c:v>0</c:v>
                </c:pt>
                <c:pt idx="216">
                  <c:v>0</c:v>
                </c:pt>
                <c:pt idx="217">
                  <c:v>2</c:v>
                </c:pt>
                <c:pt idx="218">
                  <c:v>2</c:v>
                </c:pt>
                <c:pt idx="219">
                  <c:v>3</c:v>
                </c:pt>
                <c:pt idx="220">
                  <c:v>11</c:v>
                </c:pt>
                <c:pt idx="221">
                  <c:v>5</c:v>
                </c:pt>
                <c:pt idx="222">
                  <c:v>5</c:v>
                </c:pt>
                <c:pt idx="223">
                  <c:v>2</c:v>
                </c:pt>
                <c:pt idx="224">
                  <c:v>6</c:v>
                </c:pt>
                <c:pt idx="225">
                  <c:v>7</c:v>
                </c:pt>
                <c:pt idx="226">
                  <c:v>8</c:v>
                </c:pt>
                <c:pt idx="227">
                  <c:v>7</c:v>
                </c:pt>
                <c:pt idx="228">
                  <c:v>5</c:v>
                </c:pt>
                <c:pt idx="229">
                  <c:v>4</c:v>
                </c:pt>
                <c:pt idx="230">
                  <c:v>9</c:v>
                </c:pt>
                <c:pt idx="231">
                  <c:v>0</c:v>
                </c:pt>
                <c:pt idx="232">
                  <c:v>2</c:v>
                </c:pt>
                <c:pt idx="233">
                  <c:v>4</c:v>
                </c:pt>
                <c:pt idx="234">
                  <c:v>3</c:v>
                </c:pt>
                <c:pt idx="235">
                  <c:v>17</c:v>
                </c:pt>
                <c:pt idx="236">
                  <c:v>38</c:v>
                </c:pt>
                <c:pt idx="237">
                  <c:v>10</c:v>
                </c:pt>
                <c:pt idx="238">
                  <c:v>18</c:v>
                </c:pt>
                <c:pt idx="239">
                  <c:v>4</c:v>
                </c:pt>
                <c:pt idx="240">
                  <c:v>7</c:v>
                </c:pt>
                <c:pt idx="241">
                  <c:v>1</c:v>
                </c:pt>
                <c:pt idx="242">
                  <c:v>1</c:v>
                </c:pt>
                <c:pt idx="243">
                  <c:v>4</c:v>
                </c:pt>
                <c:pt idx="244">
                  <c:v>16</c:v>
                </c:pt>
                <c:pt idx="245">
                  <c:v>0</c:v>
                </c:pt>
                <c:pt idx="246">
                  <c:v>3</c:v>
                </c:pt>
                <c:pt idx="247">
                  <c:v>6</c:v>
                </c:pt>
                <c:pt idx="248">
                  <c:v>2</c:v>
                </c:pt>
                <c:pt idx="249">
                  <c:v>4</c:v>
                </c:pt>
                <c:pt idx="250">
                  <c:v>4</c:v>
                </c:pt>
                <c:pt idx="251">
                  <c:v>1</c:v>
                </c:pt>
                <c:pt idx="252">
                  <c:v>3</c:v>
                </c:pt>
                <c:pt idx="253">
                  <c:v>24</c:v>
                </c:pt>
                <c:pt idx="254">
                  <c:v>2</c:v>
                </c:pt>
                <c:pt idx="255">
                  <c:v>6</c:v>
                </c:pt>
                <c:pt idx="256">
                  <c:v>2</c:v>
                </c:pt>
                <c:pt idx="257">
                  <c:v>12</c:v>
                </c:pt>
                <c:pt idx="258">
                  <c:v>2</c:v>
                </c:pt>
                <c:pt idx="259">
                  <c:v>3</c:v>
                </c:pt>
                <c:pt idx="260">
                  <c:v>18</c:v>
                </c:pt>
                <c:pt idx="261">
                  <c:v>1</c:v>
                </c:pt>
                <c:pt idx="262">
                  <c:v>5</c:v>
                </c:pt>
                <c:pt idx="263">
                  <c:v>8</c:v>
                </c:pt>
                <c:pt idx="264">
                  <c:v>62</c:v>
                </c:pt>
                <c:pt idx="265">
                  <c:v>4</c:v>
                </c:pt>
                <c:pt idx="266">
                  <c:v>3</c:v>
                </c:pt>
                <c:pt idx="267">
                  <c:v>8</c:v>
                </c:pt>
                <c:pt idx="268">
                  <c:v>9</c:v>
                </c:pt>
                <c:pt idx="269">
                  <c:v>11</c:v>
                </c:pt>
                <c:pt idx="270">
                  <c:v>4</c:v>
                </c:pt>
                <c:pt idx="271">
                  <c:v>5</c:v>
                </c:pt>
                <c:pt idx="272">
                  <c:v>7</c:v>
                </c:pt>
                <c:pt idx="273">
                  <c:v>9</c:v>
                </c:pt>
                <c:pt idx="274">
                  <c:v>10</c:v>
                </c:pt>
                <c:pt idx="275">
                  <c:v>2</c:v>
                </c:pt>
                <c:pt idx="276">
                  <c:v>9</c:v>
                </c:pt>
                <c:pt idx="277">
                  <c:v>1</c:v>
                </c:pt>
                <c:pt idx="278">
                  <c:v>2</c:v>
                </c:pt>
                <c:pt idx="279">
                  <c:v>7</c:v>
                </c:pt>
                <c:pt idx="280">
                  <c:v>1</c:v>
                </c:pt>
                <c:pt idx="281">
                  <c:v>5</c:v>
                </c:pt>
                <c:pt idx="282">
                  <c:v>2</c:v>
                </c:pt>
                <c:pt idx="283">
                  <c:v>1</c:v>
                </c:pt>
                <c:pt idx="284">
                  <c:v>4</c:v>
                </c:pt>
                <c:pt idx="285">
                  <c:v>3</c:v>
                </c:pt>
                <c:pt idx="286">
                  <c:v>0</c:v>
                </c:pt>
                <c:pt idx="287">
                  <c:v>0</c:v>
                </c:pt>
                <c:pt idx="288">
                  <c:v>1</c:v>
                </c:pt>
                <c:pt idx="289">
                  <c:v>3</c:v>
                </c:pt>
                <c:pt idx="290">
                  <c:v>10</c:v>
                </c:pt>
                <c:pt idx="291">
                  <c:v>10</c:v>
                </c:pt>
                <c:pt idx="292">
                  <c:v>4</c:v>
                </c:pt>
                <c:pt idx="293">
                  <c:v>12</c:v>
                </c:pt>
                <c:pt idx="294">
                  <c:v>4</c:v>
                </c:pt>
                <c:pt idx="295">
                  <c:v>5</c:v>
                </c:pt>
                <c:pt idx="296">
                  <c:v>1</c:v>
                </c:pt>
                <c:pt idx="297">
                  <c:v>89</c:v>
                </c:pt>
                <c:pt idx="298">
                  <c:v>1</c:v>
                </c:pt>
                <c:pt idx="299">
                  <c:v>13</c:v>
                </c:pt>
                <c:pt idx="300">
                  <c:v>6</c:v>
                </c:pt>
                <c:pt idx="301">
                  <c:v>0</c:v>
                </c:pt>
                <c:pt idx="302">
                  <c:v>9</c:v>
                </c:pt>
                <c:pt idx="303">
                  <c:v>0</c:v>
                </c:pt>
                <c:pt idx="304">
                  <c:v>0</c:v>
                </c:pt>
                <c:pt idx="305">
                  <c:v>4</c:v>
                </c:pt>
                <c:pt idx="306">
                  <c:v>5</c:v>
                </c:pt>
                <c:pt idx="307">
                  <c:v>3</c:v>
                </c:pt>
                <c:pt idx="308">
                  <c:v>2</c:v>
                </c:pt>
                <c:pt idx="309">
                  <c:v>2</c:v>
                </c:pt>
                <c:pt idx="310">
                  <c:v>3</c:v>
                </c:pt>
                <c:pt idx="311">
                  <c:v>0</c:v>
                </c:pt>
                <c:pt idx="312">
                  <c:v>5</c:v>
                </c:pt>
                <c:pt idx="313">
                  <c:v>4</c:v>
                </c:pt>
                <c:pt idx="314">
                  <c:v>4</c:v>
                </c:pt>
                <c:pt idx="315">
                  <c:v>1</c:v>
                </c:pt>
                <c:pt idx="316">
                  <c:v>11</c:v>
                </c:pt>
                <c:pt idx="317">
                  <c:v>0</c:v>
                </c:pt>
                <c:pt idx="318">
                  <c:v>1</c:v>
                </c:pt>
                <c:pt idx="319">
                  <c:v>3</c:v>
                </c:pt>
                <c:pt idx="320">
                  <c:v>0</c:v>
                </c:pt>
                <c:pt idx="321">
                  <c:v>24</c:v>
                </c:pt>
                <c:pt idx="322">
                  <c:v>1</c:v>
                </c:pt>
                <c:pt idx="323">
                  <c:v>3</c:v>
                </c:pt>
                <c:pt idx="324">
                  <c:v>6</c:v>
                </c:pt>
                <c:pt idx="325">
                  <c:v>6</c:v>
                </c:pt>
                <c:pt idx="326">
                  <c:v>1</c:v>
                </c:pt>
                <c:pt idx="327">
                  <c:v>10</c:v>
                </c:pt>
                <c:pt idx="328">
                  <c:v>1</c:v>
                </c:pt>
                <c:pt idx="329">
                  <c:v>2</c:v>
                </c:pt>
                <c:pt idx="330">
                  <c:v>2</c:v>
                </c:pt>
                <c:pt idx="331">
                  <c:v>1</c:v>
                </c:pt>
                <c:pt idx="332">
                  <c:v>0</c:v>
                </c:pt>
                <c:pt idx="333">
                  <c:v>3</c:v>
                </c:pt>
                <c:pt idx="334">
                  <c:v>0</c:v>
                </c:pt>
                <c:pt idx="335">
                  <c:v>3</c:v>
                </c:pt>
                <c:pt idx="336">
                  <c:v>5</c:v>
                </c:pt>
                <c:pt idx="337">
                  <c:v>1</c:v>
                </c:pt>
                <c:pt idx="338">
                  <c:v>3</c:v>
                </c:pt>
                <c:pt idx="339">
                  <c:v>3</c:v>
                </c:pt>
                <c:pt idx="340">
                  <c:v>1</c:v>
                </c:pt>
                <c:pt idx="341">
                  <c:v>3</c:v>
                </c:pt>
                <c:pt idx="342">
                  <c:v>2</c:v>
                </c:pt>
                <c:pt idx="343">
                  <c:v>8</c:v>
                </c:pt>
                <c:pt idx="344">
                  <c:v>239</c:v>
                </c:pt>
                <c:pt idx="345">
                  <c:v>133</c:v>
                </c:pt>
                <c:pt idx="346">
                  <c:v>6</c:v>
                </c:pt>
                <c:pt idx="347">
                  <c:v>14</c:v>
                </c:pt>
                <c:pt idx="348">
                  <c:v>21</c:v>
                </c:pt>
                <c:pt idx="349">
                  <c:v>23</c:v>
                </c:pt>
                <c:pt idx="350">
                  <c:v>7</c:v>
                </c:pt>
                <c:pt idx="351">
                  <c:v>67</c:v>
                </c:pt>
                <c:pt idx="352">
                  <c:v>2</c:v>
                </c:pt>
                <c:pt idx="353">
                  <c:v>6</c:v>
                </c:pt>
                <c:pt idx="354">
                  <c:v>0</c:v>
                </c:pt>
                <c:pt idx="355">
                  <c:v>1</c:v>
                </c:pt>
                <c:pt idx="356">
                  <c:v>1</c:v>
                </c:pt>
                <c:pt idx="357">
                  <c:v>5</c:v>
                </c:pt>
                <c:pt idx="358">
                  <c:v>6</c:v>
                </c:pt>
                <c:pt idx="359">
                  <c:v>6</c:v>
                </c:pt>
                <c:pt idx="360">
                  <c:v>8</c:v>
                </c:pt>
                <c:pt idx="361">
                  <c:v>6</c:v>
                </c:pt>
                <c:pt idx="362">
                  <c:v>3</c:v>
                </c:pt>
                <c:pt idx="363">
                  <c:v>10</c:v>
                </c:pt>
                <c:pt idx="364">
                  <c:v>4</c:v>
                </c:pt>
                <c:pt idx="365">
                  <c:v>10</c:v>
                </c:pt>
                <c:pt idx="366">
                  <c:v>6</c:v>
                </c:pt>
                <c:pt idx="367">
                  <c:v>5</c:v>
                </c:pt>
                <c:pt idx="368">
                  <c:v>2</c:v>
                </c:pt>
                <c:pt idx="369">
                  <c:v>5</c:v>
                </c:pt>
                <c:pt idx="370">
                  <c:v>2</c:v>
                </c:pt>
                <c:pt idx="371">
                  <c:v>2</c:v>
                </c:pt>
                <c:pt idx="372">
                  <c:v>9</c:v>
                </c:pt>
                <c:pt idx="373">
                  <c:v>6</c:v>
                </c:pt>
                <c:pt idx="374">
                  <c:v>4</c:v>
                </c:pt>
                <c:pt idx="375">
                  <c:v>0</c:v>
                </c:pt>
                <c:pt idx="376">
                  <c:v>0</c:v>
                </c:pt>
                <c:pt idx="377">
                  <c:v>4</c:v>
                </c:pt>
                <c:pt idx="378">
                  <c:v>2</c:v>
                </c:pt>
                <c:pt idx="379">
                  <c:v>1</c:v>
                </c:pt>
                <c:pt idx="380">
                  <c:v>2</c:v>
                </c:pt>
                <c:pt idx="381">
                  <c:v>0</c:v>
                </c:pt>
                <c:pt idx="382">
                  <c:v>3</c:v>
                </c:pt>
                <c:pt idx="383">
                  <c:v>0</c:v>
                </c:pt>
                <c:pt idx="384">
                  <c:v>2</c:v>
                </c:pt>
                <c:pt idx="385">
                  <c:v>0</c:v>
                </c:pt>
                <c:pt idx="386">
                  <c:v>0</c:v>
                </c:pt>
                <c:pt idx="387">
                  <c:v>5</c:v>
                </c:pt>
                <c:pt idx="388">
                  <c:v>4</c:v>
                </c:pt>
                <c:pt idx="389">
                  <c:v>2</c:v>
                </c:pt>
                <c:pt idx="390">
                  <c:v>0</c:v>
                </c:pt>
                <c:pt idx="391">
                  <c:v>0</c:v>
                </c:pt>
                <c:pt idx="392">
                  <c:v>0</c:v>
                </c:pt>
                <c:pt idx="393">
                  <c:v>1</c:v>
                </c:pt>
                <c:pt idx="394">
                  <c:v>1</c:v>
                </c:pt>
                <c:pt idx="395">
                  <c:v>4</c:v>
                </c:pt>
                <c:pt idx="396">
                  <c:v>12</c:v>
                </c:pt>
                <c:pt idx="397">
                  <c:v>12</c:v>
                </c:pt>
                <c:pt idx="398">
                  <c:v>3</c:v>
                </c:pt>
                <c:pt idx="399">
                  <c:v>1</c:v>
                </c:pt>
                <c:pt idx="400">
                  <c:v>3</c:v>
                </c:pt>
                <c:pt idx="401">
                  <c:v>3</c:v>
                </c:pt>
                <c:pt idx="402">
                  <c:v>5</c:v>
                </c:pt>
                <c:pt idx="403">
                  <c:v>2</c:v>
                </c:pt>
                <c:pt idx="404">
                  <c:v>0</c:v>
                </c:pt>
                <c:pt idx="405">
                  <c:v>1</c:v>
                </c:pt>
                <c:pt idx="406">
                  <c:v>4</c:v>
                </c:pt>
                <c:pt idx="407">
                  <c:v>2</c:v>
                </c:pt>
                <c:pt idx="408">
                  <c:v>0</c:v>
                </c:pt>
                <c:pt idx="409">
                  <c:v>0</c:v>
                </c:pt>
                <c:pt idx="410">
                  <c:v>0</c:v>
                </c:pt>
                <c:pt idx="411">
                  <c:v>1</c:v>
                </c:pt>
                <c:pt idx="412">
                  <c:v>1</c:v>
                </c:pt>
                <c:pt idx="413">
                  <c:v>2</c:v>
                </c:pt>
                <c:pt idx="414">
                  <c:v>1</c:v>
                </c:pt>
                <c:pt idx="415">
                  <c:v>7</c:v>
                </c:pt>
                <c:pt idx="416">
                  <c:v>1</c:v>
                </c:pt>
                <c:pt idx="417">
                  <c:v>2</c:v>
                </c:pt>
                <c:pt idx="418">
                  <c:v>2</c:v>
                </c:pt>
                <c:pt idx="419">
                  <c:v>0</c:v>
                </c:pt>
                <c:pt idx="420">
                  <c:v>1</c:v>
                </c:pt>
                <c:pt idx="421">
                  <c:v>0</c:v>
                </c:pt>
                <c:pt idx="422">
                  <c:v>8</c:v>
                </c:pt>
                <c:pt idx="423">
                  <c:v>10</c:v>
                </c:pt>
                <c:pt idx="424">
                  <c:v>8</c:v>
                </c:pt>
                <c:pt idx="425">
                  <c:v>4</c:v>
                </c:pt>
                <c:pt idx="426">
                  <c:v>1</c:v>
                </c:pt>
                <c:pt idx="427">
                  <c:v>3</c:v>
                </c:pt>
                <c:pt idx="428">
                  <c:v>5</c:v>
                </c:pt>
                <c:pt idx="429">
                  <c:v>0</c:v>
                </c:pt>
                <c:pt idx="430">
                  <c:v>2</c:v>
                </c:pt>
                <c:pt idx="431">
                  <c:v>2</c:v>
                </c:pt>
                <c:pt idx="432">
                  <c:v>2</c:v>
                </c:pt>
                <c:pt idx="433">
                  <c:v>1</c:v>
                </c:pt>
                <c:pt idx="434">
                  <c:v>4</c:v>
                </c:pt>
                <c:pt idx="435">
                  <c:v>35</c:v>
                </c:pt>
                <c:pt idx="436">
                  <c:v>66</c:v>
                </c:pt>
                <c:pt idx="437">
                  <c:v>29</c:v>
                </c:pt>
                <c:pt idx="438">
                  <c:v>13</c:v>
                </c:pt>
                <c:pt idx="439">
                  <c:v>1</c:v>
                </c:pt>
                <c:pt idx="440">
                  <c:v>3</c:v>
                </c:pt>
                <c:pt idx="441">
                  <c:v>0</c:v>
                </c:pt>
                <c:pt idx="442">
                  <c:v>3</c:v>
                </c:pt>
                <c:pt idx="443">
                  <c:v>3</c:v>
                </c:pt>
                <c:pt idx="444">
                  <c:v>2</c:v>
                </c:pt>
                <c:pt idx="445">
                  <c:v>5</c:v>
                </c:pt>
                <c:pt idx="446">
                  <c:v>1</c:v>
                </c:pt>
                <c:pt idx="447">
                  <c:v>21</c:v>
                </c:pt>
                <c:pt idx="448">
                  <c:v>3</c:v>
                </c:pt>
                <c:pt idx="449">
                  <c:v>10</c:v>
                </c:pt>
                <c:pt idx="450">
                  <c:v>2</c:v>
                </c:pt>
                <c:pt idx="451">
                  <c:v>7</c:v>
                </c:pt>
                <c:pt idx="452">
                  <c:v>4</c:v>
                </c:pt>
                <c:pt idx="453">
                  <c:v>1</c:v>
                </c:pt>
                <c:pt idx="454">
                  <c:v>5</c:v>
                </c:pt>
                <c:pt idx="455">
                  <c:v>7</c:v>
                </c:pt>
                <c:pt idx="456">
                  <c:v>8</c:v>
                </c:pt>
                <c:pt idx="457">
                  <c:v>0</c:v>
                </c:pt>
                <c:pt idx="458">
                  <c:v>1</c:v>
                </c:pt>
                <c:pt idx="459">
                  <c:v>3</c:v>
                </c:pt>
                <c:pt idx="460">
                  <c:v>1</c:v>
                </c:pt>
                <c:pt idx="461">
                  <c:v>1</c:v>
                </c:pt>
                <c:pt idx="462">
                  <c:v>0</c:v>
                </c:pt>
                <c:pt idx="463">
                  <c:v>1</c:v>
                </c:pt>
                <c:pt idx="464">
                  <c:v>4</c:v>
                </c:pt>
                <c:pt idx="465">
                  <c:v>7</c:v>
                </c:pt>
                <c:pt idx="466">
                  <c:v>0</c:v>
                </c:pt>
                <c:pt idx="467">
                  <c:v>0</c:v>
                </c:pt>
                <c:pt idx="468">
                  <c:v>3</c:v>
                </c:pt>
                <c:pt idx="469">
                  <c:v>5</c:v>
                </c:pt>
                <c:pt idx="470">
                  <c:v>2</c:v>
                </c:pt>
                <c:pt idx="471">
                  <c:v>1</c:v>
                </c:pt>
                <c:pt idx="472">
                  <c:v>4</c:v>
                </c:pt>
                <c:pt idx="473">
                  <c:v>9</c:v>
                </c:pt>
                <c:pt idx="474">
                  <c:v>8</c:v>
                </c:pt>
                <c:pt idx="475">
                  <c:v>5</c:v>
                </c:pt>
                <c:pt idx="476">
                  <c:v>1</c:v>
                </c:pt>
                <c:pt idx="477">
                  <c:v>2</c:v>
                </c:pt>
                <c:pt idx="478">
                  <c:v>4</c:v>
                </c:pt>
                <c:pt idx="479">
                  <c:v>0</c:v>
                </c:pt>
                <c:pt idx="480">
                  <c:v>4</c:v>
                </c:pt>
                <c:pt idx="481">
                  <c:v>3</c:v>
                </c:pt>
                <c:pt idx="482">
                  <c:v>0</c:v>
                </c:pt>
                <c:pt idx="483">
                  <c:v>2</c:v>
                </c:pt>
                <c:pt idx="484">
                  <c:v>7</c:v>
                </c:pt>
                <c:pt idx="485">
                  <c:v>1</c:v>
                </c:pt>
                <c:pt idx="486">
                  <c:v>0</c:v>
                </c:pt>
                <c:pt idx="487">
                  <c:v>6</c:v>
                </c:pt>
                <c:pt idx="488">
                  <c:v>2</c:v>
                </c:pt>
                <c:pt idx="489">
                  <c:v>9</c:v>
                </c:pt>
                <c:pt idx="490">
                  <c:v>9</c:v>
                </c:pt>
                <c:pt idx="491">
                  <c:v>3</c:v>
                </c:pt>
                <c:pt idx="492">
                  <c:v>4</c:v>
                </c:pt>
                <c:pt idx="493">
                  <c:v>4</c:v>
                </c:pt>
                <c:pt idx="494">
                  <c:v>4</c:v>
                </c:pt>
                <c:pt idx="495">
                  <c:v>9</c:v>
                </c:pt>
                <c:pt idx="496">
                  <c:v>2</c:v>
                </c:pt>
                <c:pt idx="497">
                  <c:v>1</c:v>
                </c:pt>
                <c:pt idx="498">
                  <c:v>8</c:v>
                </c:pt>
                <c:pt idx="499">
                  <c:v>4</c:v>
                </c:pt>
                <c:pt idx="500">
                  <c:v>1</c:v>
                </c:pt>
                <c:pt idx="501">
                  <c:v>3</c:v>
                </c:pt>
                <c:pt idx="502">
                  <c:v>1</c:v>
                </c:pt>
                <c:pt idx="503">
                  <c:v>4</c:v>
                </c:pt>
                <c:pt idx="504">
                  <c:v>1</c:v>
                </c:pt>
                <c:pt idx="505">
                  <c:v>1</c:v>
                </c:pt>
                <c:pt idx="506">
                  <c:v>1</c:v>
                </c:pt>
                <c:pt idx="507">
                  <c:v>2</c:v>
                </c:pt>
                <c:pt idx="508">
                  <c:v>0</c:v>
                </c:pt>
                <c:pt idx="509">
                  <c:v>4</c:v>
                </c:pt>
                <c:pt idx="510">
                  <c:v>5</c:v>
                </c:pt>
                <c:pt idx="511">
                  <c:v>6</c:v>
                </c:pt>
                <c:pt idx="512">
                  <c:v>3</c:v>
                </c:pt>
                <c:pt idx="513">
                  <c:v>4</c:v>
                </c:pt>
                <c:pt idx="514">
                  <c:v>31</c:v>
                </c:pt>
                <c:pt idx="515">
                  <c:v>0</c:v>
                </c:pt>
                <c:pt idx="516">
                  <c:v>2</c:v>
                </c:pt>
                <c:pt idx="517">
                  <c:v>2</c:v>
                </c:pt>
                <c:pt idx="518">
                  <c:v>1</c:v>
                </c:pt>
                <c:pt idx="519">
                  <c:v>0</c:v>
                </c:pt>
                <c:pt idx="520">
                  <c:v>1</c:v>
                </c:pt>
                <c:pt idx="521">
                  <c:v>0</c:v>
                </c:pt>
                <c:pt idx="522">
                  <c:v>0</c:v>
                </c:pt>
                <c:pt idx="523">
                  <c:v>3</c:v>
                </c:pt>
                <c:pt idx="524">
                  <c:v>6</c:v>
                </c:pt>
                <c:pt idx="525">
                  <c:v>1</c:v>
                </c:pt>
                <c:pt idx="526">
                  <c:v>5</c:v>
                </c:pt>
                <c:pt idx="527">
                  <c:v>5</c:v>
                </c:pt>
                <c:pt idx="528">
                  <c:v>0</c:v>
                </c:pt>
                <c:pt idx="529">
                  <c:v>1</c:v>
                </c:pt>
                <c:pt idx="530">
                  <c:v>22</c:v>
                </c:pt>
                <c:pt idx="531">
                  <c:v>5</c:v>
                </c:pt>
                <c:pt idx="532">
                  <c:v>6</c:v>
                </c:pt>
                <c:pt idx="533">
                  <c:v>15</c:v>
                </c:pt>
                <c:pt idx="534">
                  <c:v>12</c:v>
                </c:pt>
                <c:pt idx="535">
                  <c:v>17</c:v>
                </c:pt>
                <c:pt idx="536">
                  <c:v>4</c:v>
                </c:pt>
                <c:pt idx="537">
                  <c:v>14</c:v>
                </c:pt>
                <c:pt idx="538">
                  <c:v>3</c:v>
                </c:pt>
                <c:pt idx="539">
                  <c:v>6</c:v>
                </c:pt>
                <c:pt idx="540">
                  <c:v>3</c:v>
                </c:pt>
                <c:pt idx="541">
                  <c:v>0</c:v>
                </c:pt>
                <c:pt idx="542">
                  <c:v>1</c:v>
                </c:pt>
                <c:pt idx="543">
                  <c:v>0</c:v>
                </c:pt>
                <c:pt idx="544">
                  <c:v>2</c:v>
                </c:pt>
                <c:pt idx="545">
                  <c:v>1</c:v>
                </c:pt>
                <c:pt idx="546">
                  <c:v>0</c:v>
                </c:pt>
                <c:pt idx="547">
                  <c:v>1</c:v>
                </c:pt>
                <c:pt idx="548">
                  <c:v>3</c:v>
                </c:pt>
                <c:pt idx="549">
                  <c:v>2</c:v>
                </c:pt>
                <c:pt idx="550">
                  <c:v>1</c:v>
                </c:pt>
                <c:pt idx="551">
                  <c:v>0</c:v>
                </c:pt>
                <c:pt idx="552">
                  <c:v>0</c:v>
                </c:pt>
                <c:pt idx="553">
                  <c:v>9</c:v>
                </c:pt>
                <c:pt idx="554">
                  <c:v>5</c:v>
                </c:pt>
                <c:pt idx="555">
                  <c:v>10</c:v>
                </c:pt>
                <c:pt idx="556">
                  <c:v>0</c:v>
                </c:pt>
                <c:pt idx="557">
                  <c:v>7</c:v>
                </c:pt>
                <c:pt idx="558">
                  <c:v>6</c:v>
                </c:pt>
                <c:pt idx="559">
                  <c:v>2</c:v>
                </c:pt>
                <c:pt idx="560">
                  <c:v>0</c:v>
                </c:pt>
                <c:pt idx="561">
                  <c:v>3</c:v>
                </c:pt>
                <c:pt idx="562">
                  <c:v>0</c:v>
                </c:pt>
                <c:pt idx="563">
                  <c:v>2</c:v>
                </c:pt>
                <c:pt idx="564">
                  <c:v>1</c:v>
                </c:pt>
                <c:pt idx="565">
                  <c:v>1</c:v>
                </c:pt>
                <c:pt idx="566">
                  <c:v>0</c:v>
                </c:pt>
                <c:pt idx="567">
                  <c:v>3</c:v>
                </c:pt>
                <c:pt idx="568">
                  <c:v>0</c:v>
                </c:pt>
                <c:pt idx="569">
                  <c:v>1</c:v>
                </c:pt>
                <c:pt idx="570">
                  <c:v>1</c:v>
                </c:pt>
                <c:pt idx="571">
                  <c:v>0</c:v>
                </c:pt>
                <c:pt idx="572">
                  <c:v>5</c:v>
                </c:pt>
                <c:pt idx="573">
                  <c:v>3</c:v>
                </c:pt>
                <c:pt idx="574">
                  <c:v>8</c:v>
                </c:pt>
                <c:pt idx="575">
                  <c:v>4</c:v>
                </c:pt>
                <c:pt idx="576">
                  <c:v>1</c:v>
                </c:pt>
                <c:pt idx="577">
                  <c:v>2</c:v>
                </c:pt>
                <c:pt idx="578">
                  <c:v>0</c:v>
                </c:pt>
                <c:pt idx="579">
                  <c:v>1</c:v>
                </c:pt>
                <c:pt idx="580">
                  <c:v>3</c:v>
                </c:pt>
                <c:pt idx="581">
                  <c:v>40</c:v>
                </c:pt>
                <c:pt idx="582">
                  <c:v>3</c:v>
                </c:pt>
                <c:pt idx="583">
                  <c:v>7</c:v>
                </c:pt>
                <c:pt idx="584">
                  <c:v>3</c:v>
                </c:pt>
                <c:pt idx="585">
                  <c:v>2</c:v>
                </c:pt>
                <c:pt idx="586">
                  <c:v>7</c:v>
                </c:pt>
                <c:pt idx="587">
                  <c:v>2</c:v>
                </c:pt>
                <c:pt idx="588">
                  <c:v>1</c:v>
                </c:pt>
                <c:pt idx="589">
                  <c:v>3</c:v>
                </c:pt>
                <c:pt idx="590">
                  <c:v>10</c:v>
                </c:pt>
                <c:pt idx="591">
                  <c:v>5</c:v>
                </c:pt>
                <c:pt idx="592">
                  <c:v>2</c:v>
                </c:pt>
                <c:pt idx="593">
                  <c:v>1</c:v>
                </c:pt>
                <c:pt idx="594">
                  <c:v>1</c:v>
                </c:pt>
                <c:pt idx="595">
                  <c:v>1</c:v>
                </c:pt>
                <c:pt idx="596">
                  <c:v>2</c:v>
                </c:pt>
                <c:pt idx="597">
                  <c:v>3</c:v>
                </c:pt>
                <c:pt idx="598">
                  <c:v>2</c:v>
                </c:pt>
                <c:pt idx="599">
                  <c:v>1</c:v>
                </c:pt>
                <c:pt idx="600">
                  <c:v>8</c:v>
                </c:pt>
                <c:pt idx="601">
                  <c:v>11</c:v>
                </c:pt>
                <c:pt idx="602">
                  <c:v>12</c:v>
                </c:pt>
                <c:pt idx="603">
                  <c:v>1</c:v>
                </c:pt>
                <c:pt idx="604">
                  <c:v>0</c:v>
                </c:pt>
                <c:pt idx="605">
                  <c:v>0</c:v>
                </c:pt>
                <c:pt idx="606">
                  <c:v>5</c:v>
                </c:pt>
                <c:pt idx="607">
                  <c:v>4</c:v>
                </c:pt>
                <c:pt idx="608">
                  <c:v>10</c:v>
                </c:pt>
                <c:pt idx="609">
                  <c:v>0</c:v>
                </c:pt>
                <c:pt idx="610">
                  <c:v>2</c:v>
                </c:pt>
                <c:pt idx="611">
                  <c:v>1</c:v>
                </c:pt>
                <c:pt idx="612">
                  <c:v>0</c:v>
                </c:pt>
                <c:pt idx="613">
                  <c:v>2</c:v>
                </c:pt>
                <c:pt idx="614">
                  <c:v>7</c:v>
                </c:pt>
                <c:pt idx="615">
                  <c:v>2</c:v>
                </c:pt>
                <c:pt idx="616">
                  <c:v>2</c:v>
                </c:pt>
                <c:pt idx="617">
                  <c:v>3</c:v>
                </c:pt>
                <c:pt idx="618">
                  <c:v>1</c:v>
                </c:pt>
                <c:pt idx="619">
                  <c:v>9</c:v>
                </c:pt>
                <c:pt idx="620">
                  <c:v>23</c:v>
                </c:pt>
                <c:pt idx="621">
                  <c:v>60</c:v>
                </c:pt>
                <c:pt idx="622">
                  <c:v>1</c:v>
                </c:pt>
                <c:pt idx="623">
                  <c:v>4</c:v>
                </c:pt>
                <c:pt idx="624">
                  <c:v>2</c:v>
                </c:pt>
                <c:pt idx="625">
                  <c:v>1</c:v>
                </c:pt>
                <c:pt idx="626">
                  <c:v>1</c:v>
                </c:pt>
                <c:pt idx="627">
                  <c:v>6</c:v>
                </c:pt>
                <c:pt idx="628">
                  <c:v>50</c:v>
                </c:pt>
                <c:pt idx="629">
                  <c:v>52</c:v>
                </c:pt>
                <c:pt idx="630">
                  <c:v>1</c:v>
                </c:pt>
                <c:pt idx="631">
                  <c:v>1</c:v>
                </c:pt>
                <c:pt idx="632">
                  <c:v>0</c:v>
                </c:pt>
                <c:pt idx="633">
                  <c:v>21</c:v>
                </c:pt>
                <c:pt idx="634">
                  <c:v>16</c:v>
                </c:pt>
                <c:pt idx="635">
                  <c:v>5</c:v>
                </c:pt>
                <c:pt idx="636">
                  <c:v>5</c:v>
                </c:pt>
                <c:pt idx="637">
                  <c:v>1</c:v>
                </c:pt>
                <c:pt idx="638">
                  <c:v>2</c:v>
                </c:pt>
                <c:pt idx="639">
                  <c:v>4</c:v>
                </c:pt>
                <c:pt idx="640">
                  <c:v>0</c:v>
                </c:pt>
                <c:pt idx="641">
                  <c:v>6</c:v>
                </c:pt>
                <c:pt idx="642">
                  <c:v>1</c:v>
                </c:pt>
                <c:pt idx="643">
                  <c:v>9</c:v>
                </c:pt>
                <c:pt idx="644">
                  <c:v>6</c:v>
                </c:pt>
                <c:pt idx="645">
                  <c:v>8</c:v>
                </c:pt>
                <c:pt idx="646">
                  <c:v>5</c:v>
                </c:pt>
                <c:pt idx="647">
                  <c:v>1</c:v>
                </c:pt>
                <c:pt idx="648">
                  <c:v>1</c:v>
                </c:pt>
                <c:pt idx="649">
                  <c:v>8</c:v>
                </c:pt>
                <c:pt idx="650">
                  <c:v>10</c:v>
                </c:pt>
                <c:pt idx="651">
                  <c:v>5</c:v>
                </c:pt>
                <c:pt idx="652">
                  <c:v>2</c:v>
                </c:pt>
                <c:pt idx="653">
                  <c:v>0</c:v>
                </c:pt>
                <c:pt idx="654">
                  <c:v>5</c:v>
                </c:pt>
                <c:pt idx="655">
                  <c:v>2</c:v>
                </c:pt>
                <c:pt idx="656">
                  <c:v>4</c:v>
                </c:pt>
                <c:pt idx="657">
                  <c:v>8</c:v>
                </c:pt>
                <c:pt idx="658">
                  <c:v>0</c:v>
                </c:pt>
                <c:pt idx="659">
                  <c:v>2</c:v>
                </c:pt>
                <c:pt idx="660">
                  <c:v>3</c:v>
                </c:pt>
                <c:pt idx="661">
                  <c:v>16</c:v>
                </c:pt>
                <c:pt idx="662">
                  <c:v>5</c:v>
                </c:pt>
                <c:pt idx="663">
                  <c:v>2</c:v>
                </c:pt>
                <c:pt idx="664">
                  <c:v>1</c:v>
                </c:pt>
                <c:pt idx="665">
                  <c:v>3</c:v>
                </c:pt>
                <c:pt idx="666">
                  <c:v>0</c:v>
                </c:pt>
                <c:pt idx="667">
                  <c:v>1</c:v>
                </c:pt>
                <c:pt idx="668">
                  <c:v>2</c:v>
                </c:pt>
                <c:pt idx="669">
                  <c:v>6</c:v>
                </c:pt>
                <c:pt idx="670">
                  <c:v>1</c:v>
                </c:pt>
                <c:pt idx="671">
                  <c:v>0</c:v>
                </c:pt>
                <c:pt idx="672">
                  <c:v>0</c:v>
                </c:pt>
                <c:pt idx="673">
                  <c:v>12</c:v>
                </c:pt>
                <c:pt idx="674">
                  <c:v>6</c:v>
                </c:pt>
                <c:pt idx="675">
                  <c:v>0</c:v>
                </c:pt>
                <c:pt idx="676">
                  <c:v>1</c:v>
                </c:pt>
                <c:pt idx="677">
                  <c:v>0</c:v>
                </c:pt>
                <c:pt idx="678">
                  <c:v>0</c:v>
                </c:pt>
                <c:pt idx="679">
                  <c:v>2</c:v>
                </c:pt>
                <c:pt idx="680">
                  <c:v>1</c:v>
                </c:pt>
                <c:pt idx="681">
                  <c:v>5</c:v>
                </c:pt>
                <c:pt idx="682">
                  <c:v>0</c:v>
                </c:pt>
                <c:pt idx="683">
                  <c:v>0</c:v>
                </c:pt>
                <c:pt idx="684">
                  <c:v>0</c:v>
                </c:pt>
                <c:pt idx="685">
                  <c:v>1</c:v>
                </c:pt>
                <c:pt idx="686">
                  <c:v>6</c:v>
                </c:pt>
                <c:pt idx="687">
                  <c:v>3</c:v>
                </c:pt>
                <c:pt idx="688">
                  <c:v>13</c:v>
                </c:pt>
                <c:pt idx="689">
                  <c:v>2</c:v>
                </c:pt>
                <c:pt idx="690">
                  <c:v>1</c:v>
                </c:pt>
                <c:pt idx="691">
                  <c:v>0</c:v>
                </c:pt>
                <c:pt idx="692">
                  <c:v>3</c:v>
                </c:pt>
                <c:pt idx="693">
                  <c:v>4</c:v>
                </c:pt>
                <c:pt idx="694">
                  <c:v>1</c:v>
                </c:pt>
                <c:pt idx="695">
                  <c:v>4</c:v>
                </c:pt>
                <c:pt idx="696">
                  <c:v>5</c:v>
                </c:pt>
                <c:pt idx="697">
                  <c:v>26</c:v>
                </c:pt>
                <c:pt idx="698">
                  <c:v>1</c:v>
                </c:pt>
                <c:pt idx="699">
                  <c:v>4</c:v>
                </c:pt>
                <c:pt idx="700">
                  <c:v>0</c:v>
                </c:pt>
                <c:pt idx="701">
                  <c:v>0</c:v>
                </c:pt>
                <c:pt idx="702">
                  <c:v>2</c:v>
                </c:pt>
                <c:pt idx="703">
                  <c:v>4</c:v>
                </c:pt>
                <c:pt idx="704">
                  <c:v>2</c:v>
                </c:pt>
                <c:pt idx="705">
                  <c:v>0</c:v>
                </c:pt>
                <c:pt idx="706">
                  <c:v>0</c:v>
                </c:pt>
                <c:pt idx="707">
                  <c:v>2</c:v>
                </c:pt>
                <c:pt idx="708">
                  <c:v>2</c:v>
                </c:pt>
                <c:pt idx="709">
                  <c:v>0</c:v>
                </c:pt>
                <c:pt idx="710">
                  <c:v>0</c:v>
                </c:pt>
                <c:pt idx="711">
                  <c:v>7</c:v>
                </c:pt>
                <c:pt idx="712">
                  <c:v>2</c:v>
                </c:pt>
                <c:pt idx="713">
                  <c:v>8</c:v>
                </c:pt>
                <c:pt idx="714">
                  <c:v>2</c:v>
                </c:pt>
                <c:pt idx="715">
                  <c:v>2</c:v>
                </c:pt>
                <c:pt idx="716">
                  <c:v>1</c:v>
                </c:pt>
                <c:pt idx="717">
                  <c:v>0</c:v>
                </c:pt>
                <c:pt idx="718">
                  <c:v>0</c:v>
                </c:pt>
                <c:pt idx="719">
                  <c:v>3</c:v>
                </c:pt>
                <c:pt idx="720">
                  <c:v>1</c:v>
                </c:pt>
                <c:pt idx="721">
                  <c:v>2</c:v>
                </c:pt>
                <c:pt idx="722">
                  <c:v>1</c:v>
                </c:pt>
                <c:pt idx="723">
                  <c:v>2</c:v>
                </c:pt>
                <c:pt idx="724">
                  <c:v>5</c:v>
                </c:pt>
                <c:pt idx="725">
                  <c:v>2</c:v>
                </c:pt>
                <c:pt idx="726">
                  <c:v>4</c:v>
                </c:pt>
                <c:pt idx="727">
                  <c:v>2</c:v>
                </c:pt>
                <c:pt idx="728">
                  <c:v>14</c:v>
                </c:pt>
                <c:pt idx="729">
                  <c:v>2</c:v>
                </c:pt>
                <c:pt idx="730">
                  <c:v>5</c:v>
                </c:pt>
                <c:pt idx="731">
                  <c:v>0</c:v>
                </c:pt>
                <c:pt idx="732">
                  <c:v>4</c:v>
                </c:pt>
                <c:pt idx="733">
                  <c:v>0</c:v>
                </c:pt>
                <c:pt idx="734">
                  <c:v>2</c:v>
                </c:pt>
                <c:pt idx="735">
                  <c:v>0</c:v>
                </c:pt>
                <c:pt idx="736">
                  <c:v>5</c:v>
                </c:pt>
                <c:pt idx="737">
                  <c:v>1</c:v>
                </c:pt>
                <c:pt idx="738">
                  <c:v>4</c:v>
                </c:pt>
                <c:pt idx="739">
                  <c:v>3</c:v>
                </c:pt>
                <c:pt idx="740">
                  <c:v>10</c:v>
                </c:pt>
                <c:pt idx="741">
                  <c:v>0</c:v>
                </c:pt>
                <c:pt idx="742">
                  <c:v>1</c:v>
                </c:pt>
                <c:pt idx="743">
                  <c:v>4</c:v>
                </c:pt>
                <c:pt idx="744">
                  <c:v>6</c:v>
                </c:pt>
                <c:pt idx="745">
                  <c:v>4</c:v>
                </c:pt>
                <c:pt idx="746">
                  <c:v>2</c:v>
                </c:pt>
                <c:pt idx="747">
                  <c:v>1</c:v>
                </c:pt>
                <c:pt idx="748">
                  <c:v>0</c:v>
                </c:pt>
                <c:pt idx="749">
                  <c:v>0</c:v>
                </c:pt>
                <c:pt idx="750">
                  <c:v>1</c:v>
                </c:pt>
                <c:pt idx="751">
                  <c:v>4</c:v>
                </c:pt>
                <c:pt idx="752">
                  <c:v>10</c:v>
                </c:pt>
                <c:pt idx="753">
                  <c:v>7</c:v>
                </c:pt>
                <c:pt idx="754">
                  <c:v>0</c:v>
                </c:pt>
                <c:pt idx="755">
                  <c:v>5</c:v>
                </c:pt>
                <c:pt idx="756">
                  <c:v>0</c:v>
                </c:pt>
                <c:pt idx="757">
                  <c:v>2</c:v>
                </c:pt>
                <c:pt idx="758">
                  <c:v>1</c:v>
                </c:pt>
                <c:pt idx="759">
                  <c:v>9</c:v>
                </c:pt>
                <c:pt idx="760">
                  <c:v>6</c:v>
                </c:pt>
                <c:pt idx="761">
                  <c:v>3</c:v>
                </c:pt>
                <c:pt idx="762">
                  <c:v>6</c:v>
                </c:pt>
                <c:pt idx="763">
                  <c:v>1</c:v>
                </c:pt>
                <c:pt idx="764">
                  <c:v>2</c:v>
                </c:pt>
                <c:pt idx="765">
                  <c:v>1</c:v>
                </c:pt>
                <c:pt idx="766">
                  <c:v>0</c:v>
                </c:pt>
                <c:pt idx="767">
                  <c:v>1</c:v>
                </c:pt>
                <c:pt idx="768">
                  <c:v>0</c:v>
                </c:pt>
                <c:pt idx="769">
                  <c:v>3</c:v>
                </c:pt>
                <c:pt idx="770">
                  <c:v>1</c:v>
                </c:pt>
                <c:pt idx="771">
                  <c:v>2</c:v>
                </c:pt>
                <c:pt idx="772">
                  <c:v>1</c:v>
                </c:pt>
                <c:pt idx="773">
                  <c:v>1</c:v>
                </c:pt>
                <c:pt idx="774">
                  <c:v>1</c:v>
                </c:pt>
                <c:pt idx="775">
                  <c:v>0</c:v>
                </c:pt>
                <c:pt idx="776">
                  <c:v>1</c:v>
                </c:pt>
                <c:pt idx="777">
                  <c:v>1</c:v>
                </c:pt>
                <c:pt idx="778">
                  <c:v>1</c:v>
                </c:pt>
                <c:pt idx="779">
                  <c:v>4</c:v>
                </c:pt>
                <c:pt idx="780">
                  <c:v>6</c:v>
                </c:pt>
                <c:pt idx="781">
                  <c:v>8</c:v>
                </c:pt>
                <c:pt idx="782">
                  <c:v>5</c:v>
                </c:pt>
                <c:pt idx="783">
                  <c:v>27</c:v>
                </c:pt>
                <c:pt idx="784">
                  <c:v>21</c:v>
                </c:pt>
                <c:pt idx="785">
                  <c:v>10</c:v>
                </c:pt>
                <c:pt idx="786">
                  <c:v>27</c:v>
                </c:pt>
                <c:pt idx="787">
                  <c:v>21</c:v>
                </c:pt>
                <c:pt idx="788">
                  <c:v>5</c:v>
                </c:pt>
                <c:pt idx="789">
                  <c:v>3</c:v>
                </c:pt>
                <c:pt idx="790">
                  <c:v>0</c:v>
                </c:pt>
                <c:pt idx="791">
                  <c:v>3</c:v>
                </c:pt>
                <c:pt idx="792">
                  <c:v>1</c:v>
                </c:pt>
                <c:pt idx="793">
                  <c:v>1</c:v>
                </c:pt>
                <c:pt idx="794">
                  <c:v>0</c:v>
                </c:pt>
                <c:pt idx="795">
                  <c:v>10</c:v>
                </c:pt>
                <c:pt idx="796">
                  <c:v>2</c:v>
                </c:pt>
                <c:pt idx="797">
                  <c:v>0</c:v>
                </c:pt>
                <c:pt idx="798">
                  <c:v>5</c:v>
                </c:pt>
                <c:pt idx="799">
                  <c:v>4</c:v>
                </c:pt>
                <c:pt idx="800">
                  <c:v>5</c:v>
                </c:pt>
                <c:pt idx="801">
                  <c:v>2</c:v>
                </c:pt>
                <c:pt idx="802">
                  <c:v>7</c:v>
                </c:pt>
                <c:pt idx="803">
                  <c:v>1</c:v>
                </c:pt>
                <c:pt idx="804">
                  <c:v>4</c:v>
                </c:pt>
                <c:pt idx="805">
                  <c:v>6</c:v>
                </c:pt>
                <c:pt idx="806">
                  <c:v>0</c:v>
                </c:pt>
                <c:pt idx="807">
                  <c:v>0</c:v>
                </c:pt>
                <c:pt idx="808">
                  <c:v>5</c:v>
                </c:pt>
                <c:pt idx="809">
                  <c:v>1</c:v>
                </c:pt>
                <c:pt idx="810">
                  <c:v>0</c:v>
                </c:pt>
                <c:pt idx="811">
                  <c:v>0</c:v>
                </c:pt>
                <c:pt idx="812">
                  <c:v>0</c:v>
                </c:pt>
                <c:pt idx="813">
                  <c:v>1</c:v>
                </c:pt>
                <c:pt idx="814">
                  <c:v>1</c:v>
                </c:pt>
                <c:pt idx="815">
                  <c:v>1</c:v>
                </c:pt>
                <c:pt idx="816">
                  <c:v>3</c:v>
                </c:pt>
                <c:pt idx="817">
                  <c:v>0</c:v>
                </c:pt>
                <c:pt idx="818">
                  <c:v>1</c:v>
                </c:pt>
                <c:pt idx="819">
                  <c:v>3</c:v>
                </c:pt>
                <c:pt idx="820">
                  <c:v>6</c:v>
                </c:pt>
                <c:pt idx="821">
                  <c:v>3</c:v>
                </c:pt>
                <c:pt idx="822">
                  <c:v>16</c:v>
                </c:pt>
                <c:pt idx="823">
                  <c:v>2</c:v>
                </c:pt>
                <c:pt idx="824">
                  <c:v>2</c:v>
                </c:pt>
                <c:pt idx="825">
                  <c:v>0</c:v>
                </c:pt>
                <c:pt idx="826">
                  <c:v>3</c:v>
                </c:pt>
                <c:pt idx="827">
                  <c:v>4</c:v>
                </c:pt>
                <c:pt idx="828">
                  <c:v>1</c:v>
                </c:pt>
                <c:pt idx="829">
                  <c:v>1</c:v>
                </c:pt>
                <c:pt idx="830">
                  <c:v>0</c:v>
                </c:pt>
                <c:pt idx="831">
                  <c:v>4</c:v>
                </c:pt>
                <c:pt idx="832">
                  <c:v>8</c:v>
                </c:pt>
                <c:pt idx="833">
                  <c:v>4</c:v>
                </c:pt>
                <c:pt idx="834">
                  <c:v>4</c:v>
                </c:pt>
                <c:pt idx="835">
                  <c:v>4</c:v>
                </c:pt>
                <c:pt idx="836">
                  <c:v>0</c:v>
                </c:pt>
                <c:pt idx="837">
                  <c:v>1</c:v>
                </c:pt>
                <c:pt idx="838">
                  <c:v>1</c:v>
                </c:pt>
                <c:pt idx="839">
                  <c:v>0</c:v>
                </c:pt>
                <c:pt idx="840">
                  <c:v>14</c:v>
                </c:pt>
                <c:pt idx="841">
                  <c:v>2</c:v>
                </c:pt>
                <c:pt idx="842">
                  <c:v>1</c:v>
                </c:pt>
                <c:pt idx="843">
                  <c:v>7</c:v>
                </c:pt>
                <c:pt idx="844">
                  <c:v>2</c:v>
                </c:pt>
                <c:pt idx="845">
                  <c:v>1</c:v>
                </c:pt>
                <c:pt idx="846">
                  <c:v>2</c:v>
                </c:pt>
                <c:pt idx="847">
                  <c:v>0</c:v>
                </c:pt>
                <c:pt idx="848">
                  <c:v>4</c:v>
                </c:pt>
                <c:pt idx="849">
                  <c:v>1</c:v>
                </c:pt>
                <c:pt idx="850">
                  <c:v>2</c:v>
                </c:pt>
                <c:pt idx="851">
                  <c:v>2</c:v>
                </c:pt>
                <c:pt idx="852">
                  <c:v>0</c:v>
                </c:pt>
                <c:pt idx="853">
                  <c:v>2</c:v>
                </c:pt>
                <c:pt idx="854">
                  <c:v>3</c:v>
                </c:pt>
                <c:pt idx="855">
                  <c:v>4</c:v>
                </c:pt>
                <c:pt idx="856">
                  <c:v>0</c:v>
                </c:pt>
                <c:pt idx="857">
                  <c:v>5</c:v>
                </c:pt>
                <c:pt idx="858">
                  <c:v>4</c:v>
                </c:pt>
                <c:pt idx="859">
                  <c:v>2</c:v>
                </c:pt>
                <c:pt idx="860">
                  <c:v>3</c:v>
                </c:pt>
                <c:pt idx="861">
                  <c:v>7</c:v>
                </c:pt>
                <c:pt idx="862">
                  <c:v>1</c:v>
                </c:pt>
                <c:pt idx="863">
                  <c:v>0</c:v>
                </c:pt>
                <c:pt idx="864">
                  <c:v>2</c:v>
                </c:pt>
                <c:pt idx="865">
                  <c:v>1</c:v>
                </c:pt>
                <c:pt idx="866">
                  <c:v>0</c:v>
                </c:pt>
                <c:pt idx="867">
                  <c:v>3</c:v>
                </c:pt>
                <c:pt idx="868">
                  <c:v>4</c:v>
                </c:pt>
                <c:pt idx="869">
                  <c:v>0</c:v>
                </c:pt>
                <c:pt idx="870">
                  <c:v>4</c:v>
                </c:pt>
                <c:pt idx="871">
                  <c:v>13</c:v>
                </c:pt>
                <c:pt idx="872">
                  <c:v>9</c:v>
                </c:pt>
                <c:pt idx="873">
                  <c:v>0</c:v>
                </c:pt>
                <c:pt idx="874">
                  <c:v>1</c:v>
                </c:pt>
                <c:pt idx="875">
                  <c:v>0</c:v>
                </c:pt>
                <c:pt idx="876">
                  <c:v>1</c:v>
                </c:pt>
                <c:pt idx="877">
                  <c:v>0</c:v>
                </c:pt>
                <c:pt idx="878">
                  <c:v>3</c:v>
                </c:pt>
                <c:pt idx="879">
                  <c:v>2</c:v>
                </c:pt>
                <c:pt idx="880">
                  <c:v>2</c:v>
                </c:pt>
                <c:pt idx="881">
                  <c:v>1</c:v>
                </c:pt>
                <c:pt idx="882">
                  <c:v>0</c:v>
                </c:pt>
                <c:pt idx="883">
                  <c:v>0</c:v>
                </c:pt>
                <c:pt idx="884">
                  <c:v>1</c:v>
                </c:pt>
                <c:pt idx="885">
                  <c:v>2</c:v>
                </c:pt>
                <c:pt idx="886">
                  <c:v>3</c:v>
                </c:pt>
                <c:pt idx="887">
                  <c:v>1</c:v>
                </c:pt>
                <c:pt idx="888">
                  <c:v>0</c:v>
                </c:pt>
                <c:pt idx="889">
                  <c:v>0</c:v>
                </c:pt>
                <c:pt idx="890">
                  <c:v>1</c:v>
                </c:pt>
                <c:pt idx="891">
                  <c:v>1</c:v>
                </c:pt>
                <c:pt idx="892">
                  <c:v>2</c:v>
                </c:pt>
                <c:pt idx="893">
                  <c:v>0</c:v>
                </c:pt>
                <c:pt idx="894">
                  <c:v>2</c:v>
                </c:pt>
                <c:pt idx="895">
                  <c:v>1</c:v>
                </c:pt>
                <c:pt idx="896">
                  <c:v>0</c:v>
                </c:pt>
                <c:pt idx="897">
                  <c:v>1</c:v>
                </c:pt>
                <c:pt idx="898">
                  <c:v>0</c:v>
                </c:pt>
                <c:pt idx="899">
                  <c:v>1</c:v>
                </c:pt>
                <c:pt idx="900">
                  <c:v>0</c:v>
                </c:pt>
                <c:pt idx="901">
                  <c:v>2</c:v>
                </c:pt>
                <c:pt idx="902">
                  <c:v>5</c:v>
                </c:pt>
                <c:pt idx="903">
                  <c:v>1</c:v>
                </c:pt>
                <c:pt idx="904">
                  <c:v>5</c:v>
                </c:pt>
                <c:pt idx="905">
                  <c:v>5</c:v>
                </c:pt>
                <c:pt idx="906">
                  <c:v>1</c:v>
                </c:pt>
                <c:pt idx="907">
                  <c:v>3</c:v>
                </c:pt>
                <c:pt idx="908">
                  <c:v>1</c:v>
                </c:pt>
                <c:pt idx="909">
                  <c:v>3</c:v>
                </c:pt>
                <c:pt idx="910">
                  <c:v>2</c:v>
                </c:pt>
                <c:pt idx="911">
                  <c:v>0</c:v>
                </c:pt>
                <c:pt idx="912">
                  <c:v>4</c:v>
                </c:pt>
                <c:pt idx="913">
                  <c:v>3</c:v>
                </c:pt>
                <c:pt idx="914">
                  <c:v>2</c:v>
                </c:pt>
                <c:pt idx="915">
                  <c:v>0</c:v>
                </c:pt>
                <c:pt idx="916">
                  <c:v>1</c:v>
                </c:pt>
                <c:pt idx="917">
                  <c:v>0</c:v>
                </c:pt>
                <c:pt idx="918">
                  <c:v>2</c:v>
                </c:pt>
                <c:pt idx="919">
                  <c:v>2</c:v>
                </c:pt>
                <c:pt idx="920">
                  <c:v>3</c:v>
                </c:pt>
                <c:pt idx="921">
                  <c:v>4</c:v>
                </c:pt>
                <c:pt idx="922">
                  <c:v>0</c:v>
                </c:pt>
                <c:pt idx="923">
                  <c:v>2</c:v>
                </c:pt>
                <c:pt idx="924">
                  <c:v>0</c:v>
                </c:pt>
                <c:pt idx="925">
                  <c:v>0</c:v>
                </c:pt>
                <c:pt idx="926">
                  <c:v>4</c:v>
                </c:pt>
                <c:pt idx="927">
                  <c:v>8</c:v>
                </c:pt>
                <c:pt idx="928">
                  <c:v>5</c:v>
                </c:pt>
                <c:pt idx="929">
                  <c:v>7</c:v>
                </c:pt>
                <c:pt idx="930">
                  <c:v>1</c:v>
                </c:pt>
                <c:pt idx="931">
                  <c:v>1</c:v>
                </c:pt>
                <c:pt idx="932">
                  <c:v>2</c:v>
                </c:pt>
                <c:pt idx="933">
                  <c:v>4</c:v>
                </c:pt>
                <c:pt idx="934">
                  <c:v>3</c:v>
                </c:pt>
                <c:pt idx="935">
                  <c:v>4</c:v>
                </c:pt>
                <c:pt idx="936">
                  <c:v>0</c:v>
                </c:pt>
                <c:pt idx="937">
                  <c:v>0</c:v>
                </c:pt>
                <c:pt idx="938">
                  <c:v>0</c:v>
                </c:pt>
                <c:pt idx="939">
                  <c:v>3</c:v>
                </c:pt>
                <c:pt idx="940">
                  <c:v>1</c:v>
                </c:pt>
                <c:pt idx="941">
                  <c:v>0</c:v>
                </c:pt>
                <c:pt idx="942">
                  <c:v>2</c:v>
                </c:pt>
                <c:pt idx="943">
                  <c:v>3</c:v>
                </c:pt>
                <c:pt idx="944">
                  <c:v>0</c:v>
                </c:pt>
                <c:pt idx="945">
                  <c:v>1</c:v>
                </c:pt>
                <c:pt idx="946">
                  <c:v>1</c:v>
                </c:pt>
                <c:pt idx="947">
                  <c:v>4</c:v>
                </c:pt>
                <c:pt idx="948">
                  <c:v>2</c:v>
                </c:pt>
                <c:pt idx="949">
                  <c:v>2</c:v>
                </c:pt>
                <c:pt idx="950">
                  <c:v>18</c:v>
                </c:pt>
                <c:pt idx="951">
                  <c:v>6</c:v>
                </c:pt>
                <c:pt idx="952">
                  <c:v>0</c:v>
                </c:pt>
                <c:pt idx="953">
                  <c:v>3</c:v>
                </c:pt>
                <c:pt idx="954">
                  <c:v>4</c:v>
                </c:pt>
                <c:pt idx="955">
                  <c:v>0</c:v>
                </c:pt>
                <c:pt idx="956">
                  <c:v>8</c:v>
                </c:pt>
                <c:pt idx="957">
                  <c:v>1</c:v>
                </c:pt>
                <c:pt idx="958">
                  <c:v>11</c:v>
                </c:pt>
                <c:pt idx="959">
                  <c:v>3</c:v>
                </c:pt>
                <c:pt idx="960">
                  <c:v>38</c:v>
                </c:pt>
                <c:pt idx="961">
                  <c:v>14</c:v>
                </c:pt>
                <c:pt idx="962">
                  <c:v>8</c:v>
                </c:pt>
                <c:pt idx="963">
                  <c:v>6</c:v>
                </c:pt>
                <c:pt idx="964">
                  <c:v>4</c:v>
                </c:pt>
                <c:pt idx="965">
                  <c:v>10</c:v>
                </c:pt>
                <c:pt idx="966">
                  <c:v>17</c:v>
                </c:pt>
                <c:pt idx="967">
                  <c:v>9</c:v>
                </c:pt>
                <c:pt idx="968">
                  <c:v>3</c:v>
                </c:pt>
                <c:pt idx="969">
                  <c:v>3</c:v>
                </c:pt>
                <c:pt idx="970">
                  <c:v>10</c:v>
                </c:pt>
                <c:pt idx="971">
                  <c:v>7</c:v>
                </c:pt>
                <c:pt idx="972">
                  <c:v>10</c:v>
                </c:pt>
                <c:pt idx="973">
                  <c:v>4</c:v>
                </c:pt>
                <c:pt idx="974">
                  <c:v>13</c:v>
                </c:pt>
                <c:pt idx="975">
                  <c:v>0</c:v>
                </c:pt>
                <c:pt idx="976">
                  <c:v>5</c:v>
                </c:pt>
                <c:pt idx="977">
                  <c:v>2</c:v>
                </c:pt>
                <c:pt idx="978">
                  <c:v>1</c:v>
                </c:pt>
                <c:pt idx="979">
                  <c:v>4</c:v>
                </c:pt>
                <c:pt idx="980">
                  <c:v>5</c:v>
                </c:pt>
                <c:pt idx="981">
                  <c:v>9</c:v>
                </c:pt>
                <c:pt idx="982">
                  <c:v>2</c:v>
                </c:pt>
                <c:pt idx="983">
                  <c:v>8</c:v>
                </c:pt>
                <c:pt idx="984">
                  <c:v>2</c:v>
                </c:pt>
                <c:pt idx="985">
                  <c:v>0</c:v>
                </c:pt>
                <c:pt idx="986">
                  <c:v>1</c:v>
                </c:pt>
                <c:pt idx="987">
                  <c:v>0</c:v>
                </c:pt>
                <c:pt idx="988">
                  <c:v>4</c:v>
                </c:pt>
                <c:pt idx="989">
                  <c:v>0</c:v>
                </c:pt>
                <c:pt idx="990">
                  <c:v>0</c:v>
                </c:pt>
                <c:pt idx="991">
                  <c:v>0</c:v>
                </c:pt>
                <c:pt idx="992">
                  <c:v>1</c:v>
                </c:pt>
                <c:pt idx="993">
                  <c:v>0</c:v>
                </c:pt>
                <c:pt idx="994">
                  <c:v>6</c:v>
                </c:pt>
                <c:pt idx="995">
                  <c:v>13</c:v>
                </c:pt>
                <c:pt idx="996">
                  <c:v>5</c:v>
                </c:pt>
                <c:pt idx="997">
                  <c:v>1</c:v>
                </c:pt>
                <c:pt idx="998">
                  <c:v>1</c:v>
                </c:pt>
                <c:pt idx="999">
                  <c:v>2</c:v>
                </c:pt>
                <c:pt idx="1000">
                  <c:v>0</c:v>
                </c:pt>
                <c:pt idx="1001">
                  <c:v>1</c:v>
                </c:pt>
                <c:pt idx="1002">
                  <c:v>2</c:v>
                </c:pt>
                <c:pt idx="1003">
                  <c:v>0</c:v>
                </c:pt>
                <c:pt idx="1004">
                  <c:v>5</c:v>
                </c:pt>
                <c:pt idx="1005">
                  <c:v>2</c:v>
                </c:pt>
                <c:pt idx="1006">
                  <c:v>2</c:v>
                </c:pt>
                <c:pt idx="1007">
                  <c:v>0</c:v>
                </c:pt>
                <c:pt idx="1008">
                  <c:v>1</c:v>
                </c:pt>
                <c:pt idx="1009">
                  <c:v>8</c:v>
                </c:pt>
                <c:pt idx="1010">
                  <c:v>2</c:v>
                </c:pt>
                <c:pt idx="1011">
                  <c:v>1</c:v>
                </c:pt>
                <c:pt idx="1012">
                  <c:v>0</c:v>
                </c:pt>
                <c:pt idx="1013">
                  <c:v>0</c:v>
                </c:pt>
                <c:pt idx="1014">
                  <c:v>7</c:v>
                </c:pt>
                <c:pt idx="1015">
                  <c:v>0</c:v>
                </c:pt>
                <c:pt idx="1016">
                  <c:v>4</c:v>
                </c:pt>
                <c:pt idx="1017">
                  <c:v>2</c:v>
                </c:pt>
                <c:pt idx="1018">
                  <c:v>0</c:v>
                </c:pt>
                <c:pt idx="1019">
                  <c:v>6</c:v>
                </c:pt>
                <c:pt idx="1020">
                  <c:v>4</c:v>
                </c:pt>
                <c:pt idx="1021">
                  <c:v>1</c:v>
                </c:pt>
                <c:pt idx="1022">
                  <c:v>1</c:v>
                </c:pt>
                <c:pt idx="1023">
                  <c:v>2</c:v>
                </c:pt>
                <c:pt idx="1024">
                  <c:v>2</c:v>
                </c:pt>
                <c:pt idx="1025">
                  <c:v>1</c:v>
                </c:pt>
                <c:pt idx="1026">
                  <c:v>8</c:v>
                </c:pt>
                <c:pt idx="1027">
                  <c:v>4</c:v>
                </c:pt>
                <c:pt idx="1028">
                  <c:v>3</c:v>
                </c:pt>
                <c:pt idx="1029">
                  <c:v>7</c:v>
                </c:pt>
                <c:pt idx="1030">
                  <c:v>1</c:v>
                </c:pt>
                <c:pt idx="1031">
                  <c:v>6</c:v>
                </c:pt>
                <c:pt idx="1032">
                  <c:v>2</c:v>
                </c:pt>
                <c:pt idx="1033">
                  <c:v>0</c:v>
                </c:pt>
                <c:pt idx="1034">
                  <c:v>1</c:v>
                </c:pt>
                <c:pt idx="1035">
                  <c:v>4</c:v>
                </c:pt>
                <c:pt idx="1036">
                  <c:v>12</c:v>
                </c:pt>
                <c:pt idx="1037">
                  <c:v>5</c:v>
                </c:pt>
                <c:pt idx="1038">
                  <c:v>1</c:v>
                </c:pt>
                <c:pt idx="1039">
                  <c:v>1</c:v>
                </c:pt>
                <c:pt idx="1040">
                  <c:v>2</c:v>
                </c:pt>
                <c:pt idx="1041">
                  <c:v>0</c:v>
                </c:pt>
                <c:pt idx="1042">
                  <c:v>1</c:v>
                </c:pt>
                <c:pt idx="1043">
                  <c:v>0</c:v>
                </c:pt>
                <c:pt idx="1044">
                  <c:v>0</c:v>
                </c:pt>
                <c:pt idx="1045">
                  <c:v>0</c:v>
                </c:pt>
                <c:pt idx="1046">
                  <c:v>0</c:v>
                </c:pt>
                <c:pt idx="1047">
                  <c:v>8</c:v>
                </c:pt>
                <c:pt idx="1048">
                  <c:v>7</c:v>
                </c:pt>
                <c:pt idx="1049">
                  <c:v>34</c:v>
                </c:pt>
                <c:pt idx="1050">
                  <c:v>0</c:v>
                </c:pt>
                <c:pt idx="1051">
                  <c:v>2</c:v>
                </c:pt>
                <c:pt idx="1052">
                  <c:v>1</c:v>
                </c:pt>
                <c:pt idx="1053">
                  <c:v>1</c:v>
                </c:pt>
                <c:pt idx="1054">
                  <c:v>0</c:v>
                </c:pt>
                <c:pt idx="1055">
                  <c:v>3</c:v>
                </c:pt>
                <c:pt idx="1056">
                  <c:v>1</c:v>
                </c:pt>
                <c:pt idx="1057">
                  <c:v>2</c:v>
                </c:pt>
                <c:pt idx="1058">
                  <c:v>1</c:v>
                </c:pt>
                <c:pt idx="1059">
                  <c:v>1</c:v>
                </c:pt>
                <c:pt idx="1060">
                  <c:v>7</c:v>
                </c:pt>
                <c:pt idx="1061">
                  <c:v>3</c:v>
                </c:pt>
                <c:pt idx="1062">
                  <c:v>1</c:v>
                </c:pt>
                <c:pt idx="1063">
                  <c:v>20</c:v>
                </c:pt>
                <c:pt idx="1064">
                  <c:v>3</c:v>
                </c:pt>
                <c:pt idx="1065">
                  <c:v>1</c:v>
                </c:pt>
                <c:pt idx="1066">
                  <c:v>3</c:v>
                </c:pt>
                <c:pt idx="1067">
                  <c:v>2</c:v>
                </c:pt>
                <c:pt idx="1068">
                  <c:v>4</c:v>
                </c:pt>
                <c:pt idx="1069">
                  <c:v>3</c:v>
                </c:pt>
                <c:pt idx="1070">
                  <c:v>0</c:v>
                </c:pt>
                <c:pt idx="1071">
                  <c:v>3</c:v>
                </c:pt>
                <c:pt idx="1072">
                  <c:v>3</c:v>
                </c:pt>
                <c:pt idx="1073">
                  <c:v>1</c:v>
                </c:pt>
                <c:pt idx="1074">
                  <c:v>5</c:v>
                </c:pt>
                <c:pt idx="1075">
                  <c:v>4</c:v>
                </c:pt>
                <c:pt idx="1076">
                  <c:v>5</c:v>
                </c:pt>
                <c:pt idx="1077">
                  <c:v>0</c:v>
                </c:pt>
                <c:pt idx="1078">
                  <c:v>0</c:v>
                </c:pt>
                <c:pt idx="1079">
                  <c:v>2</c:v>
                </c:pt>
                <c:pt idx="1080">
                  <c:v>3</c:v>
                </c:pt>
                <c:pt idx="1081">
                  <c:v>1</c:v>
                </c:pt>
                <c:pt idx="1082">
                  <c:v>0</c:v>
                </c:pt>
                <c:pt idx="1083">
                  <c:v>1</c:v>
                </c:pt>
                <c:pt idx="1084">
                  <c:v>4</c:v>
                </c:pt>
                <c:pt idx="1085">
                  <c:v>2</c:v>
                </c:pt>
                <c:pt idx="1086">
                  <c:v>3</c:v>
                </c:pt>
                <c:pt idx="1087">
                  <c:v>1</c:v>
                </c:pt>
                <c:pt idx="1088">
                  <c:v>0</c:v>
                </c:pt>
                <c:pt idx="1089">
                  <c:v>1</c:v>
                </c:pt>
                <c:pt idx="1090">
                  <c:v>1</c:v>
                </c:pt>
                <c:pt idx="1091">
                  <c:v>0</c:v>
                </c:pt>
                <c:pt idx="1092">
                  <c:v>1</c:v>
                </c:pt>
                <c:pt idx="1093">
                  <c:v>1</c:v>
                </c:pt>
                <c:pt idx="1094">
                  <c:v>1</c:v>
                </c:pt>
                <c:pt idx="1095">
                  <c:v>0</c:v>
                </c:pt>
                <c:pt idx="1096">
                  <c:v>0</c:v>
                </c:pt>
                <c:pt idx="1097">
                  <c:v>1</c:v>
                </c:pt>
                <c:pt idx="1098">
                  <c:v>1</c:v>
                </c:pt>
                <c:pt idx="1099">
                  <c:v>1</c:v>
                </c:pt>
                <c:pt idx="1100">
                  <c:v>0</c:v>
                </c:pt>
                <c:pt idx="1101">
                  <c:v>0</c:v>
                </c:pt>
                <c:pt idx="1102">
                  <c:v>0</c:v>
                </c:pt>
                <c:pt idx="1103">
                  <c:v>0</c:v>
                </c:pt>
                <c:pt idx="1104">
                  <c:v>0</c:v>
                </c:pt>
                <c:pt idx="1105">
                  <c:v>2</c:v>
                </c:pt>
                <c:pt idx="1106">
                  <c:v>0</c:v>
                </c:pt>
                <c:pt idx="1107">
                  <c:v>0</c:v>
                </c:pt>
                <c:pt idx="1108">
                  <c:v>4</c:v>
                </c:pt>
                <c:pt idx="1109">
                  <c:v>0</c:v>
                </c:pt>
                <c:pt idx="1110">
                  <c:v>6</c:v>
                </c:pt>
                <c:pt idx="1111">
                  <c:v>1</c:v>
                </c:pt>
                <c:pt idx="1112">
                  <c:v>0</c:v>
                </c:pt>
                <c:pt idx="1113">
                  <c:v>1</c:v>
                </c:pt>
                <c:pt idx="1114">
                  <c:v>1</c:v>
                </c:pt>
                <c:pt idx="1115">
                  <c:v>2</c:v>
                </c:pt>
                <c:pt idx="1116">
                  <c:v>2</c:v>
                </c:pt>
                <c:pt idx="1117">
                  <c:v>4</c:v>
                </c:pt>
                <c:pt idx="1118">
                  <c:v>17</c:v>
                </c:pt>
                <c:pt idx="1119">
                  <c:v>0</c:v>
                </c:pt>
                <c:pt idx="1120">
                  <c:v>0</c:v>
                </c:pt>
                <c:pt idx="1121">
                  <c:v>2</c:v>
                </c:pt>
                <c:pt idx="1122">
                  <c:v>0</c:v>
                </c:pt>
                <c:pt idx="1123">
                  <c:v>5</c:v>
                </c:pt>
                <c:pt idx="1124">
                  <c:v>2</c:v>
                </c:pt>
                <c:pt idx="1125">
                  <c:v>1</c:v>
                </c:pt>
                <c:pt idx="1126">
                  <c:v>0</c:v>
                </c:pt>
                <c:pt idx="1127">
                  <c:v>2</c:v>
                </c:pt>
                <c:pt idx="1128">
                  <c:v>2</c:v>
                </c:pt>
                <c:pt idx="1129">
                  <c:v>0</c:v>
                </c:pt>
                <c:pt idx="1130">
                  <c:v>1</c:v>
                </c:pt>
                <c:pt idx="1131">
                  <c:v>6</c:v>
                </c:pt>
                <c:pt idx="1132">
                  <c:v>1</c:v>
                </c:pt>
                <c:pt idx="1133">
                  <c:v>2</c:v>
                </c:pt>
                <c:pt idx="1134">
                  <c:v>2</c:v>
                </c:pt>
                <c:pt idx="1135">
                  <c:v>18</c:v>
                </c:pt>
                <c:pt idx="1136">
                  <c:v>5</c:v>
                </c:pt>
                <c:pt idx="1137">
                  <c:v>14</c:v>
                </c:pt>
                <c:pt idx="1138">
                  <c:v>3</c:v>
                </c:pt>
                <c:pt idx="1139">
                  <c:v>2</c:v>
                </c:pt>
                <c:pt idx="1140">
                  <c:v>2</c:v>
                </c:pt>
                <c:pt idx="1141">
                  <c:v>0</c:v>
                </c:pt>
                <c:pt idx="1142">
                  <c:v>0</c:v>
                </c:pt>
                <c:pt idx="1143">
                  <c:v>1</c:v>
                </c:pt>
                <c:pt idx="1144">
                  <c:v>0</c:v>
                </c:pt>
                <c:pt idx="1145">
                  <c:v>1</c:v>
                </c:pt>
                <c:pt idx="1146">
                  <c:v>1</c:v>
                </c:pt>
                <c:pt idx="1147">
                  <c:v>3</c:v>
                </c:pt>
                <c:pt idx="1148">
                  <c:v>6</c:v>
                </c:pt>
                <c:pt idx="1149">
                  <c:v>3</c:v>
                </c:pt>
                <c:pt idx="1150">
                  <c:v>7</c:v>
                </c:pt>
                <c:pt idx="1151">
                  <c:v>3</c:v>
                </c:pt>
                <c:pt idx="1152">
                  <c:v>3</c:v>
                </c:pt>
                <c:pt idx="1153">
                  <c:v>0</c:v>
                </c:pt>
                <c:pt idx="1154">
                  <c:v>1</c:v>
                </c:pt>
                <c:pt idx="1155">
                  <c:v>3</c:v>
                </c:pt>
                <c:pt idx="1156">
                  <c:v>0</c:v>
                </c:pt>
                <c:pt idx="1157">
                  <c:v>1</c:v>
                </c:pt>
                <c:pt idx="1158">
                  <c:v>1</c:v>
                </c:pt>
                <c:pt idx="1159">
                  <c:v>4</c:v>
                </c:pt>
                <c:pt idx="1160">
                  <c:v>0</c:v>
                </c:pt>
                <c:pt idx="1161">
                  <c:v>2</c:v>
                </c:pt>
                <c:pt idx="1162">
                  <c:v>10</c:v>
                </c:pt>
                <c:pt idx="1163">
                  <c:v>0</c:v>
                </c:pt>
                <c:pt idx="1164">
                  <c:v>1</c:v>
                </c:pt>
                <c:pt idx="1165">
                  <c:v>8</c:v>
                </c:pt>
                <c:pt idx="1166">
                  <c:v>2</c:v>
                </c:pt>
                <c:pt idx="1167">
                  <c:v>0</c:v>
                </c:pt>
                <c:pt idx="1168">
                  <c:v>1</c:v>
                </c:pt>
                <c:pt idx="1169">
                  <c:v>0</c:v>
                </c:pt>
                <c:pt idx="1170">
                  <c:v>6</c:v>
                </c:pt>
                <c:pt idx="1171">
                  <c:v>2</c:v>
                </c:pt>
                <c:pt idx="1172">
                  <c:v>1</c:v>
                </c:pt>
                <c:pt idx="1173">
                  <c:v>0</c:v>
                </c:pt>
                <c:pt idx="1174">
                  <c:v>0</c:v>
                </c:pt>
                <c:pt idx="1175">
                  <c:v>2</c:v>
                </c:pt>
                <c:pt idx="1176">
                  <c:v>0</c:v>
                </c:pt>
                <c:pt idx="1177">
                  <c:v>1</c:v>
                </c:pt>
                <c:pt idx="1178">
                  <c:v>1</c:v>
                </c:pt>
                <c:pt idx="1179">
                  <c:v>3</c:v>
                </c:pt>
                <c:pt idx="1180">
                  <c:v>4</c:v>
                </c:pt>
                <c:pt idx="1181">
                  <c:v>1</c:v>
                </c:pt>
                <c:pt idx="1182">
                  <c:v>0</c:v>
                </c:pt>
                <c:pt idx="1183">
                  <c:v>0</c:v>
                </c:pt>
                <c:pt idx="1184">
                  <c:v>5</c:v>
                </c:pt>
                <c:pt idx="1185">
                  <c:v>4</c:v>
                </c:pt>
                <c:pt idx="1186">
                  <c:v>2</c:v>
                </c:pt>
                <c:pt idx="1187">
                  <c:v>0</c:v>
                </c:pt>
                <c:pt idx="1188">
                  <c:v>1</c:v>
                </c:pt>
                <c:pt idx="1189">
                  <c:v>0</c:v>
                </c:pt>
                <c:pt idx="1190">
                  <c:v>2</c:v>
                </c:pt>
                <c:pt idx="1191">
                  <c:v>6</c:v>
                </c:pt>
                <c:pt idx="1192">
                  <c:v>8</c:v>
                </c:pt>
                <c:pt idx="1193">
                  <c:v>5</c:v>
                </c:pt>
                <c:pt idx="1194">
                  <c:v>5</c:v>
                </c:pt>
                <c:pt idx="1195">
                  <c:v>1</c:v>
                </c:pt>
                <c:pt idx="1196">
                  <c:v>0</c:v>
                </c:pt>
                <c:pt idx="1197">
                  <c:v>3</c:v>
                </c:pt>
                <c:pt idx="1198">
                  <c:v>4</c:v>
                </c:pt>
                <c:pt idx="1199">
                  <c:v>0</c:v>
                </c:pt>
                <c:pt idx="1200">
                  <c:v>4</c:v>
                </c:pt>
                <c:pt idx="1201">
                  <c:v>0</c:v>
                </c:pt>
                <c:pt idx="1202">
                  <c:v>9</c:v>
                </c:pt>
                <c:pt idx="1203">
                  <c:v>2</c:v>
                </c:pt>
                <c:pt idx="1204">
                  <c:v>3</c:v>
                </c:pt>
                <c:pt idx="1205">
                  <c:v>0</c:v>
                </c:pt>
                <c:pt idx="1206">
                  <c:v>0</c:v>
                </c:pt>
                <c:pt idx="1207">
                  <c:v>6</c:v>
                </c:pt>
                <c:pt idx="1208">
                  <c:v>0</c:v>
                </c:pt>
                <c:pt idx="1209">
                  <c:v>1</c:v>
                </c:pt>
                <c:pt idx="1210">
                  <c:v>13</c:v>
                </c:pt>
                <c:pt idx="1211">
                  <c:v>5</c:v>
                </c:pt>
                <c:pt idx="1212">
                  <c:v>2</c:v>
                </c:pt>
                <c:pt idx="1213">
                  <c:v>2</c:v>
                </c:pt>
                <c:pt idx="1214">
                  <c:v>1</c:v>
                </c:pt>
                <c:pt idx="1215">
                  <c:v>1</c:v>
                </c:pt>
                <c:pt idx="1216">
                  <c:v>0</c:v>
                </c:pt>
                <c:pt idx="1217">
                  <c:v>7</c:v>
                </c:pt>
                <c:pt idx="1218">
                  <c:v>5</c:v>
                </c:pt>
                <c:pt idx="1219">
                  <c:v>1</c:v>
                </c:pt>
                <c:pt idx="1220">
                  <c:v>0</c:v>
                </c:pt>
                <c:pt idx="1221">
                  <c:v>1</c:v>
                </c:pt>
                <c:pt idx="1222">
                  <c:v>2</c:v>
                </c:pt>
                <c:pt idx="1223">
                  <c:v>0</c:v>
                </c:pt>
                <c:pt idx="1224">
                  <c:v>2</c:v>
                </c:pt>
                <c:pt idx="1225">
                  <c:v>4</c:v>
                </c:pt>
                <c:pt idx="1226">
                  <c:v>4</c:v>
                </c:pt>
                <c:pt idx="1227">
                  <c:v>0</c:v>
                </c:pt>
                <c:pt idx="1228">
                  <c:v>2</c:v>
                </c:pt>
                <c:pt idx="1229">
                  <c:v>1</c:v>
                </c:pt>
                <c:pt idx="1230">
                  <c:v>1</c:v>
                </c:pt>
                <c:pt idx="1231">
                  <c:v>0</c:v>
                </c:pt>
                <c:pt idx="1232">
                  <c:v>1</c:v>
                </c:pt>
                <c:pt idx="1233">
                  <c:v>0</c:v>
                </c:pt>
                <c:pt idx="1234">
                  <c:v>0</c:v>
                </c:pt>
                <c:pt idx="1235">
                  <c:v>0</c:v>
                </c:pt>
                <c:pt idx="1236">
                  <c:v>1</c:v>
                </c:pt>
                <c:pt idx="1237">
                  <c:v>0</c:v>
                </c:pt>
                <c:pt idx="1238">
                  <c:v>2</c:v>
                </c:pt>
                <c:pt idx="1239">
                  <c:v>3</c:v>
                </c:pt>
                <c:pt idx="1240">
                  <c:v>0</c:v>
                </c:pt>
                <c:pt idx="1241">
                  <c:v>0</c:v>
                </c:pt>
                <c:pt idx="1242">
                  <c:v>3</c:v>
                </c:pt>
                <c:pt idx="1243">
                  <c:v>1</c:v>
                </c:pt>
                <c:pt idx="1244">
                  <c:v>0</c:v>
                </c:pt>
                <c:pt idx="1245">
                  <c:v>2</c:v>
                </c:pt>
                <c:pt idx="1246">
                  <c:v>2</c:v>
                </c:pt>
                <c:pt idx="1247">
                  <c:v>0</c:v>
                </c:pt>
                <c:pt idx="1248">
                  <c:v>7</c:v>
                </c:pt>
                <c:pt idx="1249">
                  <c:v>0</c:v>
                </c:pt>
                <c:pt idx="1250">
                  <c:v>4</c:v>
                </c:pt>
                <c:pt idx="1251">
                  <c:v>3</c:v>
                </c:pt>
                <c:pt idx="1252">
                  <c:v>1</c:v>
                </c:pt>
                <c:pt idx="1253">
                  <c:v>3</c:v>
                </c:pt>
                <c:pt idx="1254">
                  <c:v>1</c:v>
                </c:pt>
                <c:pt idx="1255">
                  <c:v>0</c:v>
                </c:pt>
                <c:pt idx="1256">
                  <c:v>0</c:v>
                </c:pt>
                <c:pt idx="1257">
                  <c:v>5</c:v>
                </c:pt>
                <c:pt idx="1258">
                  <c:v>1</c:v>
                </c:pt>
                <c:pt idx="1259">
                  <c:v>4</c:v>
                </c:pt>
                <c:pt idx="1260">
                  <c:v>7</c:v>
                </c:pt>
                <c:pt idx="1261">
                  <c:v>1</c:v>
                </c:pt>
                <c:pt idx="1262">
                  <c:v>2</c:v>
                </c:pt>
                <c:pt idx="1263">
                  <c:v>2</c:v>
                </c:pt>
                <c:pt idx="1264">
                  <c:v>2</c:v>
                </c:pt>
                <c:pt idx="1265">
                  <c:v>2</c:v>
                </c:pt>
                <c:pt idx="1266">
                  <c:v>3</c:v>
                </c:pt>
                <c:pt idx="1267">
                  <c:v>0</c:v>
                </c:pt>
                <c:pt idx="1268">
                  <c:v>2</c:v>
                </c:pt>
                <c:pt idx="1269">
                  <c:v>1</c:v>
                </c:pt>
                <c:pt idx="1270">
                  <c:v>1</c:v>
                </c:pt>
                <c:pt idx="1271">
                  <c:v>1</c:v>
                </c:pt>
                <c:pt idx="1272">
                  <c:v>1</c:v>
                </c:pt>
                <c:pt idx="1273">
                  <c:v>1</c:v>
                </c:pt>
                <c:pt idx="1274">
                  <c:v>0</c:v>
                </c:pt>
                <c:pt idx="1275">
                  <c:v>2</c:v>
                </c:pt>
                <c:pt idx="1276">
                  <c:v>2</c:v>
                </c:pt>
                <c:pt idx="1277">
                  <c:v>6</c:v>
                </c:pt>
                <c:pt idx="1278">
                  <c:v>4</c:v>
                </c:pt>
                <c:pt idx="1279">
                  <c:v>1</c:v>
                </c:pt>
                <c:pt idx="1280">
                  <c:v>0</c:v>
                </c:pt>
                <c:pt idx="1281">
                  <c:v>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2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62.5"/>
      </c:valAx>
      <c:valAx>
        <c:axId val="48650112"/>
        <c:scaling>
          <c:orientation val="minMax"/>
          <c:max val="46297"/>
          <c:min val="44927"/>
        </c:scaling>
        <c:delete val="0"/>
        <c:axPos val="b"/>
        <c:numFmt formatCode="yyyy"/>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65"/>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2.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До очистки</c:v>
          </c:tx>
          <c:spPr>
            <ns1:solidFill>
              <ns1:srgbClr val="AFB9BA"/>
            </ns1:solidFill>
            <ns1:ln w="11430">
              <ns1:solidFill>
                <ns1:srgbClr val="AFB9BA"/>
              </ns1:solidFill>
            </ns1:ln>
          </c:spPr>
          <c:marker>
            <c:symbol val="none"/>
          </c:marker>
          <c:xVal>
            <c:numRef>
              <c:f>'Chart Data'!$A$2:$A$1283</c:f>
              <c:numCache>
                <c:formatCode>General</c:formatCode>
                <c:ptCount val="1282"/>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44988</c:v>
                </c:pt>
                <c:pt idx="49">
                  <c:v>44989</c:v>
                </c:pt>
                <c:pt idx="50">
                  <c:v>44990</c:v>
                </c:pt>
                <c:pt idx="51">
                  <c:v>44991</c:v>
                </c:pt>
                <c:pt idx="52">
                  <c:v>44992</c:v>
                </c:pt>
                <c:pt idx="53">
                  <c:v>44993</c:v>
                </c:pt>
                <c:pt idx="54">
                  <c:v>44994</c:v>
                </c:pt>
                <c:pt idx="55">
                  <c:v>44995</c:v>
                </c:pt>
                <c:pt idx="56">
                  <c:v>44996</c:v>
                </c:pt>
                <c:pt idx="57">
                  <c:v>44997</c:v>
                </c:pt>
                <c:pt idx="58">
                  <c:v>44998</c:v>
                </c:pt>
                <c:pt idx="59">
                  <c:v>44999</c:v>
                </c:pt>
                <c:pt idx="60">
                  <c:v>45000</c:v>
                </c:pt>
                <c:pt idx="61">
                  <c:v>45001</c:v>
                </c:pt>
                <c:pt idx="62">
                  <c:v>45002</c:v>
                </c:pt>
                <c:pt idx="63">
                  <c:v>45003</c:v>
                </c:pt>
                <c:pt idx="64">
                  <c:v>45004</c:v>
                </c:pt>
                <c:pt idx="65">
                  <c:v>45005</c:v>
                </c:pt>
                <c:pt idx="66">
                  <c:v>45006</c:v>
                </c:pt>
                <c:pt idx="67">
                  <c:v>45007</c:v>
                </c:pt>
                <c:pt idx="68">
                  <c:v>45008</c:v>
                </c:pt>
                <c:pt idx="69">
                  <c:v>45009</c:v>
                </c:pt>
                <c:pt idx="70">
                  <c:v>45010</c:v>
                </c:pt>
                <c:pt idx="71">
                  <c:v>45011</c:v>
                </c:pt>
                <c:pt idx="72">
                  <c:v>45012</c:v>
                </c:pt>
                <c:pt idx="73">
                  <c:v>45013</c:v>
                </c:pt>
                <c:pt idx="74">
                  <c:v>45014</c:v>
                </c:pt>
                <c:pt idx="75">
                  <c:v>45015</c:v>
                </c:pt>
                <c:pt idx="76">
                  <c:v>45016</c:v>
                </c:pt>
                <c:pt idx="77">
                  <c:v>45017</c:v>
                </c:pt>
                <c:pt idx="78">
                  <c:v>45018</c:v>
                </c:pt>
                <c:pt idx="79">
                  <c:v>45019</c:v>
                </c:pt>
                <c:pt idx="80">
                  <c:v>45020</c:v>
                </c:pt>
                <c:pt idx="81">
                  <c:v>45021</c:v>
                </c:pt>
                <c:pt idx="82">
                  <c:v>45022</c:v>
                </c:pt>
                <c:pt idx="83">
                  <c:v>45023</c:v>
                </c:pt>
                <c:pt idx="84">
                  <c:v>45024</c:v>
                </c:pt>
                <c:pt idx="85">
                  <c:v>45025</c:v>
                </c:pt>
                <c:pt idx="86">
                  <c:v>45026</c:v>
                </c:pt>
                <c:pt idx="87">
                  <c:v>45027</c:v>
                </c:pt>
                <c:pt idx="88">
                  <c:v>45028</c:v>
                </c:pt>
                <c:pt idx="89">
                  <c:v>45029</c:v>
                </c:pt>
                <c:pt idx="90">
                  <c:v>45030</c:v>
                </c:pt>
                <c:pt idx="91">
                  <c:v>45032</c:v>
                </c:pt>
                <c:pt idx="92">
                  <c:v>45033</c:v>
                </c:pt>
                <c:pt idx="93">
                  <c:v>45034</c:v>
                </c:pt>
                <c:pt idx="94">
                  <c:v>45035</c:v>
                </c:pt>
                <c:pt idx="95">
                  <c:v>45036</c:v>
                </c:pt>
                <c:pt idx="96">
                  <c:v>45037</c:v>
                </c:pt>
                <c:pt idx="97">
                  <c:v>45038</c:v>
                </c:pt>
                <c:pt idx="98">
                  <c:v>45039</c:v>
                </c:pt>
                <c:pt idx="99">
                  <c:v>45040</c:v>
                </c:pt>
                <c:pt idx="100">
                  <c:v>45041</c:v>
                </c:pt>
                <c:pt idx="101">
                  <c:v>45042</c:v>
                </c:pt>
                <c:pt idx="102">
                  <c:v>45043</c:v>
                </c:pt>
                <c:pt idx="103">
                  <c:v>45044</c:v>
                </c:pt>
                <c:pt idx="104">
                  <c:v>45045</c:v>
                </c:pt>
                <c:pt idx="105">
                  <c:v>45046</c:v>
                </c:pt>
                <c:pt idx="106">
                  <c:v>45047</c:v>
                </c:pt>
                <c:pt idx="107">
                  <c:v>45048</c:v>
                </c:pt>
                <c:pt idx="108">
                  <c:v>45049</c:v>
                </c:pt>
                <c:pt idx="109">
                  <c:v>45050</c:v>
                </c:pt>
                <c:pt idx="110">
                  <c:v>45051</c:v>
                </c:pt>
                <c:pt idx="111">
                  <c:v>45052</c:v>
                </c:pt>
                <c:pt idx="112">
                  <c:v>45053</c:v>
                </c:pt>
                <c:pt idx="113">
                  <c:v>45054</c:v>
                </c:pt>
                <c:pt idx="114">
                  <c:v>45055</c:v>
                </c:pt>
                <c:pt idx="115">
                  <c:v>45056</c:v>
                </c:pt>
                <c:pt idx="116">
                  <c:v>45057</c:v>
                </c:pt>
                <c:pt idx="117">
                  <c:v>45058</c:v>
                </c:pt>
                <c:pt idx="118">
                  <c:v>45059</c:v>
                </c:pt>
                <c:pt idx="119">
                  <c:v>45060</c:v>
                </c:pt>
                <c:pt idx="120">
                  <c:v>45061</c:v>
                </c:pt>
                <c:pt idx="121">
                  <c:v>45062</c:v>
                </c:pt>
                <c:pt idx="122">
                  <c:v>45063</c:v>
                </c:pt>
                <c:pt idx="123">
                  <c:v>45064</c:v>
                </c:pt>
                <c:pt idx="124">
                  <c:v>45065</c:v>
                </c:pt>
                <c:pt idx="125">
                  <c:v>45066</c:v>
                </c:pt>
                <c:pt idx="126">
                  <c:v>45067</c:v>
                </c:pt>
                <c:pt idx="127">
                  <c:v>45068</c:v>
                </c:pt>
                <c:pt idx="128">
                  <c:v>45069</c:v>
                </c:pt>
                <c:pt idx="129">
                  <c:v>45070</c:v>
                </c:pt>
                <c:pt idx="130">
                  <c:v>45071</c:v>
                </c:pt>
                <c:pt idx="131">
                  <c:v>45072</c:v>
                </c:pt>
                <c:pt idx="132">
                  <c:v>45073</c:v>
                </c:pt>
                <c:pt idx="133">
                  <c:v>45074</c:v>
                </c:pt>
                <c:pt idx="134">
                  <c:v>45075</c:v>
                </c:pt>
                <c:pt idx="135">
                  <c:v>45076</c:v>
                </c:pt>
                <c:pt idx="136">
                  <c:v>45077</c:v>
                </c:pt>
                <c:pt idx="137">
                  <c:v>45078</c:v>
                </c:pt>
                <c:pt idx="138">
                  <c:v>45079</c:v>
                </c:pt>
                <c:pt idx="139">
                  <c:v>45080</c:v>
                </c:pt>
                <c:pt idx="140">
                  <c:v>45081</c:v>
                </c:pt>
                <c:pt idx="141">
                  <c:v>45082</c:v>
                </c:pt>
                <c:pt idx="142">
                  <c:v>45083</c:v>
                </c:pt>
                <c:pt idx="143">
                  <c:v>45084</c:v>
                </c:pt>
                <c:pt idx="144">
                  <c:v>45085</c:v>
                </c:pt>
                <c:pt idx="145">
                  <c:v>45086</c:v>
                </c:pt>
                <c:pt idx="146">
                  <c:v>45087</c:v>
                </c:pt>
                <c:pt idx="147">
                  <c:v>45088</c:v>
                </c:pt>
                <c:pt idx="148">
                  <c:v>45089</c:v>
                </c:pt>
                <c:pt idx="149">
                  <c:v>45090</c:v>
                </c:pt>
                <c:pt idx="150">
                  <c:v>45091</c:v>
                </c:pt>
                <c:pt idx="151">
                  <c:v>45092</c:v>
                </c:pt>
                <c:pt idx="152">
                  <c:v>45093</c:v>
                </c:pt>
                <c:pt idx="153">
                  <c:v>45094</c:v>
                </c:pt>
                <c:pt idx="154">
                  <c:v>45095</c:v>
                </c:pt>
                <c:pt idx="155">
                  <c:v>45096</c:v>
                </c:pt>
                <c:pt idx="156">
                  <c:v>45097</c:v>
                </c:pt>
                <c:pt idx="157">
                  <c:v>45098</c:v>
                </c:pt>
                <c:pt idx="158">
                  <c:v>45099</c:v>
                </c:pt>
                <c:pt idx="159">
                  <c:v>45100</c:v>
                </c:pt>
                <c:pt idx="160">
                  <c:v>45101</c:v>
                </c:pt>
                <c:pt idx="161">
                  <c:v>45102</c:v>
                </c:pt>
                <c:pt idx="162">
                  <c:v>45103</c:v>
                </c:pt>
                <c:pt idx="163">
                  <c:v>45104</c:v>
                </c:pt>
                <c:pt idx="164">
                  <c:v>45105</c:v>
                </c:pt>
                <c:pt idx="165">
                  <c:v>45106</c:v>
                </c:pt>
                <c:pt idx="166">
                  <c:v>45107</c:v>
                </c:pt>
                <c:pt idx="167">
                  <c:v>45108</c:v>
                </c:pt>
                <c:pt idx="168">
                  <c:v>45109</c:v>
                </c:pt>
                <c:pt idx="169">
                  <c:v>45110</c:v>
                </c:pt>
                <c:pt idx="170">
                  <c:v>45111</c:v>
                </c:pt>
                <c:pt idx="171">
                  <c:v>45112</c:v>
                </c:pt>
                <c:pt idx="172">
                  <c:v>45113</c:v>
                </c:pt>
                <c:pt idx="173">
                  <c:v>45114</c:v>
                </c:pt>
                <c:pt idx="174">
                  <c:v>45115</c:v>
                </c:pt>
                <c:pt idx="175">
                  <c:v>45116</c:v>
                </c:pt>
                <c:pt idx="176">
                  <c:v>45117</c:v>
                </c:pt>
                <c:pt idx="177">
                  <c:v>45118</c:v>
                </c:pt>
                <c:pt idx="178">
                  <c:v>45119</c:v>
                </c:pt>
                <c:pt idx="179">
                  <c:v>45120</c:v>
                </c:pt>
                <c:pt idx="180">
                  <c:v>45121</c:v>
                </c:pt>
                <c:pt idx="181">
                  <c:v>45122</c:v>
                </c:pt>
                <c:pt idx="182">
                  <c:v>45123</c:v>
                </c:pt>
                <c:pt idx="183">
                  <c:v>45124</c:v>
                </c:pt>
                <c:pt idx="184">
                  <c:v>45125</c:v>
                </c:pt>
                <c:pt idx="185">
                  <c:v>45126</c:v>
                </c:pt>
                <c:pt idx="186">
                  <c:v>45127</c:v>
                </c:pt>
                <c:pt idx="187">
                  <c:v>45128</c:v>
                </c:pt>
                <c:pt idx="188">
                  <c:v>45129</c:v>
                </c:pt>
                <c:pt idx="189">
                  <c:v>45130</c:v>
                </c:pt>
                <c:pt idx="190">
                  <c:v>45131</c:v>
                </c:pt>
                <c:pt idx="191">
                  <c:v>45132</c:v>
                </c:pt>
                <c:pt idx="192">
                  <c:v>45133</c:v>
                </c:pt>
                <c:pt idx="193">
                  <c:v>45134</c:v>
                </c:pt>
                <c:pt idx="194">
                  <c:v>45135</c:v>
                </c:pt>
                <c:pt idx="195">
                  <c:v>45157</c:v>
                </c:pt>
                <c:pt idx="196">
                  <c:v>45158</c:v>
                </c:pt>
                <c:pt idx="197">
                  <c:v>45159</c:v>
                </c:pt>
                <c:pt idx="198">
                  <c:v>45160</c:v>
                </c:pt>
                <c:pt idx="199">
                  <c:v>45161</c:v>
                </c:pt>
                <c:pt idx="200">
                  <c:v>45162</c:v>
                </c:pt>
                <c:pt idx="201">
                  <c:v>45163</c:v>
                </c:pt>
                <c:pt idx="202">
                  <c:v>45164</c:v>
                </c:pt>
                <c:pt idx="203">
                  <c:v>45165</c:v>
                </c:pt>
                <c:pt idx="204">
                  <c:v>45166</c:v>
                </c:pt>
                <c:pt idx="205">
                  <c:v>45167</c:v>
                </c:pt>
                <c:pt idx="206">
                  <c:v>45168</c:v>
                </c:pt>
                <c:pt idx="207">
                  <c:v>45169</c:v>
                </c:pt>
                <c:pt idx="208">
                  <c:v>45172</c:v>
                </c:pt>
                <c:pt idx="209">
                  <c:v>45173</c:v>
                </c:pt>
                <c:pt idx="210">
                  <c:v>45174</c:v>
                </c:pt>
                <c:pt idx="211">
                  <c:v>45175</c:v>
                </c:pt>
                <c:pt idx="212">
                  <c:v>45176</c:v>
                </c:pt>
                <c:pt idx="213">
                  <c:v>45177</c:v>
                </c:pt>
                <c:pt idx="214">
                  <c:v>45178</c:v>
                </c:pt>
                <c:pt idx="215">
                  <c:v>45179</c:v>
                </c:pt>
                <c:pt idx="216">
                  <c:v>45180</c:v>
                </c:pt>
                <c:pt idx="217">
                  <c:v>45181</c:v>
                </c:pt>
                <c:pt idx="218">
                  <c:v>45182</c:v>
                </c:pt>
                <c:pt idx="219">
                  <c:v>45183</c:v>
                </c:pt>
                <c:pt idx="220">
                  <c:v>45184</c:v>
                </c:pt>
                <c:pt idx="221">
                  <c:v>45185</c:v>
                </c:pt>
                <c:pt idx="222">
                  <c:v>45186</c:v>
                </c:pt>
                <c:pt idx="223">
                  <c:v>45187</c:v>
                </c:pt>
                <c:pt idx="224">
                  <c:v>45188</c:v>
                </c:pt>
                <c:pt idx="225">
                  <c:v>45189</c:v>
                </c:pt>
                <c:pt idx="226">
                  <c:v>45190</c:v>
                </c:pt>
                <c:pt idx="227">
                  <c:v>45191</c:v>
                </c:pt>
                <c:pt idx="228">
                  <c:v>45192</c:v>
                </c:pt>
                <c:pt idx="229">
                  <c:v>45193</c:v>
                </c:pt>
                <c:pt idx="230">
                  <c:v>45194</c:v>
                </c:pt>
                <c:pt idx="231">
                  <c:v>45195</c:v>
                </c:pt>
                <c:pt idx="232">
                  <c:v>45196</c:v>
                </c:pt>
                <c:pt idx="233">
                  <c:v>45197</c:v>
                </c:pt>
                <c:pt idx="234">
                  <c:v>45198</c:v>
                </c:pt>
                <c:pt idx="235">
                  <c:v>45199</c:v>
                </c:pt>
                <c:pt idx="236">
                  <c:v>45200</c:v>
                </c:pt>
                <c:pt idx="237">
                  <c:v>45201</c:v>
                </c:pt>
                <c:pt idx="238">
                  <c:v>45202</c:v>
                </c:pt>
                <c:pt idx="239">
                  <c:v>45203</c:v>
                </c:pt>
                <c:pt idx="240">
                  <c:v>45204</c:v>
                </c:pt>
                <c:pt idx="241">
                  <c:v>45205</c:v>
                </c:pt>
                <c:pt idx="242">
                  <c:v>45206</c:v>
                </c:pt>
                <c:pt idx="243">
                  <c:v>45207</c:v>
                </c:pt>
                <c:pt idx="244">
                  <c:v>45208</c:v>
                </c:pt>
                <c:pt idx="245">
                  <c:v>45209</c:v>
                </c:pt>
                <c:pt idx="246">
                  <c:v>45210</c:v>
                </c:pt>
                <c:pt idx="247">
                  <c:v>45211</c:v>
                </c:pt>
                <c:pt idx="248">
                  <c:v>45212</c:v>
                </c:pt>
                <c:pt idx="249">
                  <c:v>45213</c:v>
                </c:pt>
                <c:pt idx="250">
                  <c:v>45214</c:v>
                </c:pt>
                <c:pt idx="251">
                  <c:v>45215</c:v>
                </c:pt>
                <c:pt idx="252">
                  <c:v>45216</c:v>
                </c:pt>
                <c:pt idx="253">
                  <c:v>45217</c:v>
                </c:pt>
                <c:pt idx="254">
                  <c:v>45218</c:v>
                </c:pt>
                <c:pt idx="255">
                  <c:v>45219</c:v>
                </c:pt>
                <c:pt idx="256">
                  <c:v>45220</c:v>
                </c:pt>
                <c:pt idx="257">
                  <c:v>45221</c:v>
                </c:pt>
                <c:pt idx="258">
                  <c:v>45222</c:v>
                </c:pt>
                <c:pt idx="259">
                  <c:v>45223</c:v>
                </c:pt>
                <c:pt idx="260">
                  <c:v>45224</c:v>
                </c:pt>
                <c:pt idx="261">
                  <c:v>45225</c:v>
                </c:pt>
                <c:pt idx="262">
                  <c:v>45226</c:v>
                </c:pt>
                <c:pt idx="263">
                  <c:v>45227</c:v>
                </c:pt>
                <c:pt idx="264">
                  <c:v>45228</c:v>
                </c:pt>
                <c:pt idx="265">
                  <c:v>45229</c:v>
                </c:pt>
                <c:pt idx="266">
                  <c:v>45230</c:v>
                </c:pt>
                <c:pt idx="267">
                  <c:v>45231</c:v>
                </c:pt>
                <c:pt idx="268">
                  <c:v>45232</c:v>
                </c:pt>
                <c:pt idx="269">
                  <c:v>45233</c:v>
                </c:pt>
                <c:pt idx="270">
                  <c:v>45234</c:v>
                </c:pt>
                <c:pt idx="271">
                  <c:v>45235</c:v>
                </c:pt>
                <c:pt idx="272">
                  <c:v>45236</c:v>
                </c:pt>
                <c:pt idx="273">
                  <c:v>45237</c:v>
                </c:pt>
                <c:pt idx="274">
                  <c:v>45238</c:v>
                </c:pt>
                <c:pt idx="275">
                  <c:v>45239</c:v>
                </c:pt>
                <c:pt idx="276">
                  <c:v>45240</c:v>
                </c:pt>
                <c:pt idx="277">
                  <c:v>45241</c:v>
                </c:pt>
                <c:pt idx="278">
                  <c:v>45242</c:v>
                </c:pt>
                <c:pt idx="279">
                  <c:v>45243</c:v>
                </c:pt>
                <c:pt idx="280">
                  <c:v>45244</c:v>
                </c:pt>
                <c:pt idx="281">
                  <c:v>45245</c:v>
                </c:pt>
                <c:pt idx="282">
                  <c:v>45246</c:v>
                </c:pt>
                <c:pt idx="283">
                  <c:v>45247</c:v>
                </c:pt>
                <c:pt idx="284">
                  <c:v>45248</c:v>
                </c:pt>
                <c:pt idx="285">
                  <c:v>45251</c:v>
                </c:pt>
                <c:pt idx="286">
                  <c:v>45252</c:v>
                </c:pt>
                <c:pt idx="287">
                  <c:v>45253</c:v>
                </c:pt>
                <c:pt idx="288">
                  <c:v>45254</c:v>
                </c:pt>
                <c:pt idx="289">
                  <c:v>45255</c:v>
                </c:pt>
                <c:pt idx="290">
                  <c:v>45256</c:v>
                </c:pt>
                <c:pt idx="291">
                  <c:v>45257</c:v>
                </c:pt>
                <c:pt idx="292">
                  <c:v>45258</c:v>
                </c:pt>
                <c:pt idx="293">
                  <c:v>45259</c:v>
                </c:pt>
                <c:pt idx="294">
                  <c:v>45260</c:v>
                </c:pt>
                <c:pt idx="295">
                  <c:v>45261</c:v>
                </c:pt>
                <c:pt idx="296">
                  <c:v>45262</c:v>
                </c:pt>
                <c:pt idx="297">
                  <c:v>45263</c:v>
                </c:pt>
                <c:pt idx="298">
                  <c:v>45264</c:v>
                </c:pt>
                <c:pt idx="299">
                  <c:v>45265</c:v>
                </c:pt>
                <c:pt idx="300">
                  <c:v>45268</c:v>
                </c:pt>
                <c:pt idx="301">
                  <c:v>45269</c:v>
                </c:pt>
                <c:pt idx="302">
                  <c:v>45270</c:v>
                </c:pt>
                <c:pt idx="303">
                  <c:v>45271</c:v>
                </c:pt>
                <c:pt idx="304">
                  <c:v>45272</c:v>
                </c:pt>
                <c:pt idx="305">
                  <c:v>45273</c:v>
                </c:pt>
                <c:pt idx="306">
                  <c:v>45274</c:v>
                </c:pt>
                <c:pt idx="307">
                  <c:v>45275</c:v>
                </c:pt>
                <c:pt idx="308">
                  <c:v>45276</c:v>
                </c:pt>
                <c:pt idx="309">
                  <c:v>45277</c:v>
                </c:pt>
                <c:pt idx="310">
                  <c:v>45278</c:v>
                </c:pt>
                <c:pt idx="311">
                  <c:v>45279</c:v>
                </c:pt>
                <c:pt idx="312">
                  <c:v>45280</c:v>
                </c:pt>
                <c:pt idx="313">
                  <c:v>45281</c:v>
                </c:pt>
                <c:pt idx="314">
                  <c:v>45282</c:v>
                </c:pt>
                <c:pt idx="315">
                  <c:v>45283</c:v>
                </c:pt>
                <c:pt idx="316">
                  <c:v>45284</c:v>
                </c:pt>
                <c:pt idx="317">
                  <c:v>45285</c:v>
                </c:pt>
                <c:pt idx="318">
                  <c:v>45286</c:v>
                </c:pt>
                <c:pt idx="319">
                  <c:v>45287</c:v>
                </c:pt>
                <c:pt idx="320">
                  <c:v>45288</c:v>
                </c:pt>
                <c:pt idx="321">
                  <c:v>45289</c:v>
                </c:pt>
                <c:pt idx="322">
                  <c:v>45290</c:v>
                </c:pt>
                <c:pt idx="323">
                  <c:v>45291</c:v>
                </c:pt>
                <c:pt idx="324">
                  <c:v>45292</c:v>
                </c:pt>
                <c:pt idx="325">
                  <c:v>45293</c:v>
                </c:pt>
                <c:pt idx="326">
                  <c:v>45294</c:v>
                </c:pt>
                <c:pt idx="327">
                  <c:v>45295</c:v>
                </c:pt>
                <c:pt idx="328">
                  <c:v>45296</c:v>
                </c:pt>
                <c:pt idx="329">
                  <c:v>45297</c:v>
                </c:pt>
                <c:pt idx="330">
                  <c:v>45298</c:v>
                </c:pt>
                <c:pt idx="331">
                  <c:v>45299</c:v>
                </c:pt>
                <c:pt idx="332">
                  <c:v>45300</c:v>
                </c:pt>
                <c:pt idx="333">
                  <c:v>45301</c:v>
                </c:pt>
                <c:pt idx="334">
                  <c:v>45302</c:v>
                </c:pt>
                <c:pt idx="335">
                  <c:v>45303</c:v>
                </c:pt>
                <c:pt idx="336">
                  <c:v>45304</c:v>
                </c:pt>
                <c:pt idx="337">
                  <c:v>45305</c:v>
                </c:pt>
                <c:pt idx="338">
                  <c:v>45306</c:v>
                </c:pt>
                <c:pt idx="339">
                  <c:v>45307</c:v>
                </c:pt>
                <c:pt idx="340">
                  <c:v>45308</c:v>
                </c:pt>
                <c:pt idx="341">
                  <c:v>45309</c:v>
                </c:pt>
                <c:pt idx="342">
                  <c:v>45310</c:v>
                </c:pt>
                <c:pt idx="343">
                  <c:v>45311</c:v>
                </c:pt>
                <c:pt idx="344">
                  <c:v>45312</c:v>
                </c:pt>
                <c:pt idx="345">
                  <c:v>45313</c:v>
                </c:pt>
                <c:pt idx="346">
                  <c:v>45314</c:v>
                </c:pt>
                <c:pt idx="347">
                  <c:v>45315</c:v>
                </c:pt>
                <c:pt idx="348">
                  <c:v>45316</c:v>
                </c:pt>
                <c:pt idx="349">
                  <c:v>45317</c:v>
                </c:pt>
                <c:pt idx="350">
                  <c:v>45318</c:v>
                </c:pt>
                <c:pt idx="351">
                  <c:v>45319</c:v>
                </c:pt>
                <c:pt idx="352">
                  <c:v>45320</c:v>
                </c:pt>
                <c:pt idx="353">
                  <c:v>45321</c:v>
                </c:pt>
                <c:pt idx="354">
                  <c:v>45322</c:v>
                </c:pt>
                <c:pt idx="355">
                  <c:v>45323</c:v>
                </c:pt>
                <c:pt idx="356">
                  <c:v>45324</c:v>
                </c:pt>
                <c:pt idx="357">
                  <c:v>45325</c:v>
                </c:pt>
                <c:pt idx="358">
                  <c:v>45326</c:v>
                </c:pt>
                <c:pt idx="359">
                  <c:v>45327</c:v>
                </c:pt>
                <c:pt idx="360">
                  <c:v>45328</c:v>
                </c:pt>
                <c:pt idx="361">
                  <c:v>45329</c:v>
                </c:pt>
                <c:pt idx="362">
                  <c:v>45330</c:v>
                </c:pt>
                <c:pt idx="363">
                  <c:v>45331</c:v>
                </c:pt>
                <c:pt idx="364">
                  <c:v>45332</c:v>
                </c:pt>
                <c:pt idx="365">
                  <c:v>45333</c:v>
                </c:pt>
                <c:pt idx="366">
                  <c:v>45334</c:v>
                </c:pt>
                <c:pt idx="367">
                  <c:v>45335</c:v>
                </c:pt>
                <c:pt idx="368">
                  <c:v>45336</c:v>
                </c:pt>
                <c:pt idx="369">
                  <c:v>45337</c:v>
                </c:pt>
                <c:pt idx="370">
                  <c:v>45338</c:v>
                </c:pt>
                <c:pt idx="371">
                  <c:v>45339</c:v>
                </c:pt>
                <c:pt idx="372">
                  <c:v>45340</c:v>
                </c:pt>
                <c:pt idx="373">
                  <c:v>45341</c:v>
                </c:pt>
                <c:pt idx="374">
                  <c:v>45342</c:v>
                </c:pt>
                <c:pt idx="375">
                  <c:v>45343</c:v>
                </c:pt>
                <c:pt idx="376">
                  <c:v>45344</c:v>
                </c:pt>
                <c:pt idx="377">
                  <c:v>45345</c:v>
                </c:pt>
                <c:pt idx="378">
                  <c:v>45346</c:v>
                </c:pt>
                <c:pt idx="379">
                  <c:v>45347</c:v>
                </c:pt>
                <c:pt idx="380">
                  <c:v>45348</c:v>
                </c:pt>
                <c:pt idx="381">
                  <c:v>45349</c:v>
                </c:pt>
                <c:pt idx="382">
                  <c:v>45350</c:v>
                </c:pt>
                <c:pt idx="383">
                  <c:v>45351</c:v>
                </c:pt>
                <c:pt idx="384">
                  <c:v>45352</c:v>
                </c:pt>
                <c:pt idx="385">
                  <c:v>45353</c:v>
                </c:pt>
                <c:pt idx="386">
                  <c:v>45354</c:v>
                </c:pt>
                <c:pt idx="387">
                  <c:v>45355</c:v>
                </c:pt>
                <c:pt idx="388">
                  <c:v>45356</c:v>
                </c:pt>
                <c:pt idx="389">
                  <c:v>45357</c:v>
                </c:pt>
                <c:pt idx="390">
                  <c:v>45358</c:v>
                </c:pt>
                <c:pt idx="391">
                  <c:v>45359</c:v>
                </c:pt>
                <c:pt idx="392">
                  <c:v>45360</c:v>
                </c:pt>
                <c:pt idx="393">
                  <c:v>45361</c:v>
                </c:pt>
                <c:pt idx="394">
                  <c:v>45362</c:v>
                </c:pt>
                <c:pt idx="395">
                  <c:v>45363</c:v>
                </c:pt>
                <c:pt idx="396">
                  <c:v>45364</c:v>
                </c:pt>
                <c:pt idx="397">
                  <c:v>45365</c:v>
                </c:pt>
                <c:pt idx="398">
                  <c:v>45366</c:v>
                </c:pt>
                <c:pt idx="399">
                  <c:v>45367</c:v>
                </c:pt>
                <c:pt idx="400">
                  <c:v>45368</c:v>
                </c:pt>
                <c:pt idx="401">
                  <c:v>45369</c:v>
                </c:pt>
                <c:pt idx="402">
                  <c:v>45370</c:v>
                </c:pt>
                <c:pt idx="403">
                  <c:v>45371</c:v>
                </c:pt>
                <c:pt idx="404">
                  <c:v>45372</c:v>
                </c:pt>
                <c:pt idx="405">
                  <c:v>45373</c:v>
                </c:pt>
                <c:pt idx="406">
                  <c:v>45374</c:v>
                </c:pt>
                <c:pt idx="407">
                  <c:v>45375</c:v>
                </c:pt>
                <c:pt idx="408">
                  <c:v>45376</c:v>
                </c:pt>
                <c:pt idx="409">
                  <c:v>45377</c:v>
                </c:pt>
                <c:pt idx="410">
                  <c:v>45378</c:v>
                </c:pt>
                <c:pt idx="411">
                  <c:v>45379</c:v>
                </c:pt>
                <c:pt idx="412">
                  <c:v>45380</c:v>
                </c:pt>
                <c:pt idx="413">
                  <c:v>45381</c:v>
                </c:pt>
                <c:pt idx="414">
                  <c:v>45382</c:v>
                </c:pt>
                <c:pt idx="415">
                  <c:v>45383</c:v>
                </c:pt>
                <c:pt idx="416">
                  <c:v>45384</c:v>
                </c:pt>
                <c:pt idx="417">
                  <c:v>45385</c:v>
                </c:pt>
                <c:pt idx="418">
                  <c:v>45386</c:v>
                </c:pt>
                <c:pt idx="419">
                  <c:v>45387</c:v>
                </c:pt>
                <c:pt idx="420">
                  <c:v>45388</c:v>
                </c:pt>
                <c:pt idx="421">
                  <c:v>45389</c:v>
                </c:pt>
                <c:pt idx="422">
                  <c:v>45390</c:v>
                </c:pt>
                <c:pt idx="423">
                  <c:v>45391</c:v>
                </c:pt>
                <c:pt idx="424">
                  <c:v>45392</c:v>
                </c:pt>
                <c:pt idx="425">
                  <c:v>45393</c:v>
                </c:pt>
                <c:pt idx="426">
                  <c:v>45394</c:v>
                </c:pt>
                <c:pt idx="427">
                  <c:v>45395</c:v>
                </c:pt>
                <c:pt idx="428">
                  <c:v>45396</c:v>
                </c:pt>
                <c:pt idx="429">
                  <c:v>45397</c:v>
                </c:pt>
                <c:pt idx="430">
                  <c:v>45398</c:v>
                </c:pt>
                <c:pt idx="431">
                  <c:v>45399</c:v>
                </c:pt>
                <c:pt idx="432">
                  <c:v>45400</c:v>
                </c:pt>
                <c:pt idx="433">
                  <c:v>45401</c:v>
                </c:pt>
                <c:pt idx="434">
                  <c:v>45402</c:v>
                </c:pt>
                <c:pt idx="435">
                  <c:v>45403</c:v>
                </c:pt>
                <c:pt idx="436">
                  <c:v>45404</c:v>
                </c:pt>
                <c:pt idx="437">
                  <c:v>45405</c:v>
                </c:pt>
                <c:pt idx="438">
                  <c:v>45406</c:v>
                </c:pt>
                <c:pt idx="439">
                  <c:v>45407</c:v>
                </c:pt>
                <c:pt idx="440">
                  <c:v>45408</c:v>
                </c:pt>
                <c:pt idx="441">
                  <c:v>45409</c:v>
                </c:pt>
                <c:pt idx="442">
                  <c:v>45410</c:v>
                </c:pt>
                <c:pt idx="443">
                  <c:v>45411</c:v>
                </c:pt>
                <c:pt idx="444">
                  <c:v>45412</c:v>
                </c:pt>
                <c:pt idx="445">
                  <c:v>45413</c:v>
                </c:pt>
                <c:pt idx="446">
                  <c:v>45414</c:v>
                </c:pt>
                <c:pt idx="447">
                  <c:v>45415</c:v>
                </c:pt>
                <c:pt idx="448">
                  <c:v>45416</c:v>
                </c:pt>
                <c:pt idx="449">
                  <c:v>45417</c:v>
                </c:pt>
                <c:pt idx="450">
                  <c:v>45418</c:v>
                </c:pt>
                <c:pt idx="451">
                  <c:v>45419</c:v>
                </c:pt>
                <c:pt idx="452">
                  <c:v>45420</c:v>
                </c:pt>
                <c:pt idx="453">
                  <c:v>45421</c:v>
                </c:pt>
                <c:pt idx="454">
                  <c:v>45422</c:v>
                </c:pt>
                <c:pt idx="455">
                  <c:v>45423</c:v>
                </c:pt>
                <c:pt idx="456">
                  <c:v>45424</c:v>
                </c:pt>
                <c:pt idx="457">
                  <c:v>45425</c:v>
                </c:pt>
                <c:pt idx="458">
                  <c:v>45426</c:v>
                </c:pt>
                <c:pt idx="459">
                  <c:v>45427</c:v>
                </c:pt>
                <c:pt idx="460">
                  <c:v>45428</c:v>
                </c:pt>
                <c:pt idx="461">
                  <c:v>45429</c:v>
                </c:pt>
                <c:pt idx="462">
                  <c:v>45430</c:v>
                </c:pt>
                <c:pt idx="463">
                  <c:v>45431</c:v>
                </c:pt>
                <c:pt idx="464">
                  <c:v>45432</c:v>
                </c:pt>
                <c:pt idx="465">
                  <c:v>45433</c:v>
                </c:pt>
                <c:pt idx="466">
                  <c:v>45434</c:v>
                </c:pt>
                <c:pt idx="467">
                  <c:v>45435</c:v>
                </c:pt>
                <c:pt idx="468">
                  <c:v>45436</c:v>
                </c:pt>
                <c:pt idx="469">
                  <c:v>45437</c:v>
                </c:pt>
                <c:pt idx="470">
                  <c:v>45438</c:v>
                </c:pt>
                <c:pt idx="471">
                  <c:v>45439</c:v>
                </c:pt>
                <c:pt idx="472">
                  <c:v>45440</c:v>
                </c:pt>
                <c:pt idx="473">
                  <c:v>45441</c:v>
                </c:pt>
                <c:pt idx="474">
                  <c:v>45442</c:v>
                </c:pt>
                <c:pt idx="475">
                  <c:v>45443</c:v>
                </c:pt>
                <c:pt idx="476">
                  <c:v>45444</c:v>
                </c:pt>
                <c:pt idx="477">
                  <c:v>45445</c:v>
                </c:pt>
                <c:pt idx="478">
                  <c:v>45446</c:v>
                </c:pt>
                <c:pt idx="479">
                  <c:v>45447</c:v>
                </c:pt>
                <c:pt idx="480">
                  <c:v>45448</c:v>
                </c:pt>
                <c:pt idx="481">
                  <c:v>45449</c:v>
                </c:pt>
                <c:pt idx="482">
                  <c:v>45450</c:v>
                </c:pt>
                <c:pt idx="483">
                  <c:v>45451</c:v>
                </c:pt>
                <c:pt idx="484">
                  <c:v>45452</c:v>
                </c:pt>
                <c:pt idx="485">
                  <c:v>45453</c:v>
                </c:pt>
                <c:pt idx="486">
                  <c:v>45454</c:v>
                </c:pt>
                <c:pt idx="487">
                  <c:v>45455</c:v>
                </c:pt>
                <c:pt idx="488">
                  <c:v>45456</c:v>
                </c:pt>
                <c:pt idx="489">
                  <c:v>45457</c:v>
                </c:pt>
                <c:pt idx="490">
                  <c:v>45458</c:v>
                </c:pt>
                <c:pt idx="491">
                  <c:v>45459</c:v>
                </c:pt>
                <c:pt idx="492">
                  <c:v>45460</c:v>
                </c:pt>
                <c:pt idx="493">
                  <c:v>45461</c:v>
                </c:pt>
                <c:pt idx="494">
                  <c:v>45462</c:v>
                </c:pt>
                <c:pt idx="495">
                  <c:v>45463</c:v>
                </c:pt>
                <c:pt idx="496">
                  <c:v>45464</c:v>
                </c:pt>
                <c:pt idx="497">
                  <c:v>45465</c:v>
                </c:pt>
                <c:pt idx="498">
                  <c:v>45466</c:v>
                </c:pt>
                <c:pt idx="499">
                  <c:v>45467</c:v>
                </c:pt>
                <c:pt idx="500">
                  <c:v>45468</c:v>
                </c:pt>
                <c:pt idx="501">
                  <c:v>45471</c:v>
                </c:pt>
                <c:pt idx="502">
                  <c:v>45472</c:v>
                </c:pt>
                <c:pt idx="503">
                  <c:v>45473</c:v>
                </c:pt>
                <c:pt idx="504">
                  <c:v>45474</c:v>
                </c:pt>
                <c:pt idx="505">
                  <c:v>45475</c:v>
                </c:pt>
                <c:pt idx="506">
                  <c:v>45476</c:v>
                </c:pt>
                <c:pt idx="507">
                  <c:v>45477</c:v>
                </c:pt>
                <c:pt idx="508">
                  <c:v>45478</c:v>
                </c:pt>
                <c:pt idx="509">
                  <c:v>45479</c:v>
                </c:pt>
                <c:pt idx="510">
                  <c:v>45480</c:v>
                </c:pt>
                <c:pt idx="511">
                  <c:v>45481</c:v>
                </c:pt>
                <c:pt idx="512">
                  <c:v>45482</c:v>
                </c:pt>
                <c:pt idx="513">
                  <c:v>45483</c:v>
                </c:pt>
                <c:pt idx="514">
                  <c:v>45484</c:v>
                </c:pt>
                <c:pt idx="515">
                  <c:v>45485</c:v>
                </c:pt>
                <c:pt idx="516">
                  <c:v>45486</c:v>
                </c:pt>
                <c:pt idx="517">
                  <c:v>45487</c:v>
                </c:pt>
                <c:pt idx="518">
                  <c:v>45488</c:v>
                </c:pt>
                <c:pt idx="519">
                  <c:v>45489</c:v>
                </c:pt>
                <c:pt idx="520">
                  <c:v>45490</c:v>
                </c:pt>
                <c:pt idx="521">
                  <c:v>45491</c:v>
                </c:pt>
                <c:pt idx="522">
                  <c:v>45492</c:v>
                </c:pt>
                <c:pt idx="523">
                  <c:v>45493</c:v>
                </c:pt>
                <c:pt idx="524">
                  <c:v>45494</c:v>
                </c:pt>
                <c:pt idx="525">
                  <c:v>45495</c:v>
                </c:pt>
                <c:pt idx="526">
                  <c:v>45496</c:v>
                </c:pt>
                <c:pt idx="527">
                  <c:v>45497</c:v>
                </c:pt>
                <c:pt idx="528">
                  <c:v>45498</c:v>
                </c:pt>
                <c:pt idx="529">
                  <c:v>45499</c:v>
                </c:pt>
                <c:pt idx="530">
                  <c:v>45500</c:v>
                </c:pt>
                <c:pt idx="531">
                  <c:v>45501</c:v>
                </c:pt>
                <c:pt idx="532">
                  <c:v>45502</c:v>
                </c:pt>
                <c:pt idx="533">
                  <c:v>45503</c:v>
                </c:pt>
                <c:pt idx="534">
                  <c:v>45504</c:v>
                </c:pt>
                <c:pt idx="535">
                  <c:v>45505</c:v>
                </c:pt>
                <c:pt idx="536">
                  <c:v>45506</c:v>
                </c:pt>
                <c:pt idx="537">
                  <c:v>45507</c:v>
                </c:pt>
                <c:pt idx="538">
                  <c:v>45508</c:v>
                </c:pt>
                <c:pt idx="539">
                  <c:v>45509</c:v>
                </c:pt>
                <c:pt idx="540">
                  <c:v>45510</c:v>
                </c:pt>
                <c:pt idx="541">
                  <c:v>45511</c:v>
                </c:pt>
                <c:pt idx="542">
                  <c:v>45512</c:v>
                </c:pt>
                <c:pt idx="543">
                  <c:v>45513</c:v>
                </c:pt>
                <c:pt idx="544">
                  <c:v>45514</c:v>
                </c:pt>
                <c:pt idx="545">
                  <c:v>45515</c:v>
                </c:pt>
                <c:pt idx="546">
                  <c:v>45516</c:v>
                </c:pt>
                <c:pt idx="547">
                  <c:v>45517</c:v>
                </c:pt>
                <c:pt idx="548">
                  <c:v>45518</c:v>
                </c:pt>
                <c:pt idx="549">
                  <c:v>45519</c:v>
                </c:pt>
                <c:pt idx="550">
                  <c:v>45520</c:v>
                </c:pt>
                <c:pt idx="551">
                  <c:v>45521</c:v>
                </c:pt>
                <c:pt idx="552">
                  <c:v>45522</c:v>
                </c:pt>
                <c:pt idx="553">
                  <c:v>45523</c:v>
                </c:pt>
                <c:pt idx="554">
                  <c:v>45524</c:v>
                </c:pt>
                <c:pt idx="555">
                  <c:v>45525</c:v>
                </c:pt>
                <c:pt idx="556">
                  <c:v>45526</c:v>
                </c:pt>
                <c:pt idx="557">
                  <c:v>45527</c:v>
                </c:pt>
                <c:pt idx="558">
                  <c:v>45528</c:v>
                </c:pt>
                <c:pt idx="559">
                  <c:v>45529</c:v>
                </c:pt>
                <c:pt idx="560">
                  <c:v>45530</c:v>
                </c:pt>
                <c:pt idx="561">
                  <c:v>45531</c:v>
                </c:pt>
                <c:pt idx="562">
                  <c:v>45532</c:v>
                </c:pt>
                <c:pt idx="563">
                  <c:v>45533</c:v>
                </c:pt>
                <c:pt idx="564">
                  <c:v>45534</c:v>
                </c:pt>
                <c:pt idx="565">
                  <c:v>45535</c:v>
                </c:pt>
                <c:pt idx="566">
                  <c:v>45536</c:v>
                </c:pt>
                <c:pt idx="567">
                  <c:v>45537</c:v>
                </c:pt>
                <c:pt idx="568">
                  <c:v>45538</c:v>
                </c:pt>
                <c:pt idx="569">
                  <c:v>45539</c:v>
                </c:pt>
                <c:pt idx="570">
                  <c:v>45540</c:v>
                </c:pt>
                <c:pt idx="571">
                  <c:v>45541</c:v>
                </c:pt>
                <c:pt idx="572">
                  <c:v>45542</c:v>
                </c:pt>
                <c:pt idx="573">
                  <c:v>45543</c:v>
                </c:pt>
                <c:pt idx="574">
                  <c:v>45544</c:v>
                </c:pt>
                <c:pt idx="575">
                  <c:v>45545</c:v>
                </c:pt>
                <c:pt idx="576">
                  <c:v>45546</c:v>
                </c:pt>
                <c:pt idx="577">
                  <c:v>45547</c:v>
                </c:pt>
                <c:pt idx="578">
                  <c:v>45548</c:v>
                </c:pt>
                <c:pt idx="579">
                  <c:v>45549</c:v>
                </c:pt>
                <c:pt idx="580">
                  <c:v>45550</c:v>
                </c:pt>
                <c:pt idx="581">
                  <c:v>45551</c:v>
                </c:pt>
                <c:pt idx="582">
                  <c:v>45552</c:v>
                </c:pt>
                <c:pt idx="583">
                  <c:v>45553</c:v>
                </c:pt>
                <c:pt idx="584">
                  <c:v>45554</c:v>
                </c:pt>
                <c:pt idx="585">
                  <c:v>45555</c:v>
                </c:pt>
                <c:pt idx="586">
                  <c:v>45556</c:v>
                </c:pt>
                <c:pt idx="587">
                  <c:v>45557</c:v>
                </c:pt>
                <c:pt idx="588">
                  <c:v>45558</c:v>
                </c:pt>
                <c:pt idx="589">
                  <c:v>45559</c:v>
                </c:pt>
                <c:pt idx="590">
                  <c:v>45560</c:v>
                </c:pt>
                <c:pt idx="591">
                  <c:v>45561</c:v>
                </c:pt>
                <c:pt idx="592">
                  <c:v>45562</c:v>
                </c:pt>
                <c:pt idx="593">
                  <c:v>45563</c:v>
                </c:pt>
                <c:pt idx="594">
                  <c:v>45564</c:v>
                </c:pt>
                <c:pt idx="595">
                  <c:v>45565</c:v>
                </c:pt>
                <c:pt idx="596">
                  <c:v>45566</c:v>
                </c:pt>
                <c:pt idx="597">
                  <c:v>45567</c:v>
                </c:pt>
                <c:pt idx="598">
                  <c:v>45568</c:v>
                </c:pt>
                <c:pt idx="599">
                  <c:v>45569</c:v>
                </c:pt>
                <c:pt idx="600">
                  <c:v>45570</c:v>
                </c:pt>
                <c:pt idx="601">
                  <c:v>45571</c:v>
                </c:pt>
                <c:pt idx="602">
                  <c:v>45572</c:v>
                </c:pt>
                <c:pt idx="603">
                  <c:v>45573</c:v>
                </c:pt>
                <c:pt idx="604">
                  <c:v>45574</c:v>
                </c:pt>
                <c:pt idx="605">
                  <c:v>45575</c:v>
                </c:pt>
                <c:pt idx="606">
                  <c:v>45590</c:v>
                </c:pt>
                <c:pt idx="607">
                  <c:v>45591</c:v>
                </c:pt>
                <c:pt idx="608">
                  <c:v>45592</c:v>
                </c:pt>
                <c:pt idx="609">
                  <c:v>45593</c:v>
                </c:pt>
                <c:pt idx="610">
                  <c:v>45594</c:v>
                </c:pt>
                <c:pt idx="611">
                  <c:v>45595</c:v>
                </c:pt>
                <c:pt idx="612">
                  <c:v>45596</c:v>
                </c:pt>
                <c:pt idx="613">
                  <c:v>45597</c:v>
                </c:pt>
                <c:pt idx="614">
                  <c:v>45598</c:v>
                </c:pt>
                <c:pt idx="615">
                  <c:v>45599</c:v>
                </c:pt>
                <c:pt idx="616">
                  <c:v>45600</c:v>
                </c:pt>
                <c:pt idx="617">
                  <c:v>45601</c:v>
                </c:pt>
                <c:pt idx="618">
                  <c:v>45602</c:v>
                </c:pt>
                <c:pt idx="619">
                  <c:v>45603</c:v>
                </c:pt>
                <c:pt idx="620">
                  <c:v>45604</c:v>
                </c:pt>
                <c:pt idx="621">
                  <c:v>45605</c:v>
                </c:pt>
                <c:pt idx="622">
                  <c:v>45606</c:v>
                </c:pt>
                <c:pt idx="623">
                  <c:v>45607</c:v>
                </c:pt>
                <c:pt idx="624">
                  <c:v>45608</c:v>
                </c:pt>
                <c:pt idx="625">
                  <c:v>45609</c:v>
                </c:pt>
                <c:pt idx="626">
                  <c:v>45610</c:v>
                </c:pt>
                <c:pt idx="627">
                  <c:v>45611</c:v>
                </c:pt>
                <c:pt idx="628">
                  <c:v>45612</c:v>
                </c:pt>
                <c:pt idx="629">
                  <c:v>45613</c:v>
                </c:pt>
                <c:pt idx="630">
                  <c:v>45614</c:v>
                </c:pt>
                <c:pt idx="631">
                  <c:v>45615</c:v>
                </c:pt>
                <c:pt idx="632">
                  <c:v>45616</c:v>
                </c:pt>
                <c:pt idx="633">
                  <c:v>45617</c:v>
                </c:pt>
                <c:pt idx="634">
                  <c:v>45618</c:v>
                </c:pt>
                <c:pt idx="635">
                  <c:v>45619</c:v>
                </c:pt>
                <c:pt idx="636">
                  <c:v>45620</c:v>
                </c:pt>
                <c:pt idx="637">
                  <c:v>45621</c:v>
                </c:pt>
                <c:pt idx="638">
                  <c:v>45622</c:v>
                </c:pt>
                <c:pt idx="639">
                  <c:v>45623</c:v>
                </c:pt>
                <c:pt idx="640">
                  <c:v>45624</c:v>
                </c:pt>
                <c:pt idx="641">
                  <c:v>45625</c:v>
                </c:pt>
                <c:pt idx="642">
                  <c:v>45626</c:v>
                </c:pt>
                <c:pt idx="643">
                  <c:v>45627</c:v>
                </c:pt>
                <c:pt idx="644">
                  <c:v>45628</c:v>
                </c:pt>
                <c:pt idx="645">
                  <c:v>45629</c:v>
                </c:pt>
                <c:pt idx="646">
                  <c:v>45630</c:v>
                </c:pt>
                <c:pt idx="647">
                  <c:v>45631</c:v>
                </c:pt>
                <c:pt idx="648">
                  <c:v>45632</c:v>
                </c:pt>
                <c:pt idx="649">
                  <c:v>45633</c:v>
                </c:pt>
                <c:pt idx="650">
                  <c:v>45634</c:v>
                </c:pt>
                <c:pt idx="651">
                  <c:v>45635</c:v>
                </c:pt>
                <c:pt idx="652">
                  <c:v>45636</c:v>
                </c:pt>
                <c:pt idx="653">
                  <c:v>45637</c:v>
                </c:pt>
                <c:pt idx="654">
                  <c:v>45638</c:v>
                </c:pt>
                <c:pt idx="655">
                  <c:v>45639</c:v>
                </c:pt>
                <c:pt idx="656">
                  <c:v>45640</c:v>
                </c:pt>
                <c:pt idx="657">
                  <c:v>45641</c:v>
                </c:pt>
                <c:pt idx="658">
                  <c:v>45642</c:v>
                </c:pt>
                <c:pt idx="659">
                  <c:v>45643</c:v>
                </c:pt>
                <c:pt idx="660">
                  <c:v>45644</c:v>
                </c:pt>
                <c:pt idx="661">
                  <c:v>45645</c:v>
                </c:pt>
                <c:pt idx="662">
                  <c:v>45646</c:v>
                </c:pt>
                <c:pt idx="663">
                  <c:v>45647</c:v>
                </c:pt>
                <c:pt idx="664">
                  <c:v>45648</c:v>
                </c:pt>
                <c:pt idx="665">
                  <c:v>45649</c:v>
                </c:pt>
                <c:pt idx="666">
                  <c:v>45650</c:v>
                </c:pt>
                <c:pt idx="667">
                  <c:v>45651</c:v>
                </c:pt>
                <c:pt idx="668">
                  <c:v>45652</c:v>
                </c:pt>
                <c:pt idx="669">
                  <c:v>45653</c:v>
                </c:pt>
                <c:pt idx="670">
                  <c:v>45654</c:v>
                </c:pt>
                <c:pt idx="671">
                  <c:v>45655</c:v>
                </c:pt>
                <c:pt idx="672">
                  <c:v>45656</c:v>
                </c:pt>
                <c:pt idx="673">
                  <c:v>45657</c:v>
                </c:pt>
                <c:pt idx="674">
                  <c:v>45658</c:v>
                </c:pt>
                <c:pt idx="675">
                  <c:v>45659</c:v>
                </c:pt>
                <c:pt idx="676">
                  <c:v>45660</c:v>
                </c:pt>
                <c:pt idx="677">
                  <c:v>45661</c:v>
                </c:pt>
                <c:pt idx="678">
                  <c:v>45662</c:v>
                </c:pt>
                <c:pt idx="679">
                  <c:v>45665</c:v>
                </c:pt>
                <c:pt idx="680">
                  <c:v>45666</c:v>
                </c:pt>
                <c:pt idx="681">
                  <c:v>45667</c:v>
                </c:pt>
                <c:pt idx="682">
                  <c:v>45668</c:v>
                </c:pt>
                <c:pt idx="683">
                  <c:v>45669</c:v>
                </c:pt>
                <c:pt idx="684">
                  <c:v>45670</c:v>
                </c:pt>
                <c:pt idx="685">
                  <c:v>45671</c:v>
                </c:pt>
                <c:pt idx="686">
                  <c:v>45672</c:v>
                </c:pt>
                <c:pt idx="687">
                  <c:v>45673</c:v>
                </c:pt>
                <c:pt idx="688">
                  <c:v>45674</c:v>
                </c:pt>
                <c:pt idx="689">
                  <c:v>45675</c:v>
                </c:pt>
                <c:pt idx="690">
                  <c:v>45676</c:v>
                </c:pt>
                <c:pt idx="691">
                  <c:v>45677</c:v>
                </c:pt>
                <c:pt idx="692">
                  <c:v>45678</c:v>
                </c:pt>
                <c:pt idx="693">
                  <c:v>45679</c:v>
                </c:pt>
                <c:pt idx="694">
                  <c:v>45680</c:v>
                </c:pt>
                <c:pt idx="695">
                  <c:v>45681</c:v>
                </c:pt>
                <c:pt idx="696">
                  <c:v>45682</c:v>
                </c:pt>
                <c:pt idx="697">
                  <c:v>45683</c:v>
                </c:pt>
                <c:pt idx="698">
                  <c:v>45684</c:v>
                </c:pt>
                <c:pt idx="699">
                  <c:v>45685</c:v>
                </c:pt>
                <c:pt idx="700">
                  <c:v>45686</c:v>
                </c:pt>
                <c:pt idx="701">
                  <c:v>45687</c:v>
                </c:pt>
                <c:pt idx="702">
                  <c:v>45688</c:v>
                </c:pt>
                <c:pt idx="703">
                  <c:v>45689</c:v>
                </c:pt>
                <c:pt idx="704">
                  <c:v>45690</c:v>
                </c:pt>
                <c:pt idx="705">
                  <c:v>45691</c:v>
                </c:pt>
                <c:pt idx="706">
                  <c:v>45692</c:v>
                </c:pt>
                <c:pt idx="707">
                  <c:v>45693</c:v>
                </c:pt>
                <c:pt idx="708">
                  <c:v>45694</c:v>
                </c:pt>
                <c:pt idx="709">
                  <c:v>45695</c:v>
                </c:pt>
                <c:pt idx="710">
                  <c:v>45696</c:v>
                </c:pt>
                <c:pt idx="711">
                  <c:v>45697</c:v>
                </c:pt>
                <c:pt idx="712">
                  <c:v>45698</c:v>
                </c:pt>
                <c:pt idx="713">
                  <c:v>45699</c:v>
                </c:pt>
                <c:pt idx="714">
                  <c:v>45700</c:v>
                </c:pt>
                <c:pt idx="715">
                  <c:v>45701</c:v>
                </c:pt>
                <c:pt idx="716">
                  <c:v>45702</c:v>
                </c:pt>
                <c:pt idx="717">
                  <c:v>45703</c:v>
                </c:pt>
                <c:pt idx="718">
                  <c:v>45704</c:v>
                </c:pt>
                <c:pt idx="719">
                  <c:v>45705</c:v>
                </c:pt>
                <c:pt idx="720">
                  <c:v>45706</c:v>
                </c:pt>
                <c:pt idx="721">
                  <c:v>45707</c:v>
                </c:pt>
                <c:pt idx="722">
                  <c:v>45708</c:v>
                </c:pt>
                <c:pt idx="723">
                  <c:v>45709</c:v>
                </c:pt>
                <c:pt idx="724">
                  <c:v>45710</c:v>
                </c:pt>
                <c:pt idx="725">
                  <c:v>45711</c:v>
                </c:pt>
                <c:pt idx="726">
                  <c:v>45712</c:v>
                </c:pt>
                <c:pt idx="727">
                  <c:v>45713</c:v>
                </c:pt>
                <c:pt idx="728">
                  <c:v>45714</c:v>
                </c:pt>
                <c:pt idx="729">
                  <c:v>45715</c:v>
                </c:pt>
                <c:pt idx="730">
                  <c:v>45716</c:v>
                </c:pt>
                <c:pt idx="731">
                  <c:v>45717</c:v>
                </c:pt>
                <c:pt idx="732">
                  <c:v>45718</c:v>
                </c:pt>
                <c:pt idx="733">
                  <c:v>45719</c:v>
                </c:pt>
                <c:pt idx="734">
                  <c:v>45720</c:v>
                </c:pt>
                <c:pt idx="735">
                  <c:v>45721</c:v>
                </c:pt>
                <c:pt idx="736">
                  <c:v>45722</c:v>
                </c:pt>
                <c:pt idx="737">
                  <c:v>45723</c:v>
                </c:pt>
                <c:pt idx="738">
                  <c:v>45724</c:v>
                </c:pt>
                <c:pt idx="739">
                  <c:v>45725</c:v>
                </c:pt>
                <c:pt idx="740">
                  <c:v>45726</c:v>
                </c:pt>
                <c:pt idx="741">
                  <c:v>45727</c:v>
                </c:pt>
                <c:pt idx="742">
                  <c:v>45728</c:v>
                </c:pt>
                <c:pt idx="743">
                  <c:v>45729</c:v>
                </c:pt>
                <c:pt idx="744">
                  <c:v>45730</c:v>
                </c:pt>
                <c:pt idx="745">
                  <c:v>45731</c:v>
                </c:pt>
                <c:pt idx="746">
                  <c:v>45732</c:v>
                </c:pt>
                <c:pt idx="747">
                  <c:v>45733</c:v>
                </c:pt>
                <c:pt idx="748">
                  <c:v>45734</c:v>
                </c:pt>
                <c:pt idx="749">
                  <c:v>45735</c:v>
                </c:pt>
                <c:pt idx="750">
                  <c:v>45736</c:v>
                </c:pt>
                <c:pt idx="751">
                  <c:v>45737</c:v>
                </c:pt>
                <c:pt idx="752">
                  <c:v>45738</c:v>
                </c:pt>
                <c:pt idx="753">
                  <c:v>45739</c:v>
                </c:pt>
                <c:pt idx="754">
                  <c:v>45740</c:v>
                </c:pt>
                <c:pt idx="755">
                  <c:v>45741</c:v>
                </c:pt>
                <c:pt idx="756">
                  <c:v>45742</c:v>
                </c:pt>
                <c:pt idx="757">
                  <c:v>45743</c:v>
                </c:pt>
                <c:pt idx="758">
                  <c:v>45744</c:v>
                </c:pt>
                <c:pt idx="759">
                  <c:v>45745</c:v>
                </c:pt>
                <c:pt idx="760">
                  <c:v>45746</c:v>
                </c:pt>
                <c:pt idx="761">
                  <c:v>45747</c:v>
                </c:pt>
                <c:pt idx="762">
                  <c:v>45748</c:v>
                </c:pt>
                <c:pt idx="763">
                  <c:v>45749</c:v>
                </c:pt>
                <c:pt idx="764">
                  <c:v>45750</c:v>
                </c:pt>
                <c:pt idx="765">
                  <c:v>45751</c:v>
                </c:pt>
                <c:pt idx="766">
                  <c:v>45752</c:v>
                </c:pt>
                <c:pt idx="767">
                  <c:v>45753</c:v>
                </c:pt>
                <c:pt idx="768">
                  <c:v>45754</c:v>
                </c:pt>
                <c:pt idx="769">
                  <c:v>45755</c:v>
                </c:pt>
                <c:pt idx="770">
                  <c:v>45756</c:v>
                </c:pt>
                <c:pt idx="771">
                  <c:v>45757</c:v>
                </c:pt>
                <c:pt idx="772">
                  <c:v>45758</c:v>
                </c:pt>
                <c:pt idx="773">
                  <c:v>45759</c:v>
                </c:pt>
                <c:pt idx="774">
                  <c:v>45760</c:v>
                </c:pt>
                <c:pt idx="775">
                  <c:v>45761</c:v>
                </c:pt>
                <c:pt idx="776">
                  <c:v>45762</c:v>
                </c:pt>
                <c:pt idx="777">
                  <c:v>45763</c:v>
                </c:pt>
                <c:pt idx="778">
                  <c:v>45764</c:v>
                </c:pt>
                <c:pt idx="779">
                  <c:v>45765</c:v>
                </c:pt>
                <c:pt idx="780">
                  <c:v>45766</c:v>
                </c:pt>
                <c:pt idx="781">
                  <c:v>45767</c:v>
                </c:pt>
                <c:pt idx="782">
                  <c:v>45768</c:v>
                </c:pt>
                <c:pt idx="783">
                  <c:v>45769</c:v>
                </c:pt>
                <c:pt idx="784">
                  <c:v>45770</c:v>
                </c:pt>
                <c:pt idx="785">
                  <c:v>45771</c:v>
                </c:pt>
                <c:pt idx="786">
                  <c:v>45772</c:v>
                </c:pt>
                <c:pt idx="787">
                  <c:v>45773</c:v>
                </c:pt>
                <c:pt idx="788">
                  <c:v>45774</c:v>
                </c:pt>
                <c:pt idx="789">
                  <c:v>45775</c:v>
                </c:pt>
                <c:pt idx="790">
                  <c:v>45776</c:v>
                </c:pt>
                <c:pt idx="791">
                  <c:v>45777</c:v>
                </c:pt>
                <c:pt idx="792">
                  <c:v>45778</c:v>
                </c:pt>
                <c:pt idx="793">
                  <c:v>45779</c:v>
                </c:pt>
                <c:pt idx="794">
                  <c:v>45780</c:v>
                </c:pt>
                <c:pt idx="795">
                  <c:v>45781</c:v>
                </c:pt>
                <c:pt idx="796">
                  <c:v>45782</c:v>
                </c:pt>
                <c:pt idx="797">
                  <c:v>45783</c:v>
                </c:pt>
                <c:pt idx="798">
                  <c:v>45784</c:v>
                </c:pt>
                <c:pt idx="799">
                  <c:v>45785</c:v>
                </c:pt>
                <c:pt idx="800">
                  <c:v>45786</c:v>
                </c:pt>
                <c:pt idx="801">
                  <c:v>45787</c:v>
                </c:pt>
                <c:pt idx="802">
                  <c:v>45788</c:v>
                </c:pt>
                <c:pt idx="803">
                  <c:v>45789</c:v>
                </c:pt>
                <c:pt idx="804">
                  <c:v>45790</c:v>
                </c:pt>
                <c:pt idx="805">
                  <c:v>45791</c:v>
                </c:pt>
                <c:pt idx="806">
                  <c:v>45792</c:v>
                </c:pt>
                <c:pt idx="807">
                  <c:v>45793</c:v>
                </c:pt>
                <c:pt idx="808">
                  <c:v>45794</c:v>
                </c:pt>
                <c:pt idx="809">
                  <c:v>45795</c:v>
                </c:pt>
                <c:pt idx="810">
                  <c:v>45796</c:v>
                </c:pt>
                <c:pt idx="811">
                  <c:v>45797</c:v>
                </c:pt>
                <c:pt idx="812">
                  <c:v>45798</c:v>
                </c:pt>
                <c:pt idx="813">
                  <c:v>45799</c:v>
                </c:pt>
                <c:pt idx="814">
                  <c:v>45800</c:v>
                </c:pt>
                <c:pt idx="815">
                  <c:v>45801</c:v>
                </c:pt>
                <c:pt idx="816">
                  <c:v>45802</c:v>
                </c:pt>
                <c:pt idx="817">
                  <c:v>45803</c:v>
                </c:pt>
                <c:pt idx="818">
                  <c:v>45804</c:v>
                </c:pt>
                <c:pt idx="819">
                  <c:v>45805</c:v>
                </c:pt>
                <c:pt idx="820">
                  <c:v>45806</c:v>
                </c:pt>
                <c:pt idx="821">
                  <c:v>45807</c:v>
                </c:pt>
                <c:pt idx="822">
                  <c:v>45808</c:v>
                </c:pt>
                <c:pt idx="823">
                  <c:v>45809</c:v>
                </c:pt>
                <c:pt idx="824">
                  <c:v>45810</c:v>
                </c:pt>
                <c:pt idx="825">
                  <c:v>45811</c:v>
                </c:pt>
                <c:pt idx="826">
                  <c:v>45812</c:v>
                </c:pt>
                <c:pt idx="827">
                  <c:v>45813</c:v>
                </c:pt>
                <c:pt idx="828">
                  <c:v>45814</c:v>
                </c:pt>
                <c:pt idx="829">
                  <c:v>45815</c:v>
                </c:pt>
                <c:pt idx="830">
                  <c:v>45816</c:v>
                </c:pt>
                <c:pt idx="831">
                  <c:v>45817</c:v>
                </c:pt>
                <c:pt idx="832">
                  <c:v>45818</c:v>
                </c:pt>
                <c:pt idx="833">
                  <c:v>45819</c:v>
                </c:pt>
                <c:pt idx="834">
                  <c:v>45820</c:v>
                </c:pt>
                <c:pt idx="835">
                  <c:v>45821</c:v>
                </c:pt>
                <c:pt idx="836">
                  <c:v>45822</c:v>
                </c:pt>
                <c:pt idx="837">
                  <c:v>45823</c:v>
                </c:pt>
                <c:pt idx="838">
                  <c:v>45824</c:v>
                </c:pt>
                <c:pt idx="839">
                  <c:v>45825</c:v>
                </c:pt>
                <c:pt idx="840">
                  <c:v>45826</c:v>
                </c:pt>
                <c:pt idx="841">
                  <c:v>45827</c:v>
                </c:pt>
                <c:pt idx="842">
                  <c:v>45828</c:v>
                </c:pt>
                <c:pt idx="843">
                  <c:v>45829</c:v>
                </c:pt>
                <c:pt idx="844">
                  <c:v>45830</c:v>
                </c:pt>
                <c:pt idx="845">
                  <c:v>45831</c:v>
                </c:pt>
                <c:pt idx="846">
                  <c:v>45832</c:v>
                </c:pt>
                <c:pt idx="847">
                  <c:v>45833</c:v>
                </c:pt>
                <c:pt idx="848">
                  <c:v>45834</c:v>
                </c:pt>
                <c:pt idx="849">
                  <c:v>45835</c:v>
                </c:pt>
                <c:pt idx="850">
                  <c:v>45836</c:v>
                </c:pt>
                <c:pt idx="851">
                  <c:v>45837</c:v>
                </c:pt>
                <c:pt idx="852">
                  <c:v>45838</c:v>
                </c:pt>
                <c:pt idx="853">
                  <c:v>45839</c:v>
                </c:pt>
                <c:pt idx="854">
                  <c:v>45840</c:v>
                </c:pt>
                <c:pt idx="855">
                  <c:v>45841</c:v>
                </c:pt>
                <c:pt idx="856">
                  <c:v>45842</c:v>
                </c:pt>
                <c:pt idx="857">
                  <c:v>45843</c:v>
                </c:pt>
                <c:pt idx="858">
                  <c:v>45844</c:v>
                </c:pt>
                <c:pt idx="859">
                  <c:v>45845</c:v>
                </c:pt>
                <c:pt idx="860">
                  <c:v>45846</c:v>
                </c:pt>
                <c:pt idx="861">
                  <c:v>45847</c:v>
                </c:pt>
                <c:pt idx="862">
                  <c:v>45848</c:v>
                </c:pt>
                <c:pt idx="863">
                  <c:v>45849</c:v>
                </c:pt>
                <c:pt idx="864">
                  <c:v>45850</c:v>
                </c:pt>
                <c:pt idx="865">
                  <c:v>45851</c:v>
                </c:pt>
                <c:pt idx="866">
                  <c:v>45852</c:v>
                </c:pt>
                <c:pt idx="867">
                  <c:v>45853</c:v>
                </c:pt>
                <c:pt idx="868">
                  <c:v>45854</c:v>
                </c:pt>
                <c:pt idx="869">
                  <c:v>45855</c:v>
                </c:pt>
                <c:pt idx="870">
                  <c:v>45856</c:v>
                </c:pt>
                <c:pt idx="871">
                  <c:v>45857</c:v>
                </c:pt>
                <c:pt idx="872">
                  <c:v>45858</c:v>
                </c:pt>
                <c:pt idx="873">
                  <c:v>45860</c:v>
                </c:pt>
                <c:pt idx="874">
                  <c:v>45861</c:v>
                </c:pt>
                <c:pt idx="875">
                  <c:v>45862</c:v>
                </c:pt>
                <c:pt idx="876">
                  <c:v>45863</c:v>
                </c:pt>
                <c:pt idx="877">
                  <c:v>45864</c:v>
                </c:pt>
                <c:pt idx="878">
                  <c:v>45865</c:v>
                </c:pt>
                <c:pt idx="879">
                  <c:v>45866</c:v>
                </c:pt>
                <c:pt idx="880">
                  <c:v>45867</c:v>
                </c:pt>
                <c:pt idx="881">
                  <c:v>45868</c:v>
                </c:pt>
                <c:pt idx="882">
                  <c:v>45869</c:v>
                </c:pt>
                <c:pt idx="883">
                  <c:v>45870</c:v>
                </c:pt>
                <c:pt idx="884">
                  <c:v>45871</c:v>
                </c:pt>
                <c:pt idx="885">
                  <c:v>45872</c:v>
                </c:pt>
                <c:pt idx="886">
                  <c:v>45873</c:v>
                </c:pt>
                <c:pt idx="887">
                  <c:v>45874</c:v>
                </c:pt>
                <c:pt idx="888">
                  <c:v>45875</c:v>
                </c:pt>
                <c:pt idx="889">
                  <c:v>45876</c:v>
                </c:pt>
                <c:pt idx="890">
                  <c:v>45877</c:v>
                </c:pt>
                <c:pt idx="891">
                  <c:v>45878</c:v>
                </c:pt>
                <c:pt idx="892">
                  <c:v>45879</c:v>
                </c:pt>
                <c:pt idx="893">
                  <c:v>45880</c:v>
                </c:pt>
                <c:pt idx="894">
                  <c:v>45881</c:v>
                </c:pt>
                <c:pt idx="895">
                  <c:v>45882</c:v>
                </c:pt>
                <c:pt idx="896">
                  <c:v>45883</c:v>
                </c:pt>
                <c:pt idx="897">
                  <c:v>45884</c:v>
                </c:pt>
                <c:pt idx="898">
                  <c:v>45885</c:v>
                </c:pt>
                <c:pt idx="899">
                  <c:v>45886</c:v>
                </c:pt>
                <c:pt idx="900">
                  <c:v>45887</c:v>
                </c:pt>
                <c:pt idx="901">
                  <c:v>45888</c:v>
                </c:pt>
                <c:pt idx="902">
                  <c:v>45889</c:v>
                </c:pt>
                <c:pt idx="903">
                  <c:v>45890</c:v>
                </c:pt>
                <c:pt idx="904">
                  <c:v>45891</c:v>
                </c:pt>
                <c:pt idx="905">
                  <c:v>45892</c:v>
                </c:pt>
                <c:pt idx="906">
                  <c:v>45893</c:v>
                </c:pt>
                <c:pt idx="907">
                  <c:v>45894</c:v>
                </c:pt>
                <c:pt idx="908">
                  <c:v>45895</c:v>
                </c:pt>
                <c:pt idx="909">
                  <c:v>45896</c:v>
                </c:pt>
                <c:pt idx="910">
                  <c:v>45897</c:v>
                </c:pt>
                <c:pt idx="911">
                  <c:v>45898</c:v>
                </c:pt>
                <c:pt idx="912">
                  <c:v>45899</c:v>
                </c:pt>
                <c:pt idx="913">
                  <c:v>45900</c:v>
                </c:pt>
                <c:pt idx="914">
                  <c:v>45901</c:v>
                </c:pt>
                <c:pt idx="915">
                  <c:v>45902</c:v>
                </c:pt>
                <c:pt idx="916">
                  <c:v>45903</c:v>
                </c:pt>
                <c:pt idx="917">
                  <c:v>45904</c:v>
                </c:pt>
                <c:pt idx="918">
                  <c:v>45905</c:v>
                </c:pt>
                <c:pt idx="919">
                  <c:v>45906</c:v>
                </c:pt>
                <c:pt idx="920">
                  <c:v>45907</c:v>
                </c:pt>
                <c:pt idx="921">
                  <c:v>45908</c:v>
                </c:pt>
                <c:pt idx="922">
                  <c:v>45909</c:v>
                </c:pt>
                <c:pt idx="923">
                  <c:v>45910</c:v>
                </c:pt>
                <c:pt idx="924">
                  <c:v>45911</c:v>
                </c:pt>
                <c:pt idx="925">
                  <c:v>45912</c:v>
                </c:pt>
                <c:pt idx="926">
                  <c:v>45913</c:v>
                </c:pt>
                <c:pt idx="927">
                  <c:v>45914</c:v>
                </c:pt>
                <c:pt idx="928">
                  <c:v>45915</c:v>
                </c:pt>
                <c:pt idx="929">
                  <c:v>45916</c:v>
                </c:pt>
                <c:pt idx="930">
                  <c:v>45917</c:v>
                </c:pt>
                <c:pt idx="931">
                  <c:v>45918</c:v>
                </c:pt>
                <c:pt idx="932">
                  <c:v>45919</c:v>
                </c:pt>
                <c:pt idx="933">
                  <c:v>45920</c:v>
                </c:pt>
                <c:pt idx="934">
                  <c:v>45921</c:v>
                </c:pt>
                <c:pt idx="935">
                  <c:v>45922</c:v>
                </c:pt>
                <c:pt idx="936">
                  <c:v>45923</c:v>
                </c:pt>
                <c:pt idx="937">
                  <c:v>45924</c:v>
                </c:pt>
                <c:pt idx="938">
                  <c:v>45925</c:v>
                </c:pt>
                <c:pt idx="939">
                  <c:v>45926</c:v>
                </c:pt>
                <c:pt idx="940">
                  <c:v>45927</c:v>
                </c:pt>
                <c:pt idx="941">
                  <c:v>45928</c:v>
                </c:pt>
                <c:pt idx="942">
                  <c:v>45929</c:v>
                </c:pt>
                <c:pt idx="943">
                  <c:v>45930</c:v>
                </c:pt>
                <c:pt idx="944">
                  <c:v>45931</c:v>
                </c:pt>
                <c:pt idx="945">
                  <c:v>45932</c:v>
                </c:pt>
                <c:pt idx="946">
                  <c:v>45933</c:v>
                </c:pt>
                <c:pt idx="947">
                  <c:v>45934</c:v>
                </c:pt>
                <c:pt idx="948">
                  <c:v>45935</c:v>
                </c:pt>
                <c:pt idx="949">
                  <c:v>45936</c:v>
                </c:pt>
                <c:pt idx="950">
                  <c:v>45940</c:v>
                </c:pt>
                <c:pt idx="951">
                  <c:v>45941</c:v>
                </c:pt>
                <c:pt idx="952">
                  <c:v>45942</c:v>
                </c:pt>
                <c:pt idx="953">
                  <c:v>45943</c:v>
                </c:pt>
                <c:pt idx="954">
                  <c:v>45944</c:v>
                </c:pt>
                <c:pt idx="955">
                  <c:v>45945</c:v>
                </c:pt>
                <c:pt idx="956">
                  <c:v>45946</c:v>
                </c:pt>
                <c:pt idx="957">
                  <c:v>45947</c:v>
                </c:pt>
                <c:pt idx="958">
                  <c:v>45948</c:v>
                </c:pt>
                <c:pt idx="959">
                  <c:v>45949</c:v>
                </c:pt>
                <c:pt idx="960">
                  <c:v>45950</c:v>
                </c:pt>
                <c:pt idx="961">
                  <c:v>45951</c:v>
                </c:pt>
                <c:pt idx="962">
                  <c:v>45952</c:v>
                </c:pt>
                <c:pt idx="963">
                  <c:v>45953</c:v>
                </c:pt>
                <c:pt idx="964">
                  <c:v>45954</c:v>
                </c:pt>
                <c:pt idx="965">
                  <c:v>45955</c:v>
                </c:pt>
                <c:pt idx="966">
                  <c:v>45956</c:v>
                </c:pt>
                <c:pt idx="967">
                  <c:v>45957</c:v>
                </c:pt>
                <c:pt idx="968">
                  <c:v>45958</c:v>
                </c:pt>
                <c:pt idx="969">
                  <c:v>45959</c:v>
                </c:pt>
                <c:pt idx="970">
                  <c:v>45960</c:v>
                </c:pt>
                <c:pt idx="971">
                  <c:v>45961</c:v>
                </c:pt>
                <c:pt idx="972">
                  <c:v>45962</c:v>
                </c:pt>
                <c:pt idx="973">
                  <c:v>45963</c:v>
                </c:pt>
                <c:pt idx="974">
                  <c:v>45964</c:v>
                </c:pt>
                <c:pt idx="975">
                  <c:v>45965</c:v>
                </c:pt>
                <c:pt idx="976">
                  <c:v>45966</c:v>
                </c:pt>
                <c:pt idx="977">
                  <c:v>45967</c:v>
                </c:pt>
                <c:pt idx="978">
                  <c:v>45973</c:v>
                </c:pt>
                <c:pt idx="979">
                  <c:v>45974</c:v>
                </c:pt>
                <c:pt idx="980">
                  <c:v>45975</c:v>
                </c:pt>
                <c:pt idx="981">
                  <c:v>45976</c:v>
                </c:pt>
                <c:pt idx="982">
                  <c:v>45977</c:v>
                </c:pt>
                <c:pt idx="983">
                  <c:v>45978</c:v>
                </c:pt>
                <c:pt idx="984">
                  <c:v>45979</c:v>
                </c:pt>
                <c:pt idx="985">
                  <c:v>45980</c:v>
                </c:pt>
                <c:pt idx="986">
                  <c:v>45981</c:v>
                </c:pt>
                <c:pt idx="987">
                  <c:v>45982</c:v>
                </c:pt>
                <c:pt idx="988">
                  <c:v>45983</c:v>
                </c:pt>
                <c:pt idx="989">
                  <c:v>45984</c:v>
                </c:pt>
                <c:pt idx="990">
                  <c:v>45985</c:v>
                </c:pt>
                <c:pt idx="991">
                  <c:v>45986</c:v>
                </c:pt>
                <c:pt idx="992">
                  <c:v>45987</c:v>
                </c:pt>
                <c:pt idx="993">
                  <c:v>45988</c:v>
                </c:pt>
                <c:pt idx="994">
                  <c:v>45989</c:v>
                </c:pt>
                <c:pt idx="995">
                  <c:v>45990</c:v>
                </c:pt>
                <c:pt idx="996">
                  <c:v>45991</c:v>
                </c:pt>
                <c:pt idx="997">
                  <c:v>45992</c:v>
                </c:pt>
                <c:pt idx="998">
                  <c:v>45993</c:v>
                </c:pt>
                <c:pt idx="999">
                  <c:v>45994</c:v>
                </c:pt>
                <c:pt idx="1000">
                  <c:v>45995</c:v>
                </c:pt>
                <c:pt idx="1001">
                  <c:v>45996</c:v>
                </c:pt>
                <c:pt idx="1002">
                  <c:v>45997</c:v>
                </c:pt>
                <c:pt idx="1003">
                  <c:v>45998</c:v>
                </c:pt>
                <c:pt idx="1004">
                  <c:v>45999</c:v>
                </c:pt>
                <c:pt idx="1005">
                  <c:v>46000</c:v>
                </c:pt>
                <c:pt idx="1006">
                  <c:v>46001</c:v>
                </c:pt>
                <c:pt idx="1007">
                  <c:v>46002</c:v>
                </c:pt>
                <c:pt idx="1008">
                  <c:v>46003</c:v>
                </c:pt>
                <c:pt idx="1009">
                  <c:v>46004</c:v>
                </c:pt>
                <c:pt idx="1010">
                  <c:v>46005</c:v>
                </c:pt>
                <c:pt idx="1011">
                  <c:v>46006</c:v>
                </c:pt>
                <c:pt idx="1012">
                  <c:v>46007</c:v>
                </c:pt>
                <c:pt idx="1013">
                  <c:v>46008</c:v>
                </c:pt>
                <c:pt idx="1014">
                  <c:v>46009</c:v>
                </c:pt>
                <c:pt idx="1015">
                  <c:v>46010</c:v>
                </c:pt>
                <c:pt idx="1016">
                  <c:v>46011</c:v>
                </c:pt>
                <c:pt idx="1017">
                  <c:v>46012</c:v>
                </c:pt>
                <c:pt idx="1018">
                  <c:v>46013</c:v>
                </c:pt>
                <c:pt idx="1019">
                  <c:v>46014</c:v>
                </c:pt>
                <c:pt idx="1020">
                  <c:v>46015</c:v>
                </c:pt>
                <c:pt idx="1021">
                  <c:v>46016</c:v>
                </c:pt>
                <c:pt idx="1022">
                  <c:v>46017</c:v>
                </c:pt>
                <c:pt idx="1023">
                  <c:v>46018</c:v>
                </c:pt>
                <c:pt idx="1024">
                  <c:v>46019</c:v>
                </c:pt>
                <c:pt idx="1025">
                  <c:v>46020</c:v>
                </c:pt>
                <c:pt idx="1026">
                  <c:v>46021</c:v>
                </c:pt>
                <c:pt idx="1027">
                  <c:v>46022</c:v>
                </c:pt>
                <c:pt idx="1028">
                  <c:v>46023</c:v>
                </c:pt>
                <c:pt idx="1029">
                  <c:v>46024</c:v>
                </c:pt>
                <c:pt idx="1030">
                  <c:v>46025</c:v>
                </c:pt>
                <c:pt idx="1031">
                  <c:v>46026</c:v>
                </c:pt>
                <c:pt idx="1032">
                  <c:v>46027</c:v>
                </c:pt>
                <c:pt idx="1033">
                  <c:v>46028</c:v>
                </c:pt>
                <c:pt idx="1034">
                  <c:v>46029</c:v>
                </c:pt>
                <c:pt idx="1035">
                  <c:v>46030</c:v>
                </c:pt>
                <c:pt idx="1036">
                  <c:v>46031</c:v>
                </c:pt>
                <c:pt idx="1037">
                  <c:v>46032</c:v>
                </c:pt>
                <c:pt idx="1038">
                  <c:v>46033</c:v>
                </c:pt>
                <c:pt idx="1039">
                  <c:v>46034</c:v>
                </c:pt>
                <c:pt idx="1040">
                  <c:v>46035</c:v>
                </c:pt>
                <c:pt idx="1041">
                  <c:v>46036</c:v>
                </c:pt>
                <c:pt idx="1042">
                  <c:v>46037</c:v>
                </c:pt>
                <c:pt idx="1043">
                  <c:v>46038</c:v>
                </c:pt>
                <c:pt idx="1044">
                  <c:v>46039</c:v>
                </c:pt>
                <c:pt idx="1045">
                  <c:v>46040</c:v>
                </c:pt>
                <c:pt idx="1046">
                  <c:v>46041</c:v>
                </c:pt>
                <c:pt idx="1047">
                  <c:v>46042</c:v>
                </c:pt>
                <c:pt idx="1048">
                  <c:v>46043</c:v>
                </c:pt>
                <c:pt idx="1049">
                  <c:v>46044</c:v>
                </c:pt>
                <c:pt idx="1050">
                  <c:v>46045</c:v>
                </c:pt>
                <c:pt idx="1051">
                  <c:v>46046</c:v>
                </c:pt>
                <c:pt idx="1052">
                  <c:v>46047</c:v>
                </c:pt>
                <c:pt idx="1053">
                  <c:v>46048</c:v>
                </c:pt>
                <c:pt idx="1054">
                  <c:v>46049</c:v>
                </c:pt>
                <c:pt idx="1055">
                  <c:v>46050</c:v>
                </c:pt>
                <c:pt idx="1056">
                  <c:v>46051</c:v>
                </c:pt>
                <c:pt idx="1057">
                  <c:v>46052</c:v>
                </c:pt>
                <c:pt idx="1058">
                  <c:v>46053</c:v>
                </c:pt>
                <c:pt idx="1059">
                  <c:v>46054</c:v>
                </c:pt>
                <c:pt idx="1060">
                  <c:v>46055</c:v>
                </c:pt>
                <c:pt idx="1061">
                  <c:v>46056</c:v>
                </c:pt>
                <c:pt idx="1062">
                  <c:v>46057</c:v>
                </c:pt>
                <c:pt idx="1063">
                  <c:v>46058</c:v>
                </c:pt>
                <c:pt idx="1064">
                  <c:v>46059</c:v>
                </c:pt>
                <c:pt idx="1065">
                  <c:v>46060</c:v>
                </c:pt>
                <c:pt idx="1066">
                  <c:v>46061</c:v>
                </c:pt>
                <c:pt idx="1067">
                  <c:v>46062</c:v>
                </c:pt>
                <c:pt idx="1068">
                  <c:v>46063</c:v>
                </c:pt>
                <c:pt idx="1069">
                  <c:v>46064</c:v>
                </c:pt>
                <c:pt idx="1070">
                  <c:v>46065</c:v>
                </c:pt>
                <c:pt idx="1071">
                  <c:v>46066</c:v>
                </c:pt>
                <c:pt idx="1072">
                  <c:v>46067</c:v>
                </c:pt>
                <c:pt idx="1073">
                  <c:v>46068</c:v>
                </c:pt>
                <c:pt idx="1074">
                  <c:v>46069</c:v>
                </c:pt>
                <c:pt idx="1075">
                  <c:v>46070</c:v>
                </c:pt>
                <c:pt idx="1076">
                  <c:v>46071</c:v>
                </c:pt>
                <c:pt idx="1077">
                  <c:v>46072</c:v>
                </c:pt>
                <c:pt idx="1078">
                  <c:v>46073</c:v>
                </c:pt>
                <c:pt idx="1079">
                  <c:v>46074</c:v>
                </c:pt>
                <c:pt idx="1080">
                  <c:v>46075</c:v>
                </c:pt>
                <c:pt idx="1081">
                  <c:v>46076</c:v>
                </c:pt>
                <c:pt idx="1082">
                  <c:v>46077</c:v>
                </c:pt>
                <c:pt idx="1083">
                  <c:v>46078</c:v>
                </c:pt>
                <c:pt idx="1084">
                  <c:v>46079</c:v>
                </c:pt>
                <c:pt idx="1085">
                  <c:v>46080</c:v>
                </c:pt>
                <c:pt idx="1086">
                  <c:v>46081</c:v>
                </c:pt>
                <c:pt idx="1087">
                  <c:v>46082</c:v>
                </c:pt>
                <c:pt idx="1088">
                  <c:v>46083</c:v>
                </c:pt>
                <c:pt idx="1089">
                  <c:v>46084</c:v>
                </c:pt>
                <c:pt idx="1090">
                  <c:v>46085</c:v>
                </c:pt>
                <c:pt idx="1091">
                  <c:v>46086</c:v>
                </c:pt>
                <c:pt idx="1092">
                  <c:v>46087</c:v>
                </c:pt>
                <c:pt idx="1093">
                  <c:v>46088</c:v>
                </c:pt>
                <c:pt idx="1094">
                  <c:v>46089</c:v>
                </c:pt>
                <c:pt idx="1095">
                  <c:v>46090</c:v>
                </c:pt>
                <c:pt idx="1096">
                  <c:v>46091</c:v>
                </c:pt>
                <c:pt idx="1097">
                  <c:v>46092</c:v>
                </c:pt>
                <c:pt idx="1098">
                  <c:v>46093</c:v>
                </c:pt>
                <c:pt idx="1099">
                  <c:v>46094</c:v>
                </c:pt>
                <c:pt idx="1100">
                  <c:v>46095</c:v>
                </c:pt>
                <c:pt idx="1101">
                  <c:v>46096</c:v>
                </c:pt>
                <c:pt idx="1102">
                  <c:v>46097</c:v>
                </c:pt>
                <c:pt idx="1103">
                  <c:v>46098</c:v>
                </c:pt>
                <c:pt idx="1104">
                  <c:v>46099</c:v>
                </c:pt>
                <c:pt idx="1105">
                  <c:v>46100</c:v>
                </c:pt>
                <c:pt idx="1106">
                  <c:v>46101</c:v>
                </c:pt>
                <c:pt idx="1107">
                  <c:v>46103</c:v>
                </c:pt>
                <c:pt idx="1108">
                  <c:v>46106</c:v>
                </c:pt>
                <c:pt idx="1109">
                  <c:v>46107</c:v>
                </c:pt>
                <c:pt idx="1110">
                  <c:v>46108</c:v>
                </c:pt>
                <c:pt idx="1111">
                  <c:v>46109</c:v>
                </c:pt>
                <c:pt idx="1112">
                  <c:v>46110</c:v>
                </c:pt>
                <c:pt idx="1113">
                  <c:v>46111</c:v>
                </c:pt>
                <c:pt idx="1114">
                  <c:v>46112</c:v>
                </c:pt>
                <c:pt idx="1115">
                  <c:v>46113</c:v>
                </c:pt>
                <c:pt idx="1116">
                  <c:v>46114</c:v>
                </c:pt>
                <c:pt idx="1117">
                  <c:v>46115</c:v>
                </c:pt>
                <c:pt idx="1118">
                  <c:v>46116</c:v>
                </c:pt>
                <c:pt idx="1119">
                  <c:v>46117</c:v>
                </c:pt>
                <c:pt idx="1120">
                  <c:v>46118</c:v>
                </c:pt>
                <c:pt idx="1121">
                  <c:v>46119</c:v>
                </c:pt>
                <c:pt idx="1122">
                  <c:v>46120</c:v>
                </c:pt>
                <c:pt idx="1123">
                  <c:v>46121</c:v>
                </c:pt>
                <c:pt idx="1124">
                  <c:v>46122</c:v>
                </c:pt>
                <c:pt idx="1125">
                  <c:v>46123</c:v>
                </c:pt>
                <c:pt idx="1126">
                  <c:v>46124</c:v>
                </c:pt>
                <c:pt idx="1127">
                  <c:v>46125</c:v>
                </c:pt>
                <c:pt idx="1128">
                  <c:v>46126</c:v>
                </c:pt>
                <c:pt idx="1129">
                  <c:v>46127</c:v>
                </c:pt>
                <c:pt idx="1130">
                  <c:v>46128</c:v>
                </c:pt>
                <c:pt idx="1131">
                  <c:v>46129</c:v>
                </c:pt>
                <c:pt idx="1132">
                  <c:v>46130</c:v>
                </c:pt>
                <c:pt idx="1133">
                  <c:v>46131</c:v>
                </c:pt>
                <c:pt idx="1134">
                  <c:v>46133</c:v>
                </c:pt>
                <c:pt idx="1135">
                  <c:v>46134</c:v>
                </c:pt>
                <c:pt idx="1136">
                  <c:v>46135</c:v>
                </c:pt>
                <c:pt idx="1137">
                  <c:v>46136</c:v>
                </c:pt>
                <c:pt idx="1138">
                  <c:v>46138</c:v>
                </c:pt>
                <c:pt idx="1139">
                  <c:v>46139</c:v>
                </c:pt>
                <c:pt idx="1140">
                  <c:v>46140</c:v>
                </c:pt>
                <c:pt idx="1141">
                  <c:v>46141</c:v>
                </c:pt>
                <c:pt idx="1142">
                  <c:v>46142</c:v>
                </c:pt>
                <c:pt idx="1143">
                  <c:v>46143</c:v>
                </c:pt>
                <c:pt idx="1144">
                  <c:v>46144</c:v>
                </c:pt>
                <c:pt idx="1145">
                  <c:v>46145</c:v>
                </c:pt>
                <c:pt idx="1146">
                  <c:v>46146</c:v>
                </c:pt>
                <c:pt idx="1147">
                  <c:v>46147</c:v>
                </c:pt>
                <c:pt idx="1148">
                  <c:v>46148</c:v>
                </c:pt>
                <c:pt idx="1149">
                  <c:v>46149</c:v>
                </c:pt>
                <c:pt idx="1150">
                  <c:v>46150</c:v>
                </c:pt>
                <c:pt idx="1151">
                  <c:v>46151</c:v>
                </c:pt>
                <c:pt idx="1152">
                  <c:v>46152</c:v>
                </c:pt>
                <c:pt idx="1153">
                  <c:v>46153</c:v>
                </c:pt>
                <c:pt idx="1154">
                  <c:v>46155</c:v>
                </c:pt>
                <c:pt idx="1155">
                  <c:v>46156</c:v>
                </c:pt>
                <c:pt idx="1156">
                  <c:v>46157</c:v>
                </c:pt>
                <c:pt idx="1157">
                  <c:v>46158</c:v>
                </c:pt>
                <c:pt idx="1158">
                  <c:v>46159</c:v>
                </c:pt>
                <c:pt idx="1159">
                  <c:v>46160</c:v>
                </c:pt>
                <c:pt idx="1160">
                  <c:v>46161</c:v>
                </c:pt>
                <c:pt idx="1161">
                  <c:v>46162</c:v>
                </c:pt>
                <c:pt idx="1162">
                  <c:v>46163</c:v>
                </c:pt>
                <c:pt idx="1163">
                  <c:v>46164</c:v>
                </c:pt>
                <c:pt idx="1164">
                  <c:v>46165</c:v>
                </c:pt>
                <c:pt idx="1165">
                  <c:v>46166</c:v>
                </c:pt>
                <c:pt idx="1166">
                  <c:v>46167</c:v>
                </c:pt>
                <c:pt idx="1167">
                  <c:v>46168</c:v>
                </c:pt>
                <c:pt idx="1168">
                  <c:v>46169</c:v>
                </c:pt>
                <c:pt idx="1169">
                  <c:v>46170</c:v>
                </c:pt>
                <c:pt idx="1170">
                  <c:v>46171</c:v>
                </c:pt>
                <c:pt idx="1171">
                  <c:v>46172</c:v>
                </c:pt>
                <c:pt idx="1172">
                  <c:v>46173</c:v>
                </c:pt>
                <c:pt idx="1173">
                  <c:v>46174</c:v>
                </c:pt>
                <c:pt idx="1174">
                  <c:v>46175</c:v>
                </c:pt>
                <c:pt idx="1175">
                  <c:v>46176</c:v>
                </c:pt>
                <c:pt idx="1176">
                  <c:v>46177</c:v>
                </c:pt>
                <c:pt idx="1177">
                  <c:v>46178</c:v>
                </c:pt>
                <c:pt idx="1178">
                  <c:v>46179</c:v>
                </c:pt>
                <c:pt idx="1179">
                  <c:v>46180</c:v>
                </c:pt>
                <c:pt idx="1180">
                  <c:v>46181</c:v>
                </c:pt>
                <c:pt idx="1181">
                  <c:v>46182</c:v>
                </c:pt>
                <c:pt idx="1182">
                  <c:v>46183</c:v>
                </c:pt>
                <c:pt idx="1183">
                  <c:v>46184</c:v>
                </c:pt>
                <c:pt idx="1184">
                  <c:v>46185</c:v>
                </c:pt>
                <c:pt idx="1185">
                  <c:v>46186</c:v>
                </c:pt>
                <c:pt idx="1186">
                  <c:v>46187</c:v>
                </c:pt>
                <c:pt idx="1187">
                  <c:v>46188</c:v>
                </c:pt>
                <c:pt idx="1188">
                  <c:v>46189</c:v>
                </c:pt>
                <c:pt idx="1189">
                  <c:v>46190</c:v>
                </c:pt>
                <c:pt idx="1190">
                  <c:v>46200</c:v>
                </c:pt>
                <c:pt idx="1191">
                  <c:v>46201</c:v>
                </c:pt>
                <c:pt idx="1192">
                  <c:v>46202</c:v>
                </c:pt>
                <c:pt idx="1193">
                  <c:v>46203</c:v>
                </c:pt>
                <c:pt idx="1194">
                  <c:v>46204</c:v>
                </c:pt>
                <c:pt idx="1195">
                  <c:v>46205</c:v>
                </c:pt>
                <c:pt idx="1196">
                  <c:v>46206</c:v>
                </c:pt>
                <c:pt idx="1197">
                  <c:v>46207</c:v>
                </c:pt>
                <c:pt idx="1198">
                  <c:v>46208</c:v>
                </c:pt>
                <c:pt idx="1199">
                  <c:v>46209</c:v>
                </c:pt>
                <c:pt idx="1200">
                  <c:v>46210</c:v>
                </c:pt>
                <c:pt idx="1201">
                  <c:v>46211</c:v>
                </c:pt>
                <c:pt idx="1202">
                  <c:v>46212</c:v>
                </c:pt>
                <c:pt idx="1203">
                  <c:v>46213</c:v>
                </c:pt>
                <c:pt idx="1204">
                  <c:v>46214</c:v>
                </c:pt>
                <c:pt idx="1205">
                  <c:v>46215</c:v>
                </c:pt>
                <c:pt idx="1206">
                  <c:v>46216</c:v>
                </c:pt>
                <c:pt idx="1207">
                  <c:v>46217</c:v>
                </c:pt>
                <c:pt idx="1208">
                  <c:v>46218</c:v>
                </c:pt>
                <c:pt idx="1209">
                  <c:v>46219</c:v>
                </c:pt>
                <c:pt idx="1210">
                  <c:v>46220</c:v>
                </c:pt>
                <c:pt idx="1211">
                  <c:v>46221</c:v>
                </c:pt>
                <c:pt idx="1212">
                  <c:v>46222</c:v>
                </c:pt>
                <c:pt idx="1213">
                  <c:v>46223</c:v>
                </c:pt>
                <c:pt idx="1214">
                  <c:v>46224</c:v>
                </c:pt>
                <c:pt idx="1215">
                  <c:v>46225</c:v>
                </c:pt>
                <c:pt idx="1216">
                  <c:v>46226</c:v>
                </c:pt>
                <c:pt idx="1217">
                  <c:v>46227</c:v>
                </c:pt>
                <c:pt idx="1218">
                  <c:v>46228</c:v>
                </c:pt>
                <c:pt idx="1219">
                  <c:v>46229</c:v>
                </c:pt>
                <c:pt idx="1220">
                  <c:v>46230</c:v>
                </c:pt>
                <c:pt idx="1221">
                  <c:v>46231</c:v>
                </c:pt>
                <c:pt idx="1222">
                  <c:v>46232</c:v>
                </c:pt>
                <c:pt idx="1223">
                  <c:v>46233</c:v>
                </c:pt>
                <c:pt idx="1224">
                  <c:v>46234</c:v>
                </c:pt>
                <c:pt idx="1225">
                  <c:v>46235</c:v>
                </c:pt>
                <c:pt idx="1226">
                  <c:v>46236</c:v>
                </c:pt>
                <c:pt idx="1227">
                  <c:v>46237</c:v>
                </c:pt>
                <c:pt idx="1228">
                  <c:v>46238</c:v>
                </c:pt>
                <c:pt idx="1229">
                  <c:v>46239</c:v>
                </c:pt>
                <c:pt idx="1230">
                  <c:v>46240</c:v>
                </c:pt>
                <c:pt idx="1231">
                  <c:v>46241</c:v>
                </c:pt>
                <c:pt idx="1232">
                  <c:v>46243</c:v>
                </c:pt>
                <c:pt idx="1233">
                  <c:v>46244</c:v>
                </c:pt>
                <c:pt idx="1234">
                  <c:v>46245</c:v>
                </c:pt>
                <c:pt idx="1235">
                  <c:v>46246</c:v>
                </c:pt>
                <c:pt idx="1236">
                  <c:v>46247</c:v>
                </c:pt>
                <c:pt idx="1237">
                  <c:v>46248</c:v>
                </c:pt>
                <c:pt idx="1238">
                  <c:v>46249</c:v>
                </c:pt>
                <c:pt idx="1239">
                  <c:v>46250</c:v>
                </c:pt>
                <c:pt idx="1240">
                  <c:v>46251</c:v>
                </c:pt>
                <c:pt idx="1241">
                  <c:v>46252</c:v>
                </c:pt>
                <c:pt idx="1242">
                  <c:v>46253</c:v>
                </c:pt>
                <c:pt idx="1243">
                  <c:v>46254</c:v>
                </c:pt>
                <c:pt idx="1244">
                  <c:v>46258</c:v>
                </c:pt>
                <c:pt idx="1245">
                  <c:v>46259</c:v>
                </c:pt>
                <c:pt idx="1246">
                  <c:v>46260</c:v>
                </c:pt>
                <c:pt idx="1247">
                  <c:v>46261</c:v>
                </c:pt>
                <c:pt idx="1248">
                  <c:v>46262</c:v>
                </c:pt>
                <c:pt idx="1249">
                  <c:v>46263</c:v>
                </c:pt>
                <c:pt idx="1250">
                  <c:v>46264</c:v>
                </c:pt>
                <c:pt idx="1251">
                  <c:v>46265</c:v>
                </c:pt>
                <c:pt idx="1252">
                  <c:v>46266</c:v>
                </c:pt>
                <c:pt idx="1253">
                  <c:v>46267</c:v>
                </c:pt>
                <c:pt idx="1254">
                  <c:v>46268</c:v>
                </c:pt>
                <c:pt idx="1255">
                  <c:v>46269</c:v>
                </c:pt>
                <c:pt idx="1256">
                  <c:v>46270</c:v>
                </c:pt>
                <c:pt idx="1257">
                  <c:v>46271</c:v>
                </c:pt>
                <c:pt idx="1258">
                  <c:v>46272</c:v>
                </c:pt>
                <c:pt idx="1259">
                  <c:v>46273</c:v>
                </c:pt>
                <c:pt idx="1260">
                  <c:v>46276</c:v>
                </c:pt>
                <c:pt idx="1261">
                  <c:v>46277</c:v>
                </c:pt>
                <c:pt idx="1262">
                  <c:v>46278</c:v>
                </c:pt>
                <c:pt idx="1263">
                  <c:v>46279</c:v>
                </c:pt>
                <c:pt idx="1264">
                  <c:v>46280</c:v>
                </c:pt>
                <c:pt idx="1265">
                  <c:v>46281</c:v>
                </c:pt>
                <c:pt idx="1266">
                  <c:v>46282</c:v>
                </c:pt>
                <c:pt idx="1267">
                  <c:v>46283</c:v>
                </c:pt>
                <c:pt idx="1268">
                  <c:v>46284</c:v>
                </c:pt>
                <c:pt idx="1269">
                  <c:v>46285</c:v>
                </c:pt>
                <c:pt idx="1270">
                  <c:v>46286</c:v>
                </c:pt>
                <c:pt idx="1271">
                  <c:v>46287</c:v>
                </c:pt>
                <c:pt idx="1272">
                  <c:v>46288</c:v>
                </c:pt>
                <c:pt idx="1273">
                  <c:v>46289</c:v>
                </c:pt>
                <c:pt idx="1274">
                  <c:v>46290</c:v>
                </c:pt>
                <c:pt idx="1275">
                  <c:v>46291</c:v>
                </c:pt>
                <c:pt idx="1276">
                  <c:v>46292</c:v>
                </c:pt>
                <c:pt idx="1277">
                  <c:v>46293</c:v>
                </c:pt>
                <c:pt idx="1278">
                  <c:v>46294</c:v>
                </c:pt>
                <c:pt idx="1279">
                  <c:v>46295</c:v>
                </c:pt>
                <c:pt idx="1280">
                  <c:v>46296</c:v>
                </c:pt>
                <c:pt idx="1281">
                  <c:v>46297</c:v>
                </c:pt>
              </c:numCache>
            </c:numRef>
          </c:xVal>
          <c:yVal>
            <c:numRef>
              <c:f>'Chart Data'!$B$2:$B$1283</c:f>
              <c:numCache>
                <c:formatCode>0</c:formatCode>
                <c:ptCount val="1282"/>
                <c:pt idx="0">
                  <c:v>57</c:v>
                </c:pt>
                <c:pt idx="1">
                  <c:v>16</c:v>
                </c:pt>
                <c:pt idx="2">
                  <c:v>1</c:v>
                </c:pt>
                <c:pt idx="3">
                  <c:v>2</c:v>
                </c:pt>
                <c:pt idx="4">
                  <c:v>6</c:v>
                </c:pt>
                <c:pt idx="5">
                  <c:v>2</c:v>
                </c:pt>
                <c:pt idx="6">
                  <c:v>11</c:v>
                </c:pt>
                <c:pt idx="7">
                  <c:v>25</c:v>
                </c:pt>
                <c:pt idx="8">
                  <c:v>3</c:v>
                </c:pt>
                <c:pt idx="9">
                  <c:v>4</c:v>
                </c:pt>
                <c:pt idx="10">
                  <c:v>10</c:v>
                </c:pt>
                <c:pt idx="11">
                  <c:v>12</c:v>
                </c:pt>
                <c:pt idx="12">
                  <c:v>10</c:v>
                </c:pt>
                <c:pt idx="13">
                  <c:v>18</c:v>
                </c:pt>
                <c:pt idx="14">
                  <c:v>14</c:v>
                </c:pt>
                <c:pt idx="15">
                  <c:v>6</c:v>
                </c:pt>
                <c:pt idx="16">
                  <c:v>10</c:v>
                </c:pt>
                <c:pt idx="17">
                  <c:v>22</c:v>
                </c:pt>
                <c:pt idx="18">
                  <c:v>11</c:v>
                </c:pt>
                <c:pt idx="19">
                  <c:v>13</c:v>
                </c:pt>
                <c:pt idx="20">
                  <c:v>8</c:v>
                </c:pt>
                <c:pt idx="21">
                  <c:v>4</c:v>
                </c:pt>
                <c:pt idx="22">
                  <c:v>7</c:v>
                </c:pt>
                <c:pt idx="23">
                  <c:v>6</c:v>
                </c:pt>
                <c:pt idx="24">
                  <c:v>8</c:v>
                </c:pt>
                <c:pt idx="25">
                  <c:v>23</c:v>
                </c:pt>
                <c:pt idx="26">
                  <c:v>14</c:v>
                </c:pt>
                <c:pt idx="27">
                  <c:v>4</c:v>
                </c:pt>
                <c:pt idx="28">
                  <c:v>20</c:v>
                </c:pt>
                <c:pt idx="29">
                  <c:v>11</c:v>
                </c:pt>
                <c:pt idx="30">
                  <c:v>12</c:v>
                </c:pt>
                <c:pt idx="31">
                  <c:v>11</c:v>
                </c:pt>
                <c:pt idx="32">
                  <c:v>89</c:v>
                </c:pt>
                <c:pt idx="33">
                  <c:v>19</c:v>
                </c:pt>
                <c:pt idx="34">
                  <c:v>10</c:v>
                </c:pt>
                <c:pt idx="35">
                  <c:v>9</c:v>
                </c:pt>
                <c:pt idx="36">
                  <c:v>3</c:v>
                </c:pt>
                <c:pt idx="37">
                  <c:v>11</c:v>
                </c:pt>
                <c:pt idx="38">
                  <c:v>3</c:v>
                </c:pt>
                <c:pt idx="39">
                  <c:v>6</c:v>
                </c:pt>
                <c:pt idx="40">
                  <c:v>2</c:v>
                </c:pt>
                <c:pt idx="41">
                  <c:v>8</c:v>
                </c:pt>
                <c:pt idx="42">
                  <c:v>13</c:v>
                </c:pt>
                <c:pt idx="43">
                  <c:v>4</c:v>
                </c:pt>
                <c:pt idx="44">
                  <c:v>22</c:v>
                </c:pt>
                <c:pt idx="45">
                  <c:v>9</c:v>
                </c:pt>
                <c:pt idx="46">
                  <c:v>2</c:v>
                </c:pt>
                <c:pt idx="47">
                  <c:v>5</c:v>
                </c:pt>
                <c:pt idx="48">
                  <c:v>4</c:v>
                </c:pt>
                <c:pt idx="49">
                  <c:v>8</c:v>
                </c:pt>
                <c:pt idx="50">
                  <c:v>78</c:v>
                </c:pt>
                <c:pt idx="51">
                  <c:v>64</c:v>
                </c:pt>
                <c:pt idx="52">
                  <c:v>5</c:v>
                </c:pt>
                <c:pt idx="53">
                  <c:v>10</c:v>
                </c:pt>
                <c:pt idx="54">
                  <c:v>2</c:v>
                </c:pt>
                <c:pt idx="55">
                  <c:v>18</c:v>
                </c:pt>
                <c:pt idx="56">
                  <c:v>13</c:v>
                </c:pt>
                <c:pt idx="57">
                  <c:v>16</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5</c:v>
                </c:pt>
                <c:pt idx="77">
                  <c:v>2</c:v>
                </c:pt>
                <c:pt idx="78">
                  <c:v>13</c:v>
                </c:pt>
                <c:pt idx="79">
                  <c:v>34</c:v>
                </c:pt>
                <c:pt idx="80">
                  <c:v>14</c:v>
                </c:pt>
                <c:pt idx="81">
                  <c:v>40</c:v>
                </c:pt>
                <c:pt idx="82">
                  <c:v>3</c:v>
                </c:pt>
                <c:pt idx="83">
                  <c:v>2</c:v>
                </c:pt>
                <c:pt idx="84">
                  <c:v>7</c:v>
                </c:pt>
                <c:pt idx="85">
                  <c:v>6</c:v>
                </c:pt>
                <c:pt idx="86">
                  <c:v>8</c:v>
                </c:pt>
                <c:pt idx="87">
                  <c:v>11</c:v>
                </c:pt>
                <c:pt idx="88">
                  <c:v>14</c:v>
                </c:pt>
                <c:pt idx="89">
                  <c:v>33</c:v>
                </c:pt>
                <c:pt idx="90">
                  <c:v>6</c:v>
                </c:pt>
                <c:pt idx="91">
                  <c:v>4</c:v>
                </c:pt>
                <c:pt idx="92">
                  <c:v>17</c:v>
                </c:pt>
                <c:pt idx="93">
                  <c:v>1</c:v>
                </c:pt>
                <c:pt idx="94">
                  <c:v>36</c:v>
                </c:pt>
                <c:pt idx="95">
                  <c:v>15</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22</c:v>
                </c:pt>
                <c:pt idx="114">
                  <c:v>49</c:v>
                </c:pt>
                <c:pt idx="115">
                  <c:v>36</c:v>
                </c:pt>
                <c:pt idx="116">
                  <c:v>2</c:v>
                </c:pt>
                <c:pt idx="117">
                  <c:v>3</c:v>
                </c:pt>
                <c:pt idx="118">
                  <c:v>12</c:v>
                </c:pt>
                <c:pt idx="119">
                  <c:v>17</c:v>
                </c:pt>
                <c:pt idx="120">
                  <c:v>39</c:v>
                </c:pt>
                <c:pt idx="121">
                  <c:v>3</c:v>
                </c:pt>
                <c:pt idx="122">
                  <c:v>17</c:v>
                </c:pt>
                <c:pt idx="123">
                  <c:v>13</c:v>
                </c:pt>
                <c:pt idx="124">
                  <c:v>13</c:v>
                </c:pt>
                <c:pt idx="125">
                  <c:v>10</c:v>
                </c:pt>
                <c:pt idx="126">
                  <c:v>6</c:v>
                </c:pt>
                <c:pt idx="127">
                  <c:v>8</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13</c:v>
                </c:pt>
                <c:pt idx="144">
                  <c:v>5</c:v>
                </c:pt>
                <c:pt idx="145">
                  <c:v>6</c:v>
                </c:pt>
                <c:pt idx="146">
                  <c:v>9</c:v>
                </c:pt>
                <c:pt idx="147">
                  <c:v>3</c:v>
                </c:pt>
                <c:pt idx="148">
                  <c:v>10</c:v>
                </c:pt>
                <c:pt idx="149">
                  <c:v>7</c:v>
                </c:pt>
                <c:pt idx="150">
                  <c:v>3</c:v>
                </c:pt>
                <c:pt idx="151">
                  <c:v>12</c:v>
                </c:pt>
                <c:pt idx="152">
                  <c:v>11</c:v>
                </c:pt>
                <c:pt idx="153">
                  <c:v>12</c:v>
                </c:pt>
                <c:pt idx="154">
                  <c:v>2</c:v>
                </c:pt>
                <c:pt idx="155">
                  <c:v>5</c:v>
                </c:pt>
                <c:pt idx="156">
                  <c:v>5</c:v>
                </c:pt>
                <c:pt idx="157">
                  <c:v>4</c:v>
                </c:pt>
                <c:pt idx="158">
                  <c:v>37</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8</c:v>
                </c:pt>
                <c:pt idx="173">
                  <c:v>10</c:v>
                </c:pt>
                <c:pt idx="174">
                  <c:v>6</c:v>
                </c:pt>
                <c:pt idx="175">
                  <c:v>17</c:v>
                </c:pt>
                <c:pt idx="176">
                  <c:v>9</c:v>
                </c:pt>
                <c:pt idx="177">
                  <c:v>7</c:v>
                </c:pt>
                <c:pt idx="178">
                  <c:v>9</c:v>
                </c:pt>
                <c:pt idx="179">
                  <c:v>6</c:v>
                </c:pt>
                <c:pt idx="180">
                  <c:v>16</c:v>
                </c:pt>
                <c:pt idx="181">
                  <c:v>39</c:v>
                </c:pt>
                <c:pt idx="182">
                  <c:v>7</c:v>
                </c:pt>
                <c:pt idx="183">
                  <c:v>2</c:v>
                </c:pt>
                <c:pt idx="184">
                  <c:v>3</c:v>
                </c:pt>
                <c:pt idx="185">
                  <c:v>11</c:v>
                </c:pt>
                <c:pt idx="186">
                  <c:v>10</c:v>
                </c:pt>
                <c:pt idx="187">
                  <c:v>33</c:v>
                </c:pt>
                <c:pt idx="188">
                  <c:v>15</c:v>
                </c:pt>
                <c:pt idx="189">
                  <c:v>26</c:v>
                </c:pt>
                <c:pt idx="190">
                  <c:v>28</c:v>
                </c:pt>
                <c:pt idx="191">
                  <c:v>12</c:v>
                </c:pt>
                <c:pt idx="192">
                  <c:v>3</c:v>
                </c:pt>
                <c:pt idx="193">
                  <c:v>7</c:v>
                </c:pt>
                <c:pt idx="194">
                  <c:v>2</c:v>
                </c:pt>
                <c:pt idx="195">
                  <c:v>7</c:v>
                </c:pt>
                <c:pt idx="196">
                  <c:v>2</c:v>
                </c:pt>
                <c:pt idx="197">
                  <c:v>14</c:v>
                </c:pt>
                <c:pt idx="198">
                  <c:v>43</c:v>
                </c:pt>
                <c:pt idx="199">
                  <c:v>20</c:v>
                </c:pt>
                <c:pt idx="200">
                  <c:v>9</c:v>
                </c:pt>
                <c:pt idx="201">
                  <c:v>9</c:v>
                </c:pt>
                <c:pt idx="202">
                  <c:v>15</c:v>
                </c:pt>
                <c:pt idx="203">
                  <c:v>2</c:v>
                </c:pt>
                <c:pt idx="204">
                  <c:v>4</c:v>
                </c:pt>
                <c:pt idx="205">
                  <c:v>5</c:v>
                </c:pt>
                <c:pt idx="206">
                  <c:v>9</c:v>
                </c:pt>
                <c:pt idx="207">
                  <c:v>16</c:v>
                </c:pt>
                <c:pt idx="208">
                  <c:v>2</c:v>
                </c:pt>
                <c:pt idx="209">
                  <c:v>7</c:v>
                </c:pt>
                <c:pt idx="210">
                  <c:v>2</c:v>
                </c:pt>
                <c:pt idx="211">
                  <c:v>5</c:v>
                </c:pt>
                <c:pt idx="212">
                  <c:v>22</c:v>
                </c:pt>
                <c:pt idx="213">
                  <c:v>69</c:v>
                </c:pt>
                <c:pt idx="214">
                  <c:v>10</c:v>
                </c:pt>
                <c:pt idx="215">
                  <c:v>11</c:v>
                </c:pt>
                <c:pt idx="216">
                  <c:v>10</c:v>
                </c:pt>
                <c:pt idx="217">
                  <c:v>6</c:v>
                </c:pt>
                <c:pt idx="218">
                  <c:v>26</c:v>
                </c:pt>
                <c:pt idx="219">
                  <c:v>8</c:v>
                </c:pt>
                <c:pt idx="220">
                  <c:v>4</c:v>
                </c:pt>
                <c:pt idx="221">
                  <c:v>12</c:v>
                </c:pt>
                <c:pt idx="222">
                  <c:v>3</c:v>
                </c:pt>
                <c:pt idx="223">
                  <c:v>3</c:v>
                </c:pt>
                <c:pt idx="224">
                  <c:v>5</c:v>
                </c:pt>
                <c:pt idx="225">
                  <c:v>3</c:v>
                </c:pt>
                <c:pt idx="226">
                  <c:v>45</c:v>
                </c:pt>
                <c:pt idx="227">
                  <c:v>8</c:v>
                </c:pt>
                <c:pt idx="228">
                  <c:v>2</c:v>
                </c:pt>
                <c:pt idx="229">
                  <c:v>4</c:v>
                </c:pt>
                <c:pt idx="230">
                  <c:v>8</c:v>
                </c:pt>
                <c:pt idx="231">
                  <c:v>7</c:v>
                </c:pt>
                <c:pt idx="232">
                  <c:v>19</c:v>
                </c:pt>
                <c:pt idx="233">
                  <c:v>7</c:v>
                </c:pt>
                <c:pt idx="234">
                  <c:v>1</c:v>
                </c:pt>
                <c:pt idx="235">
                  <c:v>9</c:v>
                </c:pt>
                <c:pt idx="236">
                  <c:v>18</c:v>
                </c:pt>
                <c:pt idx="237">
                  <c:v>29</c:v>
                </c:pt>
                <c:pt idx="238">
                  <c:v>59</c:v>
                </c:pt>
                <c:pt idx="239">
                  <c:v>28</c:v>
                </c:pt>
                <c:pt idx="240">
                  <c:v>32</c:v>
                </c:pt>
                <c:pt idx="241">
                  <c:v>5</c:v>
                </c:pt>
                <c:pt idx="242">
                  <c:v>4</c:v>
                </c:pt>
                <c:pt idx="243">
                  <c:v>1</c:v>
                </c:pt>
                <c:pt idx="244">
                  <c:v>9</c:v>
                </c:pt>
                <c:pt idx="245">
                  <c:v>1</c:v>
                </c:pt>
                <c:pt idx="246">
                  <c:v>2</c:v>
                </c:pt>
                <c:pt idx="247">
                  <c:v>2</c:v>
                </c:pt>
                <c:pt idx="248">
                  <c:v>2</c:v>
                </c:pt>
                <c:pt idx="249">
                  <c:v>0</c:v>
                </c:pt>
                <c:pt idx="250">
                  <c:v>13</c:v>
                </c:pt>
                <c:pt idx="251">
                  <c:v>2</c:v>
                </c:pt>
                <c:pt idx="252">
                  <c:v>7</c:v>
                </c:pt>
                <c:pt idx="253">
                  <c:v>4</c:v>
                </c:pt>
                <c:pt idx="254">
                  <c:v>6</c:v>
                </c:pt>
                <c:pt idx="255">
                  <c:v>6</c:v>
                </c:pt>
                <c:pt idx="256">
                  <c:v>4</c:v>
                </c:pt>
                <c:pt idx="257">
                  <c:v>21</c:v>
                </c:pt>
                <c:pt idx="258">
                  <c:v>4</c:v>
                </c:pt>
                <c:pt idx="259">
                  <c:v>4</c:v>
                </c:pt>
                <c:pt idx="260">
                  <c:v>7</c:v>
                </c:pt>
                <c:pt idx="261">
                  <c:v>9</c:v>
                </c:pt>
                <c:pt idx="262">
                  <c:v>5</c:v>
                </c:pt>
                <c:pt idx="263">
                  <c:v>3</c:v>
                </c:pt>
                <c:pt idx="264">
                  <c:v>8</c:v>
                </c:pt>
                <c:pt idx="265">
                  <c:v>7</c:v>
                </c:pt>
                <c:pt idx="266">
                  <c:v>7</c:v>
                </c:pt>
                <c:pt idx="267">
                  <c:v>6</c:v>
                </c:pt>
                <c:pt idx="268">
                  <c:v>4</c:v>
                </c:pt>
                <c:pt idx="269">
                  <c:v>11</c:v>
                </c:pt>
                <c:pt idx="270">
                  <c:v>5</c:v>
                </c:pt>
                <c:pt idx="271">
                  <c:v>15</c:v>
                </c:pt>
                <c:pt idx="272">
                  <c:v>66</c:v>
                </c:pt>
                <c:pt idx="273">
                  <c:v>20</c:v>
                </c:pt>
                <c:pt idx="274">
                  <c:v>7</c:v>
                </c:pt>
                <c:pt idx="275">
                  <c:v>3</c:v>
                </c:pt>
                <c:pt idx="276">
                  <c:v>26</c:v>
                </c:pt>
                <c:pt idx="277">
                  <c:v>7</c:v>
                </c:pt>
                <c:pt idx="278">
                  <c:v>5</c:v>
                </c:pt>
                <c:pt idx="279">
                  <c:v>9</c:v>
                </c:pt>
                <c:pt idx="280">
                  <c:v>6</c:v>
                </c:pt>
                <c:pt idx="281">
                  <c:v>5</c:v>
                </c:pt>
                <c:pt idx="282">
                  <c:v>0</c:v>
                </c:pt>
                <c:pt idx="283">
                  <c:v>2</c:v>
                </c:pt>
                <c:pt idx="284">
                  <c:v>17</c:v>
                </c:pt>
                <c:pt idx="285">
                  <c:v>1</c:v>
                </c:pt>
                <c:pt idx="286">
                  <c:v>2</c:v>
                </c:pt>
                <c:pt idx="287">
                  <c:v>2</c:v>
                </c:pt>
                <c:pt idx="288">
                  <c:v>1</c:v>
                </c:pt>
                <c:pt idx="289">
                  <c:v>13</c:v>
                </c:pt>
                <c:pt idx="290">
                  <c:v>14</c:v>
                </c:pt>
                <c:pt idx="291">
                  <c:v>8</c:v>
                </c:pt>
                <c:pt idx="292">
                  <c:v>69</c:v>
                </c:pt>
                <c:pt idx="293">
                  <c:v>33</c:v>
                </c:pt>
                <c:pt idx="294">
                  <c:v>10</c:v>
                </c:pt>
                <c:pt idx="295">
                  <c:v>33</c:v>
                </c:pt>
                <c:pt idx="296">
                  <c:v>1</c:v>
                </c:pt>
                <c:pt idx="297">
                  <c:v>131</c:v>
                </c:pt>
                <c:pt idx="298">
                  <c:v>11</c:v>
                </c:pt>
                <c:pt idx="299">
                  <c:v>2</c:v>
                </c:pt>
                <c:pt idx="300">
                  <c:v>7</c:v>
                </c:pt>
                <c:pt idx="301">
                  <c:v>10</c:v>
                </c:pt>
                <c:pt idx="302">
                  <c:v>4</c:v>
                </c:pt>
                <c:pt idx="303">
                  <c:v>8</c:v>
                </c:pt>
                <c:pt idx="304">
                  <c:v>3</c:v>
                </c:pt>
                <c:pt idx="305">
                  <c:v>1</c:v>
                </c:pt>
                <c:pt idx="306">
                  <c:v>1</c:v>
                </c:pt>
                <c:pt idx="307">
                  <c:v>3</c:v>
                </c:pt>
                <c:pt idx="308">
                  <c:v>0</c:v>
                </c:pt>
                <c:pt idx="309">
                  <c:v>2</c:v>
                </c:pt>
                <c:pt idx="310">
                  <c:v>20</c:v>
                </c:pt>
                <c:pt idx="311">
                  <c:v>4</c:v>
                </c:pt>
                <c:pt idx="312">
                  <c:v>6</c:v>
                </c:pt>
                <c:pt idx="313">
                  <c:v>15</c:v>
                </c:pt>
                <c:pt idx="314">
                  <c:v>87</c:v>
                </c:pt>
                <c:pt idx="315">
                  <c:v>8</c:v>
                </c:pt>
                <c:pt idx="316">
                  <c:v>19</c:v>
                </c:pt>
                <c:pt idx="317">
                  <c:v>11</c:v>
                </c:pt>
                <c:pt idx="318">
                  <c:v>7</c:v>
                </c:pt>
                <c:pt idx="319">
                  <c:v>7</c:v>
                </c:pt>
                <c:pt idx="320">
                  <c:v>3</c:v>
                </c:pt>
                <c:pt idx="321">
                  <c:v>0</c:v>
                </c:pt>
                <c:pt idx="322">
                  <c:v>0</c:v>
                </c:pt>
                <c:pt idx="323">
                  <c:v>4</c:v>
                </c:pt>
                <c:pt idx="324">
                  <c:v>15</c:v>
                </c:pt>
                <c:pt idx="325">
                  <c:v>10</c:v>
                </c:pt>
                <c:pt idx="326">
                  <c:v>24</c:v>
                </c:pt>
                <c:pt idx="327">
                  <c:v>27</c:v>
                </c:pt>
                <c:pt idx="328">
                  <c:v>11</c:v>
                </c:pt>
                <c:pt idx="329">
                  <c:v>7</c:v>
                </c:pt>
                <c:pt idx="330">
                  <c:v>11</c:v>
                </c:pt>
                <c:pt idx="331">
                  <c:v>0</c:v>
                </c:pt>
                <c:pt idx="332">
                  <c:v>2</c:v>
                </c:pt>
                <c:pt idx="333">
                  <c:v>5</c:v>
                </c:pt>
                <c:pt idx="334">
                  <c:v>0</c:v>
                </c:pt>
                <c:pt idx="335">
                  <c:v>3</c:v>
                </c:pt>
                <c:pt idx="336">
                  <c:v>24</c:v>
                </c:pt>
                <c:pt idx="337">
                  <c:v>0</c:v>
                </c:pt>
                <c:pt idx="338">
                  <c:v>2</c:v>
                </c:pt>
                <c:pt idx="339">
                  <c:v>0</c:v>
                </c:pt>
                <c:pt idx="340">
                  <c:v>1</c:v>
                </c:pt>
                <c:pt idx="341">
                  <c:v>4</c:v>
                </c:pt>
                <c:pt idx="342">
                  <c:v>3</c:v>
                </c:pt>
                <c:pt idx="343">
                  <c:v>6</c:v>
                </c:pt>
                <c:pt idx="344">
                  <c:v>26</c:v>
                </c:pt>
                <c:pt idx="345">
                  <c:v>28</c:v>
                </c:pt>
                <c:pt idx="346">
                  <c:v>12</c:v>
                </c:pt>
                <c:pt idx="347">
                  <c:v>6</c:v>
                </c:pt>
                <c:pt idx="348">
                  <c:v>19</c:v>
                </c:pt>
                <c:pt idx="349">
                  <c:v>15</c:v>
                </c:pt>
                <c:pt idx="350">
                  <c:v>28</c:v>
                </c:pt>
                <c:pt idx="351">
                  <c:v>42</c:v>
                </c:pt>
                <c:pt idx="352">
                  <c:v>13</c:v>
                </c:pt>
                <c:pt idx="353">
                  <c:v>9</c:v>
                </c:pt>
                <c:pt idx="354">
                  <c:v>6</c:v>
                </c:pt>
                <c:pt idx="355">
                  <c:v>8</c:v>
                </c:pt>
                <c:pt idx="356">
                  <c:v>28</c:v>
                </c:pt>
                <c:pt idx="357">
                  <c:v>2</c:v>
                </c:pt>
                <c:pt idx="358">
                  <c:v>3</c:v>
                </c:pt>
                <c:pt idx="359">
                  <c:v>6</c:v>
                </c:pt>
                <c:pt idx="360">
                  <c:v>3</c:v>
                </c:pt>
                <c:pt idx="361">
                  <c:v>1</c:v>
                </c:pt>
                <c:pt idx="362">
                  <c:v>0</c:v>
                </c:pt>
                <c:pt idx="363">
                  <c:v>14</c:v>
                </c:pt>
                <c:pt idx="364">
                  <c:v>4</c:v>
                </c:pt>
                <c:pt idx="365">
                  <c:v>10</c:v>
                </c:pt>
                <c:pt idx="366">
                  <c:v>13</c:v>
                </c:pt>
                <c:pt idx="367">
                  <c:v>24</c:v>
                </c:pt>
                <c:pt idx="368">
                  <c:v>21</c:v>
                </c:pt>
                <c:pt idx="369">
                  <c:v>19</c:v>
                </c:pt>
                <c:pt idx="370">
                  <c:v>13</c:v>
                </c:pt>
                <c:pt idx="371">
                  <c:v>22</c:v>
                </c:pt>
                <c:pt idx="372">
                  <c:v>19</c:v>
                </c:pt>
                <c:pt idx="373">
                  <c:v>7</c:v>
                </c:pt>
                <c:pt idx="374">
                  <c:v>7</c:v>
                </c:pt>
                <c:pt idx="375">
                  <c:v>2</c:v>
                </c:pt>
                <c:pt idx="376">
                  <c:v>1</c:v>
                </c:pt>
                <c:pt idx="377">
                  <c:v>6</c:v>
                </c:pt>
                <c:pt idx="378">
                  <c:v>16</c:v>
                </c:pt>
                <c:pt idx="379">
                  <c:v>4</c:v>
                </c:pt>
                <c:pt idx="380">
                  <c:v>2</c:v>
                </c:pt>
                <c:pt idx="381">
                  <c:v>6</c:v>
                </c:pt>
                <c:pt idx="382">
                  <c:v>29</c:v>
                </c:pt>
                <c:pt idx="383">
                  <c:v>4</c:v>
                </c:pt>
                <c:pt idx="384">
                  <c:v>13</c:v>
                </c:pt>
                <c:pt idx="385">
                  <c:v>6</c:v>
                </c:pt>
                <c:pt idx="386">
                  <c:v>12</c:v>
                </c:pt>
                <c:pt idx="387">
                  <c:v>10</c:v>
                </c:pt>
                <c:pt idx="388">
                  <c:v>23</c:v>
                </c:pt>
                <c:pt idx="389">
                  <c:v>11</c:v>
                </c:pt>
                <c:pt idx="390">
                  <c:v>1</c:v>
                </c:pt>
                <c:pt idx="391">
                  <c:v>2</c:v>
                </c:pt>
                <c:pt idx="392">
                  <c:v>8</c:v>
                </c:pt>
                <c:pt idx="393">
                  <c:v>11</c:v>
                </c:pt>
                <c:pt idx="394">
                  <c:v>19</c:v>
                </c:pt>
                <c:pt idx="395">
                  <c:v>9</c:v>
                </c:pt>
                <c:pt idx="396">
                  <c:v>22</c:v>
                </c:pt>
                <c:pt idx="397">
                  <c:v>6</c:v>
                </c:pt>
                <c:pt idx="398">
                  <c:v>4</c:v>
                </c:pt>
                <c:pt idx="399">
                  <c:v>11</c:v>
                </c:pt>
                <c:pt idx="400">
                  <c:v>5</c:v>
                </c:pt>
                <c:pt idx="401">
                  <c:v>8</c:v>
                </c:pt>
                <c:pt idx="402">
                  <c:v>4</c:v>
                </c:pt>
                <c:pt idx="403">
                  <c:v>7</c:v>
                </c:pt>
                <c:pt idx="404">
                  <c:v>7</c:v>
                </c:pt>
                <c:pt idx="405">
                  <c:v>3</c:v>
                </c:pt>
                <c:pt idx="406">
                  <c:v>1</c:v>
                </c:pt>
                <c:pt idx="407">
                  <c:v>6</c:v>
                </c:pt>
                <c:pt idx="408">
                  <c:v>16</c:v>
                </c:pt>
                <c:pt idx="409">
                  <c:v>5</c:v>
                </c:pt>
                <c:pt idx="410">
                  <c:v>6</c:v>
                </c:pt>
                <c:pt idx="411">
                  <c:v>9</c:v>
                </c:pt>
                <c:pt idx="412">
                  <c:v>20</c:v>
                </c:pt>
                <c:pt idx="413">
                  <c:v>9</c:v>
                </c:pt>
                <c:pt idx="414">
                  <c:v>8</c:v>
                </c:pt>
                <c:pt idx="415">
                  <c:v>10</c:v>
                </c:pt>
                <c:pt idx="416">
                  <c:v>7</c:v>
                </c:pt>
                <c:pt idx="417">
                  <c:v>10</c:v>
                </c:pt>
                <c:pt idx="418">
                  <c:v>21</c:v>
                </c:pt>
                <c:pt idx="419">
                  <c:v>4</c:v>
                </c:pt>
                <c:pt idx="420">
                  <c:v>5</c:v>
                </c:pt>
                <c:pt idx="421">
                  <c:v>17</c:v>
                </c:pt>
                <c:pt idx="422">
                  <c:v>24</c:v>
                </c:pt>
                <c:pt idx="423">
                  <c:v>4</c:v>
                </c:pt>
                <c:pt idx="424">
                  <c:v>4</c:v>
                </c:pt>
                <c:pt idx="425">
                  <c:v>8</c:v>
                </c:pt>
                <c:pt idx="426">
                  <c:v>0</c:v>
                </c:pt>
                <c:pt idx="427">
                  <c:v>2</c:v>
                </c:pt>
                <c:pt idx="428">
                  <c:v>7</c:v>
                </c:pt>
                <c:pt idx="429">
                  <c:v>0</c:v>
                </c:pt>
                <c:pt idx="430">
                  <c:v>1</c:v>
                </c:pt>
                <c:pt idx="431">
                  <c:v>8</c:v>
                </c:pt>
                <c:pt idx="432">
                  <c:v>13</c:v>
                </c:pt>
                <c:pt idx="433">
                  <c:v>12</c:v>
                </c:pt>
                <c:pt idx="434">
                  <c:v>7</c:v>
                </c:pt>
                <c:pt idx="435">
                  <c:v>50</c:v>
                </c:pt>
                <c:pt idx="436">
                  <c:v>4</c:v>
                </c:pt>
                <c:pt idx="437">
                  <c:v>5</c:v>
                </c:pt>
                <c:pt idx="438">
                  <c:v>9</c:v>
                </c:pt>
                <c:pt idx="439">
                  <c:v>5</c:v>
                </c:pt>
                <c:pt idx="440">
                  <c:v>7</c:v>
                </c:pt>
                <c:pt idx="441">
                  <c:v>21</c:v>
                </c:pt>
                <c:pt idx="442">
                  <c:v>12</c:v>
                </c:pt>
                <c:pt idx="443">
                  <c:v>1</c:v>
                </c:pt>
                <c:pt idx="444">
                  <c:v>4</c:v>
                </c:pt>
                <c:pt idx="445">
                  <c:v>10</c:v>
                </c:pt>
                <c:pt idx="446">
                  <c:v>26</c:v>
                </c:pt>
                <c:pt idx="447">
                  <c:v>9</c:v>
                </c:pt>
                <c:pt idx="448">
                  <c:v>3</c:v>
                </c:pt>
                <c:pt idx="449">
                  <c:v>22</c:v>
                </c:pt>
                <c:pt idx="450">
                  <c:v>17</c:v>
                </c:pt>
                <c:pt idx="451">
                  <c:v>31</c:v>
                </c:pt>
                <c:pt idx="452">
                  <c:v>32</c:v>
                </c:pt>
                <c:pt idx="453">
                  <c:v>13</c:v>
                </c:pt>
                <c:pt idx="454">
                  <c:v>8</c:v>
                </c:pt>
                <c:pt idx="455">
                  <c:v>24</c:v>
                </c:pt>
                <c:pt idx="456">
                  <c:v>12</c:v>
                </c:pt>
                <c:pt idx="457">
                  <c:v>4</c:v>
                </c:pt>
                <c:pt idx="458">
                  <c:v>1</c:v>
                </c:pt>
                <c:pt idx="459">
                  <c:v>2</c:v>
                </c:pt>
                <c:pt idx="460">
                  <c:v>1</c:v>
                </c:pt>
                <c:pt idx="461">
                  <c:v>2</c:v>
                </c:pt>
                <c:pt idx="462">
                  <c:v>5</c:v>
                </c:pt>
                <c:pt idx="463">
                  <c:v>5</c:v>
                </c:pt>
                <c:pt idx="464">
                  <c:v>15</c:v>
                </c:pt>
                <c:pt idx="465">
                  <c:v>5</c:v>
                </c:pt>
                <c:pt idx="466">
                  <c:v>10</c:v>
                </c:pt>
                <c:pt idx="467">
                  <c:v>5</c:v>
                </c:pt>
                <c:pt idx="468">
                  <c:v>16</c:v>
                </c:pt>
                <c:pt idx="469">
                  <c:v>16</c:v>
                </c:pt>
                <c:pt idx="470">
                  <c:v>27</c:v>
                </c:pt>
                <c:pt idx="471">
                  <c:v>9</c:v>
                </c:pt>
                <c:pt idx="472">
                  <c:v>7</c:v>
                </c:pt>
                <c:pt idx="473">
                  <c:v>15</c:v>
                </c:pt>
                <c:pt idx="474">
                  <c:v>4</c:v>
                </c:pt>
                <c:pt idx="475">
                  <c:v>14</c:v>
                </c:pt>
                <c:pt idx="476">
                  <c:v>3</c:v>
                </c:pt>
                <c:pt idx="477">
                  <c:v>10</c:v>
                </c:pt>
                <c:pt idx="478">
                  <c:v>8</c:v>
                </c:pt>
                <c:pt idx="479">
                  <c:v>8</c:v>
                </c:pt>
                <c:pt idx="480">
                  <c:v>12</c:v>
                </c:pt>
                <c:pt idx="481">
                  <c:v>7</c:v>
                </c:pt>
                <c:pt idx="482">
                  <c:v>14</c:v>
                </c:pt>
                <c:pt idx="483">
                  <c:v>3</c:v>
                </c:pt>
                <c:pt idx="484">
                  <c:v>10</c:v>
                </c:pt>
                <c:pt idx="485">
                  <c:v>8</c:v>
                </c:pt>
                <c:pt idx="486">
                  <c:v>4</c:v>
                </c:pt>
                <c:pt idx="487">
                  <c:v>21</c:v>
                </c:pt>
                <c:pt idx="488">
                  <c:v>5</c:v>
                </c:pt>
                <c:pt idx="489">
                  <c:v>4</c:v>
                </c:pt>
                <c:pt idx="490">
                  <c:v>20</c:v>
                </c:pt>
                <c:pt idx="491">
                  <c:v>6</c:v>
                </c:pt>
                <c:pt idx="492">
                  <c:v>8</c:v>
                </c:pt>
                <c:pt idx="493">
                  <c:v>3</c:v>
                </c:pt>
                <c:pt idx="494">
                  <c:v>7</c:v>
                </c:pt>
                <c:pt idx="495">
                  <c:v>2</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5</c:v>
                </c:pt>
                <c:pt idx="511">
                  <c:v>2</c:v>
                </c:pt>
                <c:pt idx="512">
                  <c:v>6</c:v>
                </c:pt>
                <c:pt idx="513">
                  <c:v>6</c:v>
                </c:pt>
                <c:pt idx="514">
                  <c:v>8</c:v>
                </c:pt>
                <c:pt idx="515">
                  <c:v>2</c:v>
                </c:pt>
                <c:pt idx="516">
                  <c:v>88</c:v>
                </c:pt>
                <c:pt idx="517">
                  <c:v>42</c:v>
                </c:pt>
                <c:pt idx="518">
                  <c:v>0</c:v>
                </c:pt>
                <c:pt idx="519">
                  <c:v>3</c:v>
                </c:pt>
                <c:pt idx="520">
                  <c:v>3</c:v>
                </c:pt>
                <c:pt idx="521">
                  <c:v>1</c:v>
                </c:pt>
                <c:pt idx="522">
                  <c:v>0</c:v>
                </c:pt>
                <c:pt idx="523">
                  <c:v>4</c:v>
                </c:pt>
                <c:pt idx="524">
                  <c:v>5</c:v>
                </c:pt>
                <c:pt idx="525">
                  <c:v>5</c:v>
                </c:pt>
                <c:pt idx="526">
                  <c:v>7</c:v>
                </c:pt>
                <c:pt idx="527">
                  <c:v>8</c:v>
                </c:pt>
                <c:pt idx="528">
                  <c:v>2</c:v>
                </c:pt>
                <c:pt idx="529">
                  <c:v>1</c:v>
                </c:pt>
                <c:pt idx="530">
                  <c:v>18</c:v>
                </c:pt>
                <c:pt idx="531">
                  <c:v>5</c:v>
                </c:pt>
                <c:pt idx="532">
                  <c:v>0</c:v>
                </c:pt>
                <c:pt idx="533">
                  <c:v>4</c:v>
                </c:pt>
                <c:pt idx="534">
                  <c:v>3</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1</c:v>
                </c:pt>
                <c:pt idx="550">
                  <c:v>4</c:v>
                </c:pt>
                <c:pt idx="551">
                  <c:v>26</c:v>
                </c:pt>
                <c:pt idx="552">
                  <c:v>2</c:v>
                </c:pt>
                <c:pt idx="553">
                  <c:v>8</c:v>
                </c:pt>
                <c:pt idx="554">
                  <c:v>22</c:v>
                </c:pt>
                <c:pt idx="555">
                  <c:v>18</c:v>
                </c:pt>
                <c:pt idx="556">
                  <c:v>10</c:v>
                </c:pt>
                <c:pt idx="557">
                  <c:v>9</c:v>
                </c:pt>
                <c:pt idx="558">
                  <c:v>29</c:v>
                </c:pt>
                <c:pt idx="559">
                  <c:v>12</c:v>
                </c:pt>
                <c:pt idx="560">
                  <c:v>13</c:v>
                </c:pt>
                <c:pt idx="561">
                  <c:v>9</c:v>
                </c:pt>
                <c:pt idx="562">
                  <c:v>8</c:v>
                </c:pt>
                <c:pt idx="563">
                  <c:v>12</c:v>
                </c:pt>
                <c:pt idx="564">
                  <c:v>3</c:v>
                </c:pt>
                <c:pt idx="565">
                  <c:v>34</c:v>
                </c:pt>
                <c:pt idx="566">
                  <c:v>20</c:v>
                </c:pt>
                <c:pt idx="567">
                  <c:v>7</c:v>
                </c:pt>
                <c:pt idx="568">
                  <c:v>13</c:v>
                </c:pt>
                <c:pt idx="569">
                  <c:v>4</c:v>
                </c:pt>
                <c:pt idx="570">
                  <c:v>14</c:v>
                </c:pt>
                <c:pt idx="571">
                  <c:v>5</c:v>
                </c:pt>
                <c:pt idx="572">
                  <c:v>5</c:v>
                </c:pt>
                <c:pt idx="573">
                  <c:v>10</c:v>
                </c:pt>
                <c:pt idx="574">
                  <c:v>12</c:v>
                </c:pt>
                <c:pt idx="575">
                  <c:v>11</c:v>
                </c:pt>
                <c:pt idx="576">
                  <c:v>3</c:v>
                </c:pt>
                <c:pt idx="577">
                  <c:v>2</c:v>
                </c:pt>
                <c:pt idx="578">
                  <c:v>3</c:v>
                </c:pt>
                <c:pt idx="579">
                  <c:v>9</c:v>
                </c:pt>
                <c:pt idx="580">
                  <c:v>7</c:v>
                </c:pt>
                <c:pt idx="581">
                  <c:v>0</c:v>
                </c:pt>
                <c:pt idx="582">
                  <c:v>6</c:v>
                </c:pt>
                <c:pt idx="583">
                  <c:v>9</c:v>
                </c:pt>
                <c:pt idx="584">
                  <c:v>10</c:v>
                </c:pt>
                <c:pt idx="585">
                  <c:v>1</c:v>
                </c:pt>
                <c:pt idx="586">
                  <c:v>13</c:v>
                </c:pt>
                <c:pt idx="587">
                  <c:v>3</c:v>
                </c:pt>
                <c:pt idx="588">
                  <c:v>3</c:v>
                </c:pt>
                <c:pt idx="589">
                  <c:v>6</c:v>
                </c:pt>
                <c:pt idx="590">
                  <c:v>2</c:v>
                </c:pt>
                <c:pt idx="591">
                  <c:v>5</c:v>
                </c:pt>
                <c:pt idx="592">
                  <c:v>4</c:v>
                </c:pt>
                <c:pt idx="593">
                  <c:v>0</c:v>
                </c:pt>
                <c:pt idx="594">
                  <c:v>10</c:v>
                </c:pt>
                <c:pt idx="595">
                  <c:v>5</c:v>
                </c:pt>
                <c:pt idx="596">
                  <c:v>13</c:v>
                </c:pt>
                <c:pt idx="597">
                  <c:v>45</c:v>
                </c:pt>
                <c:pt idx="598">
                  <c:v>15</c:v>
                </c:pt>
                <c:pt idx="599">
                  <c:v>7</c:v>
                </c:pt>
                <c:pt idx="600">
                  <c:v>6</c:v>
                </c:pt>
                <c:pt idx="601">
                  <c:v>67</c:v>
                </c:pt>
                <c:pt idx="602">
                  <c:v>14</c:v>
                </c:pt>
                <c:pt idx="603">
                  <c:v>6</c:v>
                </c:pt>
                <c:pt idx="604">
                  <c:v>3</c:v>
                </c:pt>
                <c:pt idx="605">
                  <c:v>1</c:v>
                </c:pt>
                <c:pt idx="606">
                  <c:v>1</c:v>
                </c:pt>
                <c:pt idx="607">
                  <c:v>5</c:v>
                </c:pt>
                <c:pt idx="608">
                  <c:v>10</c:v>
                </c:pt>
                <c:pt idx="609">
                  <c:v>6</c:v>
                </c:pt>
                <c:pt idx="610">
                  <c:v>9</c:v>
                </c:pt>
                <c:pt idx="611">
                  <c:v>8</c:v>
                </c:pt>
                <c:pt idx="612">
                  <c:v>1</c:v>
                </c:pt>
                <c:pt idx="613">
                  <c:v>5</c:v>
                </c:pt>
                <c:pt idx="614">
                  <c:v>7</c:v>
                </c:pt>
                <c:pt idx="615">
                  <c:v>8</c:v>
                </c:pt>
                <c:pt idx="616">
                  <c:v>3</c:v>
                </c:pt>
                <c:pt idx="617">
                  <c:v>6</c:v>
                </c:pt>
                <c:pt idx="618">
                  <c:v>12</c:v>
                </c:pt>
                <c:pt idx="619">
                  <c:v>11</c:v>
                </c:pt>
                <c:pt idx="620">
                  <c:v>6</c:v>
                </c:pt>
                <c:pt idx="621">
                  <c:v>17</c:v>
                </c:pt>
                <c:pt idx="622">
                  <c:v>12</c:v>
                </c:pt>
                <c:pt idx="623">
                  <c:v>11</c:v>
                </c:pt>
                <c:pt idx="624">
                  <c:v>4</c:v>
                </c:pt>
                <c:pt idx="625">
                  <c:v>4</c:v>
                </c:pt>
                <c:pt idx="626">
                  <c:v>4</c:v>
                </c:pt>
                <c:pt idx="627">
                  <c:v>7</c:v>
                </c:pt>
                <c:pt idx="628">
                  <c:v>4</c:v>
                </c:pt>
                <c:pt idx="629">
                  <c:v>27</c:v>
                </c:pt>
                <c:pt idx="630">
                  <c:v>3</c:v>
                </c:pt>
                <c:pt idx="631">
                  <c:v>2</c:v>
                </c:pt>
                <c:pt idx="632">
                  <c:v>3</c:v>
                </c:pt>
                <c:pt idx="633">
                  <c:v>12</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6</c:v>
                </c:pt>
                <c:pt idx="648">
                  <c:v>16</c:v>
                </c:pt>
                <c:pt idx="649">
                  <c:v>5</c:v>
                </c:pt>
                <c:pt idx="650">
                  <c:v>1</c:v>
                </c:pt>
                <c:pt idx="651">
                  <c:v>7</c:v>
                </c:pt>
                <c:pt idx="652">
                  <c:v>5</c:v>
                </c:pt>
                <c:pt idx="653">
                  <c:v>4</c:v>
                </c:pt>
                <c:pt idx="654">
                  <c:v>0</c:v>
                </c:pt>
                <c:pt idx="655">
                  <c:v>2</c:v>
                </c:pt>
                <c:pt idx="656">
                  <c:v>15</c:v>
                </c:pt>
                <c:pt idx="657">
                  <c:v>10</c:v>
                </c:pt>
                <c:pt idx="658">
                  <c:v>8</c:v>
                </c:pt>
                <c:pt idx="659">
                  <c:v>1</c:v>
                </c:pt>
                <c:pt idx="660">
                  <c:v>3</c:v>
                </c:pt>
                <c:pt idx="661">
                  <c:v>15</c:v>
                </c:pt>
                <c:pt idx="662">
                  <c:v>11</c:v>
                </c:pt>
                <c:pt idx="663">
                  <c:v>3</c:v>
                </c:pt>
                <c:pt idx="664">
                  <c:v>7</c:v>
                </c:pt>
                <c:pt idx="665">
                  <c:v>25</c:v>
                </c:pt>
                <c:pt idx="666">
                  <c:v>2</c:v>
                </c:pt>
                <c:pt idx="667">
                  <c:v>3</c:v>
                </c:pt>
                <c:pt idx="668">
                  <c:v>3</c:v>
                </c:pt>
                <c:pt idx="669">
                  <c:v>1</c:v>
                </c:pt>
                <c:pt idx="670">
                  <c:v>2</c:v>
                </c:pt>
                <c:pt idx="671">
                  <c:v>0</c:v>
                </c:pt>
                <c:pt idx="672">
                  <c:v>5</c:v>
                </c:pt>
                <c:pt idx="673">
                  <c:v>16</c:v>
                </c:pt>
                <c:pt idx="674">
                  <c:v>26</c:v>
                </c:pt>
                <c:pt idx="675">
                  <c:v>14</c:v>
                </c:pt>
                <c:pt idx="676">
                  <c:v>0</c:v>
                </c:pt>
                <c:pt idx="677">
                  <c:v>3</c:v>
                </c:pt>
                <c:pt idx="678">
                  <c:v>9</c:v>
                </c:pt>
                <c:pt idx="679">
                  <c:v>8</c:v>
                </c:pt>
                <c:pt idx="680">
                  <c:v>1</c:v>
                </c:pt>
                <c:pt idx="681">
                  <c:v>3</c:v>
                </c:pt>
                <c:pt idx="682">
                  <c:v>0</c:v>
                </c:pt>
                <c:pt idx="683">
                  <c:v>1</c:v>
                </c:pt>
                <c:pt idx="684">
                  <c:v>3</c:v>
                </c:pt>
                <c:pt idx="685">
                  <c:v>2</c:v>
                </c:pt>
                <c:pt idx="686">
                  <c:v>10</c:v>
                </c:pt>
                <c:pt idx="687">
                  <c:v>1</c:v>
                </c:pt>
                <c:pt idx="688">
                  <c:v>10</c:v>
                </c:pt>
                <c:pt idx="689">
                  <c:v>8</c:v>
                </c:pt>
                <c:pt idx="690">
                  <c:v>8</c:v>
                </c:pt>
                <c:pt idx="691">
                  <c:v>3</c:v>
                </c:pt>
                <c:pt idx="692">
                  <c:v>5</c:v>
                </c:pt>
                <c:pt idx="693">
                  <c:v>5</c:v>
                </c:pt>
                <c:pt idx="694">
                  <c:v>4</c:v>
                </c:pt>
                <c:pt idx="695">
                  <c:v>9</c:v>
                </c:pt>
                <c:pt idx="696">
                  <c:v>14</c:v>
                </c:pt>
                <c:pt idx="697">
                  <c:v>26</c:v>
                </c:pt>
                <c:pt idx="698">
                  <c:v>4</c:v>
                </c:pt>
                <c:pt idx="699">
                  <c:v>3</c:v>
                </c:pt>
                <c:pt idx="700">
                  <c:v>6</c:v>
                </c:pt>
                <c:pt idx="701">
                  <c:v>4</c:v>
                </c:pt>
                <c:pt idx="702">
                  <c:v>12</c:v>
                </c:pt>
                <c:pt idx="703">
                  <c:v>22</c:v>
                </c:pt>
                <c:pt idx="704">
                  <c:v>30</c:v>
                </c:pt>
                <c:pt idx="705">
                  <c:v>8</c:v>
                </c:pt>
                <c:pt idx="706">
                  <c:v>46</c:v>
                </c:pt>
                <c:pt idx="707">
                  <c:v>14</c:v>
                </c:pt>
                <c:pt idx="708">
                  <c:v>16</c:v>
                </c:pt>
                <c:pt idx="709">
                  <c:v>8</c:v>
                </c:pt>
                <c:pt idx="710">
                  <c:v>3</c:v>
                </c:pt>
                <c:pt idx="711">
                  <c:v>30</c:v>
                </c:pt>
                <c:pt idx="712">
                  <c:v>7</c:v>
                </c:pt>
                <c:pt idx="713">
                  <c:v>12</c:v>
                </c:pt>
                <c:pt idx="714">
                  <c:v>12</c:v>
                </c:pt>
                <c:pt idx="715">
                  <c:v>2</c:v>
                </c:pt>
                <c:pt idx="716">
                  <c:v>10</c:v>
                </c:pt>
                <c:pt idx="717">
                  <c:v>13</c:v>
                </c:pt>
                <c:pt idx="718">
                  <c:v>1</c:v>
                </c:pt>
                <c:pt idx="719">
                  <c:v>5</c:v>
                </c:pt>
                <c:pt idx="720">
                  <c:v>4</c:v>
                </c:pt>
                <c:pt idx="721">
                  <c:v>3</c:v>
                </c:pt>
                <c:pt idx="722">
                  <c:v>7</c:v>
                </c:pt>
                <c:pt idx="723">
                  <c:v>3</c:v>
                </c:pt>
                <c:pt idx="724">
                  <c:v>18</c:v>
                </c:pt>
                <c:pt idx="725">
                  <c:v>11</c:v>
                </c:pt>
                <c:pt idx="726">
                  <c:v>10</c:v>
                </c:pt>
                <c:pt idx="727">
                  <c:v>13</c:v>
                </c:pt>
                <c:pt idx="728">
                  <c:v>19</c:v>
                </c:pt>
                <c:pt idx="729">
                  <c:v>15</c:v>
                </c:pt>
                <c:pt idx="730">
                  <c:v>14</c:v>
                </c:pt>
                <c:pt idx="731">
                  <c:v>3</c:v>
                </c:pt>
                <c:pt idx="732">
                  <c:v>87</c:v>
                </c:pt>
                <c:pt idx="733">
                  <c:v>42</c:v>
                </c:pt>
                <c:pt idx="734">
                  <c:v>3</c:v>
                </c:pt>
                <c:pt idx="735">
                  <c:v>4</c:v>
                </c:pt>
                <c:pt idx="736">
                  <c:v>2</c:v>
                </c:pt>
                <c:pt idx="737">
                  <c:v>3</c:v>
                </c:pt>
                <c:pt idx="738">
                  <c:v>7</c:v>
                </c:pt>
                <c:pt idx="739">
                  <c:v>22</c:v>
                </c:pt>
                <c:pt idx="740">
                  <c:v>14</c:v>
                </c:pt>
                <c:pt idx="741">
                  <c:v>2</c:v>
                </c:pt>
                <c:pt idx="742">
                  <c:v>3</c:v>
                </c:pt>
                <c:pt idx="743">
                  <c:v>6</c:v>
                </c:pt>
                <c:pt idx="744">
                  <c:v>4</c:v>
                </c:pt>
                <c:pt idx="745">
                  <c:v>4</c:v>
                </c:pt>
                <c:pt idx="746">
                  <c:v>5</c:v>
                </c:pt>
                <c:pt idx="747">
                  <c:v>2</c:v>
                </c:pt>
                <c:pt idx="748">
                  <c:v>6</c:v>
                </c:pt>
                <c:pt idx="749">
                  <c:v>9</c:v>
                </c:pt>
                <c:pt idx="750">
                  <c:v>6</c:v>
                </c:pt>
                <c:pt idx="751">
                  <c:v>19</c:v>
                </c:pt>
                <c:pt idx="752">
                  <c:v>10</c:v>
                </c:pt>
                <c:pt idx="753">
                  <c:v>25</c:v>
                </c:pt>
                <c:pt idx="754">
                  <c:v>11</c:v>
                </c:pt>
                <c:pt idx="755">
                  <c:v>4</c:v>
                </c:pt>
                <c:pt idx="756">
                  <c:v>8</c:v>
                </c:pt>
                <c:pt idx="757">
                  <c:v>6</c:v>
                </c:pt>
                <c:pt idx="758">
                  <c:v>6</c:v>
                </c:pt>
                <c:pt idx="759">
                  <c:v>6</c:v>
                </c:pt>
                <c:pt idx="760">
                  <c:v>27</c:v>
                </c:pt>
                <c:pt idx="761">
                  <c:v>13</c:v>
                </c:pt>
                <c:pt idx="762">
                  <c:v>15</c:v>
                </c:pt>
                <c:pt idx="763">
                  <c:v>8</c:v>
                </c:pt>
                <c:pt idx="764">
                  <c:v>6</c:v>
                </c:pt>
                <c:pt idx="765">
                  <c:v>2</c:v>
                </c:pt>
                <c:pt idx="766">
                  <c:v>3</c:v>
                </c:pt>
                <c:pt idx="767">
                  <c:v>5</c:v>
                </c:pt>
                <c:pt idx="768">
                  <c:v>11</c:v>
                </c:pt>
                <c:pt idx="769">
                  <c:v>2</c:v>
                </c:pt>
                <c:pt idx="770">
                  <c:v>7</c:v>
                </c:pt>
                <c:pt idx="771">
                  <c:v>6</c:v>
                </c:pt>
                <c:pt idx="772">
                  <c:v>3</c:v>
                </c:pt>
                <c:pt idx="773">
                  <c:v>10</c:v>
                </c:pt>
                <c:pt idx="774">
                  <c:v>17</c:v>
                </c:pt>
                <c:pt idx="775">
                  <c:v>54</c:v>
                </c:pt>
                <c:pt idx="776">
                  <c:v>1</c:v>
                </c:pt>
                <c:pt idx="777">
                  <c:v>5</c:v>
                </c:pt>
                <c:pt idx="778">
                  <c:v>0</c:v>
                </c:pt>
                <c:pt idx="779">
                  <c:v>2</c:v>
                </c:pt>
                <c:pt idx="780">
                  <c:v>8</c:v>
                </c:pt>
                <c:pt idx="781">
                  <c:v>3</c:v>
                </c:pt>
                <c:pt idx="782">
                  <c:v>12</c:v>
                </c:pt>
                <c:pt idx="783">
                  <c:v>4</c:v>
                </c:pt>
                <c:pt idx="784">
                  <c:v>4</c:v>
                </c:pt>
                <c:pt idx="785">
                  <c:v>9</c:v>
                </c:pt>
                <c:pt idx="786">
                  <c:v>12</c:v>
                </c:pt>
                <c:pt idx="787">
                  <c:v>38</c:v>
                </c:pt>
                <c:pt idx="788">
                  <c:v>40</c:v>
                </c:pt>
                <c:pt idx="789">
                  <c:v>7</c:v>
                </c:pt>
                <c:pt idx="790">
                  <c:v>14</c:v>
                </c:pt>
                <c:pt idx="791">
                  <c:v>17</c:v>
                </c:pt>
                <c:pt idx="792">
                  <c:v>4</c:v>
                </c:pt>
                <c:pt idx="793">
                  <c:v>18</c:v>
                </c:pt>
                <c:pt idx="794">
                  <c:v>19</c:v>
                </c:pt>
                <c:pt idx="795">
                  <c:v>26</c:v>
                </c:pt>
                <c:pt idx="796">
                  <c:v>48</c:v>
                </c:pt>
                <c:pt idx="797">
                  <c:v>45</c:v>
                </c:pt>
                <c:pt idx="798">
                  <c:v>53</c:v>
                </c:pt>
                <c:pt idx="799">
                  <c:v>70</c:v>
                </c:pt>
                <c:pt idx="800">
                  <c:v>28</c:v>
                </c:pt>
                <c:pt idx="801">
                  <c:v>27</c:v>
                </c:pt>
                <c:pt idx="802">
                  <c:v>36</c:v>
                </c:pt>
                <c:pt idx="803">
                  <c:v>25</c:v>
                </c:pt>
                <c:pt idx="804">
                  <c:v>4</c:v>
                </c:pt>
                <c:pt idx="805">
                  <c:v>6</c:v>
                </c:pt>
                <c:pt idx="806">
                  <c:v>12</c:v>
                </c:pt>
                <c:pt idx="807">
                  <c:v>12</c:v>
                </c:pt>
                <c:pt idx="808">
                  <c:v>5</c:v>
                </c:pt>
                <c:pt idx="809">
                  <c:v>7</c:v>
                </c:pt>
                <c:pt idx="810">
                  <c:v>5</c:v>
                </c:pt>
                <c:pt idx="811">
                  <c:v>0</c:v>
                </c:pt>
                <c:pt idx="812">
                  <c:v>4</c:v>
                </c:pt>
                <c:pt idx="813">
                  <c:v>10</c:v>
                </c:pt>
                <c:pt idx="814">
                  <c:v>8</c:v>
                </c:pt>
                <c:pt idx="815">
                  <c:v>11</c:v>
                </c:pt>
                <c:pt idx="816">
                  <c:v>4</c:v>
                </c:pt>
                <c:pt idx="817">
                  <c:v>11</c:v>
                </c:pt>
                <c:pt idx="818">
                  <c:v>0</c:v>
                </c:pt>
                <c:pt idx="819">
                  <c:v>5</c:v>
                </c:pt>
                <c:pt idx="820">
                  <c:v>3</c:v>
                </c:pt>
                <c:pt idx="821">
                  <c:v>11</c:v>
                </c:pt>
                <c:pt idx="822">
                  <c:v>13</c:v>
                </c:pt>
                <c:pt idx="823">
                  <c:v>6</c:v>
                </c:pt>
                <c:pt idx="824">
                  <c:v>13</c:v>
                </c:pt>
                <c:pt idx="825">
                  <c:v>4</c:v>
                </c:pt>
                <c:pt idx="826">
                  <c:v>3</c:v>
                </c:pt>
                <c:pt idx="827">
                  <c:v>6</c:v>
                </c:pt>
                <c:pt idx="828">
                  <c:v>1</c:v>
                </c:pt>
                <c:pt idx="829">
                  <c:v>5</c:v>
                </c:pt>
                <c:pt idx="830">
                  <c:v>1</c:v>
                </c:pt>
                <c:pt idx="831">
                  <c:v>2</c:v>
                </c:pt>
                <c:pt idx="832">
                  <c:v>6</c:v>
                </c:pt>
                <c:pt idx="833">
                  <c:v>14</c:v>
                </c:pt>
                <c:pt idx="834">
                  <c:v>19</c:v>
                </c:pt>
                <c:pt idx="835">
                  <c:v>15</c:v>
                </c:pt>
                <c:pt idx="836">
                  <c:v>1</c:v>
                </c:pt>
                <c:pt idx="837">
                  <c:v>1</c:v>
                </c:pt>
                <c:pt idx="838">
                  <c:v>1</c:v>
                </c:pt>
                <c:pt idx="839">
                  <c:v>5</c:v>
                </c:pt>
                <c:pt idx="840">
                  <c:v>1</c:v>
                </c:pt>
                <c:pt idx="841">
                  <c:v>1</c:v>
                </c:pt>
                <c:pt idx="842">
                  <c:v>0</c:v>
                </c:pt>
                <c:pt idx="843">
                  <c:v>17</c:v>
                </c:pt>
                <c:pt idx="844">
                  <c:v>25</c:v>
                </c:pt>
                <c:pt idx="845">
                  <c:v>5</c:v>
                </c:pt>
                <c:pt idx="846">
                  <c:v>25</c:v>
                </c:pt>
                <c:pt idx="847">
                  <c:v>34</c:v>
                </c:pt>
                <c:pt idx="848">
                  <c:v>4</c:v>
                </c:pt>
                <c:pt idx="849">
                  <c:v>4</c:v>
                </c:pt>
                <c:pt idx="850">
                  <c:v>8</c:v>
                </c:pt>
                <c:pt idx="851">
                  <c:v>8</c:v>
                </c:pt>
                <c:pt idx="852">
                  <c:v>6</c:v>
                </c:pt>
                <c:pt idx="853">
                  <c:v>4</c:v>
                </c:pt>
                <c:pt idx="854">
                  <c:v>3</c:v>
                </c:pt>
                <c:pt idx="855">
                  <c:v>8</c:v>
                </c:pt>
                <c:pt idx="856">
                  <c:v>1</c:v>
                </c:pt>
                <c:pt idx="857">
                  <c:v>11</c:v>
                </c:pt>
                <c:pt idx="858">
                  <c:v>2</c:v>
                </c:pt>
                <c:pt idx="859">
                  <c:v>14</c:v>
                </c:pt>
                <c:pt idx="860">
                  <c:v>2</c:v>
                </c:pt>
                <c:pt idx="861">
                  <c:v>12</c:v>
                </c:pt>
                <c:pt idx="862">
                  <c:v>0</c:v>
                </c:pt>
                <c:pt idx="863">
                  <c:v>0</c:v>
                </c:pt>
                <c:pt idx="864">
                  <c:v>27</c:v>
                </c:pt>
                <c:pt idx="865">
                  <c:v>3</c:v>
                </c:pt>
                <c:pt idx="866">
                  <c:v>0</c:v>
                </c:pt>
                <c:pt idx="867">
                  <c:v>0</c:v>
                </c:pt>
                <c:pt idx="868">
                  <c:v>4</c:v>
                </c:pt>
                <c:pt idx="869">
                  <c:v>67</c:v>
                </c:pt>
                <c:pt idx="870">
                  <c:v>50</c:v>
                </c:pt>
                <c:pt idx="871">
                  <c:v>7</c:v>
                </c:pt>
                <c:pt idx="872">
                  <c:v>5</c:v>
                </c:pt>
                <c:pt idx="873">
                  <c:v>0</c:v>
                </c:pt>
                <c:pt idx="874">
                  <c:v>5</c:v>
                </c:pt>
                <c:pt idx="875">
                  <c:v>13</c:v>
                </c:pt>
                <c:pt idx="876">
                  <c:v>3</c:v>
                </c:pt>
                <c:pt idx="877">
                  <c:v>0</c:v>
                </c:pt>
                <c:pt idx="878">
                  <c:v>17</c:v>
                </c:pt>
                <c:pt idx="879">
                  <c:v>2</c:v>
                </c:pt>
                <c:pt idx="880">
                  <c:v>6</c:v>
                </c:pt>
                <c:pt idx="881">
                  <c:v>3</c:v>
                </c:pt>
                <c:pt idx="882">
                  <c:v>0</c:v>
                </c:pt>
                <c:pt idx="883">
                  <c:v>2</c:v>
                </c:pt>
                <c:pt idx="884">
                  <c:v>3</c:v>
                </c:pt>
                <c:pt idx="885">
                  <c:v>4</c:v>
                </c:pt>
                <c:pt idx="886">
                  <c:v>4</c:v>
                </c:pt>
                <c:pt idx="887">
                  <c:v>0</c:v>
                </c:pt>
                <c:pt idx="888">
                  <c:v>0</c:v>
                </c:pt>
                <c:pt idx="889">
                  <c:v>0</c:v>
                </c:pt>
                <c:pt idx="890">
                  <c:v>32</c:v>
                </c:pt>
                <c:pt idx="891">
                  <c:v>28</c:v>
                </c:pt>
                <c:pt idx="892">
                  <c:v>6</c:v>
                </c:pt>
                <c:pt idx="893">
                  <c:v>6</c:v>
                </c:pt>
                <c:pt idx="894">
                  <c:v>3</c:v>
                </c:pt>
                <c:pt idx="895">
                  <c:v>4</c:v>
                </c:pt>
                <c:pt idx="896">
                  <c:v>5</c:v>
                </c:pt>
                <c:pt idx="897">
                  <c:v>5</c:v>
                </c:pt>
                <c:pt idx="898">
                  <c:v>15</c:v>
                </c:pt>
                <c:pt idx="899">
                  <c:v>12</c:v>
                </c:pt>
                <c:pt idx="900">
                  <c:v>17</c:v>
                </c:pt>
                <c:pt idx="901">
                  <c:v>4</c:v>
                </c:pt>
                <c:pt idx="902">
                  <c:v>3</c:v>
                </c:pt>
                <c:pt idx="903">
                  <c:v>2</c:v>
                </c:pt>
                <c:pt idx="904">
                  <c:v>4</c:v>
                </c:pt>
                <c:pt idx="905">
                  <c:v>6</c:v>
                </c:pt>
                <c:pt idx="906">
                  <c:v>6</c:v>
                </c:pt>
                <c:pt idx="907">
                  <c:v>5</c:v>
                </c:pt>
                <c:pt idx="908">
                  <c:v>4</c:v>
                </c:pt>
                <c:pt idx="909">
                  <c:v>5</c:v>
                </c:pt>
                <c:pt idx="910">
                  <c:v>5</c:v>
                </c:pt>
                <c:pt idx="911">
                  <c:v>1</c:v>
                </c:pt>
                <c:pt idx="912">
                  <c:v>8</c:v>
                </c:pt>
                <c:pt idx="913">
                  <c:v>22</c:v>
                </c:pt>
                <c:pt idx="914">
                  <c:v>27</c:v>
                </c:pt>
                <c:pt idx="915">
                  <c:v>37</c:v>
                </c:pt>
                <c:pt idx="916">
                  <c:v>40</c:v>
                </c:pt>
                <c:pt idx="917">
                  <c:v>0</c:v>
                </c:pt>
                <c:pt idx="918">
                  <c:v>6</c:v>
                </c:pt>
                <c:pt idx="919">
                  <c:v>2</c:v>
                </c:pt>
                <c:pt idx="920">
                  <c:v>11</c:v>
                </c:pt>
                <c:pt idx="921">
                  <c:v>9</c:v>
                </c:pt>
                <c:pt idx="922">
                  <c:v>8</c:v>
                </c:pt>
                <c:pt idx="923">
                  <c:v>6</c:v>
                </c:pt>
                <c:pt idx="924">
                  <c:v>8</c:v>
                </c:pt>
                <c:pt idx="925">
                  <c:v>5</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7</c:v>
                </c:pt>
                <c:pt idx="940">
                  <c:v>5</c:v>
                </c:pt>
                <c:pt idx="941">
                  <c:v>33</c:v>
                </c:pt>
                <c:pt idx="942">
                  <c:v>1</c:v>
                </c:pt>
                <c:pt idx="943">
                  <c:v>6</c:v>
                </c:pt>
                <c:pt idx="944">
                  <c:v>5</c:v>
                </c:pt>
                <c:pt idx="945">
                  <c:v>3</c:v>
                </c:pt>
                <c:pt idx="946">
                  <c:v>2</c:v>
                </c:pt>
                <c:pt idx="947">
                  <c:v>13</c:v>
                </c:pt>
                <c:pt idx="948">
                  <c:v>6</c:v>
                </c:pt>
                <c:pt idx="949">
                  <c:v>3</c:v>
                </c:pt>
                <c:pt idx="950">
                  <c:v>2</c:v>
                </c:pt>
                <c:pt idx="951">
                  <c:v>5</c:v>
                </c:pt>
                <c:pt idx="952">
                  <c:v>9</c:v>
                </c:pt>
                <c:pt idx="953">
                  <c:v>4</c:v>
                </c:pt>
                <c:pt idx="954">
                  <c:v>5</c:v>
                </c:pt>
                <c:pt idx="955">
                  <c:v>5</c:v>
                </c:pt>
                <c:pt idx="956">
                  <c:v>5</c:v>
                </c:pt>
                <c:pt idx="957">
                  <c:v>11</c:v>
                </c:pt>
                <c:pt idx="958">
                  <c:v>13</c:v>
                </c:pt>
                <c:pt idx="959">
                  <c:v>2</c:v>
                </c:pt>
                <c:pt idx="960">
                  <c:v>3</c:v>
                </c:pt>
                <c:pt idx="961">
                  <c:v>4</c:v>
                </c:pt>
                <c:pt idx="962">
                  <c:v>1</c:v>
                </c:pt>
                <c:pt idx="963">
                  <c:v>7</c:v>
                </c:pt>
                <c:pt idx="964">
                  <c:v>4</c:v>
                </c:pt>
                <c:pt idx="965">
                  <c:v>4</c:v>
                </c:pt>
                <c:pt idx="966">
                  <c:v>13</c:v>
                </c:pt>
                <c:pt idx="967">
                  <c:v>8</c:v>
                </c:pt>
                <c:pt idx="968">
                  <c:v>5</c:v>
                </c:pt>
                <c:pt idx="969">
                  <c:v>3</c:v>
                </c:pt>
                <c:pt idx="970">
                  <c:v>4</c:v>
                </c:pt>
                <c:pt idx="971">
                  <c:v>10</c:v>
                </c:pt>
                <c:pt idx="972">
                  <c:v>6</c:v>
                </c:pt>
                <c:pt idx="973">
                  <c:v>10</c:v>
                </c:pt>
                <c:pt idx="974">
                  <c:v>7</c:v>
                </c:pt>
                <c:pt idx="975">
                  <c:v>6</c:v>
                </c:pt>
                <c:pt idx="976">
                  <c:v>10</c:v>
                </c:pt>
                <c:pt idx="977">
                  <c:v>3</c:v>
                </c:pt>
                <c:pt idx="978">
                  <c:v>3</c:v>
                </c:pt>
                <c:pt idx="979">
                  <c:v>1</c:v>
                </c:pt>
                <c:pt idx="980">
                  <c:v>14</c:v>
                </c:pt>
                <c:pt idx="981">
                  <c:v>8</c:v>
                </c:pt>
                <c:pt idx="982">
                  <c:v>3</c:v>
                </c:pt>
                <c:pt idx="983">
                  <c:v>3</c:v>
                </c:pt>
                <c:pt idx="984">
                  <c:v>1</c:v>
                </c:pt>
                <c:pt idx="985">
                  <c:v>1</c:v>
                </c:pt>
                <c:pt idx="986">
                  <c:v>4</c:v>
                </c:pt>
                <c:pt idx="987">
                  <c:v>1</c:v>
                </c:pt>
                <c:pt idx="988">
                  <c:v>4</c:v>
                </c:pt>
                <c:pt idx="989">
                  <c:v>9</c:v>
                </c:pt>
                <c:pt idx="990">
                  <c:v>7</c:v>
                </c:pt>
                <c:pt idx="991">
                  <c:v>0</c:v>
                </c:pt>
                <c:pt idx="992">
                  <c:v>3</c:v>
                </c:pt>
                <c:pt idx="993">
                  <c:v>12</c:v>
                </c:pt>
                <c:pt idx="994">
                  <c:v>23</c:v>
                </c:pt>
                <c:pt idx="995">
                  <c:v>17</c:v>
                </c:pt>
                <c:pt idx="996">
                  <c:v>16</c:v>
                </c:pt>
                <c:pt idx="997">
                  <c:v>3</c:v>
                </c:pt>
                <c:pt idx="998">
                  <c:v>2</c:v>
                </c:pt>
                <c:pt idx="999">
                  <c:v>5</c:v>
                </c:pt>
                <c:pt idx="1000">
                  <c:v>20</c:v>
                </c:pt>
                <c:pt idx="1001">
                  <c:v>4</c:v>
                </c:pt>
                <c:pt idx="1002">
                  <c:v>6</c:v>
                </c:pt>
                <c:pt idx="1003">
                  <c:v>12</c:v>
                </c:pt>
                <c:pt idx="1004">
                  <c:v>1</c:v>
                </c:pt>
                <c:pt idx="1005">
                  <c:v>6</c:v>
                </c:pt>
                <c:pt idx="1006">
                  <c:v>0</c:v>
                </c:pt>
                <c:pt idx="1007">
                  <c:v>2</c:v>
                </c:pt>
                <c:pt idx="1008">
                  <c:v>4</c:v>
                </c:pt>
                <c:pt idx="1009">
                  <c:v>24</c:v>
                </c:pt>
                <c:pt idx="1010">
                  <c:v>10</c:v>
                </c:pt>
                <c:pt idx="1011">
                  <c:v>2</c:v>
                </c:pt>
                <c:pt idx="1012">
                  <c:v>0</c:v>
                </c:pt>
                <c:pt idx="1013">
                  <c:v>4</c:v>
                </c:pt>
                <c:pt idx="1014">
                  <c:v>4</c:v>
                </c:pt>
                <c:pt idx="1015">
                  <c:v>3</c:v>
                </c:pt>
                <c:pt idx="1016">
                  <c:v>12</c:v>
                </c:pt>
                <c:pt idx="1017">
                  <c:v>2</c:v>
                </c:pt>
                <c:pt idx="1018">
                  <c:v>1</c:v>
                </c:pt>
                <c:pt idx="1019">
                  <c:v>10</c:v>
                </c:pt>
                <c:pt idx="1020">
                  <c:v>12</c:v>
                </c:pt>
                <c:pt idx="1021">
                  <c:v>3</c:v>
                </c:pt>
                <c:pt idx="1022">
                  <c:v>2</c:v>
                </c:pt>
                <c:pt idx="1023">
                  <c:v>4</c:v>
                </c:pt>
                <c:pt idx="1024">
                  <c:v>6</c:v>
                </c:pt>
                <c:pt idx="1025">
                  <c:v>1</c:v>
                </c:pt>
                <c:pt idx="1026">
                  <c:v>6</c:v>
                </c:pt>
                <c:pt idx="1027">
                  <c:v>5</c:v>
                </c:pt>
                <c:pt idx="1028">
                  <c:v>11</c:v>
                </c:pt>
                <c:pt idx="1029">
                  <c:v>18</c:v>
                </c:pt>
                <c:pt idx="1030">
                  <c:v>0</c:v>
                </c:pt>
                <c:pt idx="1031">
                  <c:v>3</c:v>
                </c:pt>
                <c:pt idx="1032">
                  <c:v>6</c:v>
                </c:pt>
                <c:pt idx="1033">
                  <c:v>7</c:v>
                </c:pt>
                <c:pt idx="1034">
                  <c:v>6</c:v>
                </c:pt>
                <c:pt idx="1035">
                  <c:v>7</c:v>
                </c:pt>
                <c:pt idx="1036">
                  <c:v>7</c:v>
                </c:pt>
                <c:pt idx="1037">
                  <c:v>3</c:v>
                </c:pt>
                <c:pt idx="1038">
                  <c:v>0</c:v>
                </c:pt>
                <c:pt idx="1039">
                  <c:v>5</c:v>
                </c:pt>
                <c:pt idx="1040">
                  <c:v>5</c:v>
                </c:pt>
                <c:pt idx="1041">
                  <c:v>1</c:v>
                </c:pt>
                <c:pt idx="1042">
                  <c:v>0</c:v>
                </c:pt>
                <c:pt idx="1043">
                  <c:v>0</c:v>
                </c:pt>
                <c:pt idx="1044">
                  <c:v>14</c:v>
                </c:pt>
                <c:pt idx="1045">
                  <c:v>7</c:v>
                </c:pt>
                <c:pt idx="1046">
                  <c:v>1</c:v>
                </c:pt>
                <c:pt idx="1047">
                  <c:v>9</c:v>
                </c:pt>
                <c:pt idx="1048">
                  <c:v>4</c:v>
                </c:pt>
                <c:pt idx="1049">
                  <c:v>1</c:v>
                </c:pt>
                <c:pt idx="1050">
                  <c:v>1</c:v>
                </c:pt>
                <c:pt idx="1051">
                  <c:v>10</c:v>
                </c:pt>
                <c:pt idx="1052">
                  <c:v>15</c:v>
                </c:pt>
                <c:pt idx="1053">
                  <c:v>4</c:v>
                </c:pt>
                <c:pt idx="1054">
                  <c:v>1</c:v>
                </c:pt>
                <c:pt idx="1055">
                  <c:v>9</c:v>
                </c:pt>
                <c:pt idx="1056">
                  <c:v>6</c:v>
                </c:pt>
                <c:pt idx="1057">
                  <c:v>5</c:v>
                </c:pt>
                <c:pt idx="1058">
                  <c:v>7</c:v>
                </c:pt>
                <c:pt idx="1059">
                  <c:v>15</c:v>
                </c:pt>
                <c:pt idx="1060">
                  <c:v>29</c:v>
                </c:pt>
                <c:pt idx="1061">
                  <c:v>13</c:v>
                </c:pt>
                <c:pt idx="1062">
                  <c:v>6</c:v>
                </c:pt>
                <c:pt idx="1063">
                  <c:v>3</c:v>
                </c:pt>
                <c:pt idx="1064">
                  <c:v>1</c:v>
                </c:pt>
                <c:pt idx="1065">
                  <c:v>1</c:v>
                </c:pt>
                <c:pt idx="1066">
                  <c:v>2</c:v>
                </c:pt>
                <c:pt idx="1067">
                  <c:v>1</c:v>
                </c:pt>
                <c:pt idx="1068">
                  <c:v>4</c:v>
                </c:pt>
                <c:pt idx="1069">
                  <c:v>6</c:v>
                </c:pt>
                <c:pt idx="1070">
                  <c:v>2</c:v>
                </c:pt>
                <c:pt idx="1071">
                  <c:v>8</c:v>
                </c:pt>
                <c:pt idx="1072">
                  <c:v>5</c:v>
                </c:pt>
                <c:pt idx="1073">
                  <c:v>6</c:v>
                </c:pt>
                <c:pt idx="1074">
                  <c:v>9</c:v>
                </c:pt>
                <c:pt idx="1075">
                  <c:v>3</c:v>
                </c:pt>
                <c:pt idx="1076">
                  <c:v>12</c:v>
                </c:pt>
                <c:pt idx="1077">
                  <c:v>3</c:v>
                </c:pt>
                <c:pt idx="1078">
                  <c:v>1</c:v>
                </c:pt>
                <c:pt idx="1079">
                  <c:v>3</c:v>
                </c:pt>
                <c:pt idx="1080">
                  <c:v>12</c:v>
                </c:pt>
                <c:pt idx="1081">
                  <c:v>6</c:v>
                </c:pt>
                <c:pt idx="1082">
                  <c:v>36</c:v>
                </c:pt>
                <c:pt idx="1083">
                  <c:v>3</c:v>
                </c:pt>
                <c:pt idx="1084">
                  <c:v>9</c:v>
                </c:pt>
                <c:pt idx="1085">
                  <c:v>9</c:v>
                </c:pt>
                <c:pt idx="1086">
                  <c:v>3</c:v>
                </c:pt>
                <c:pt idx="1087">
                  <c:v>12</c:v>
                </c:pt>
                <c:pt idx="1088">
                  <c:v>8</c:v>
                </c:pt>
                <c:pt idx="1089">
                  <c:v>12</c:v>
                </c:pt>
                <c:pt idx="1090">
                  <c:v>10</c:v>
                </c:pt>
                <c:pt idx="1091">
                  <c:v>34</c:v>
                </c:pt>
                <c:pt idx="1092">
                  <c:v>9</c:v>
                </c:pt>
                <c:pt idx="1093">
                  <c:v>5</c:v>
                </c:pt>
                <c:pt idx="1094">
                  <c:v>1</c:v>
                </c:pt>
                <c:pt idx="1095">
                  <c:v>2</c:v>
                </c:pt>
                <c:pt idx="1096">
                  <c:v>12</c:v>
                </c:pt>
                <c:pt idx="1097">
                  <c:v>7</c:v>
                </c:pt>
                <c:pt idx="1098">
                  <c:v>0</c:v>
                </c:pt>
                <c:pt idx="1099">
                  <c:v>0</c:v>
                </c:pt>
                <c:pt idx="1100">
                  <c:v>3</c:v>
                </c:pt>
                <c:pt idx="1101">
                  <c:v>5</c:v>
                </c:pt>
                <c:pt idx="1102">
                  <c:v>3</c:v>
                </c:pt>
                <c:pt idx="1103">
                  <c:v>1</c:v>
                </c:pt>
                <c:pt idx="1104">
                  <c:v>7</c:v>
                </c:pt>
                <c:pt idx="1105">
                  <c:v>1</c:v>
                </c:pt>
                <c:pt idx="1106">
                  <c:v>1</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4</c:v>
                </c:pt>
                <c:pt idx="1130">
                  <c:v>1</c:v>
                </c:pt>
                <c:pt idx="1131">
                  <c:v>1</c:v>
                </c:pt>
                <c:pt idx="1132">
                  <c:v>0</c:v>
                </c:pt>
                <c:pt idx="1133">
                  <c:v>1</c:v>
                </c:pt>
                <c:pt idx="1134">
                  <c:v>4</c:v>
                </c:pt>
                <c:pt idx="1135">
                  <c:v>0</c:v>
                </c:pt>
                <c:pt idx="1136">
                  <c:v>1</c:v>
                </c:pt>
                <c:pt idx="1137">
                  <c:v>1</c:v>
                </c:pt>
                <c:pt idx="1138">
                  <c:v>4</c:v>
                </c:pt>
                <c:pt idx="1139">
                  <c:v>4</c:v>
                </c:pt>
                <c:pt idx="1140">
                  <c:v>4</c:v>
                </c:pt>
                <c:pt idx="1141">
                  <c:v>5</c:v>
                </c:pt>
                <c:pt idx="1142">
                  <c:v>1</c:v>
                </c:pt>
                <c:pt idx="1143">
                  <c:v>3</c:v>
                </c:pt>
                <c:pt idx="1144">
                  <c:v>5</c:v>
                </c:pt>
                <c:pt idx="1145">
                  <c:v>0</c:v>
                </c:pt>
                <c:pt idx="1146">
                  <c:v>2</c:v>
                </c:pt>
                <c:pt idx="1147">
                  <c:v>6</c:v>
                </c:pt>
                <c:pt idx="1148">
                  <c:v>5</c:v>
                </c:pt>
                <c:pt idx="1149">
                  <c:v>7</c:v>
                </c:pt>
                <c:pt idx="1150">
                  <c:v>22</c:v>
                </c:pt>
                <c:pt idx="1151">
                  <c:v>15</c:v>
                </c:pt>
                <c:pt idx="1152">
                  <c:v>13</c:v>
                </c:pt>
                <c:pt idx="1153">
                  <c:v>46</c:v>
                </c:pt>
                <c:pt idx="1154">
                  <c:v>1</c:v>
                </c:pt>
                <c:pt idx="1155">
                  <c:v>0</c:v>
                </c:pt>
                <c:pt idx="1156">
                  <c:v>8</c:v>
                </c:pt>
                <c:pt idx="1157">
                  <c:v>2</c:v>
                </c:pt>
                <c:pt idx="1158">
                  <c:v>3</c:v>
                </c:pt>
                <c:pt idx="1159">
                  <c:v>1</c:v>
                </c:pt>
                <c:pt idx="1160">
                  <c:v>5</c:v>
                </c:pt>
                <c:pt idx="1161">
                  <c:v>6</c:v>
                </c:pt>
                <c:pt idx="1162">
                  <c:v>13</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7</c:v>
                </c:pt>
                <c:pt idx="1181">
                  <c:v>3</c:v>
                </c:pt>
                <c:pt idx="1182">
                  <c:v>9</c:v>
                </c:pt>
                <c:pt idx="1183">
                  <c:v>4</c:v>
                </c:pt>
                <c:pt idx="1184">
                  <c:v>10</c:v>
                </c:pt>
                <c:pt idx="1185">
                  <c:v>0</c:v>
                </c:pt>
                <c:pt idx="1186">
                  <c:v>1</c:v>
                </c:pt>
                <c:pt idx="1187">
                  <c:v>1</c:v>
                </c:pt>
                <c:pt idx="1188">
                  <c:v>13</c:v>
                </c:pt>
                <c:pt idx="1189">
                  <c:v>12</c:v>
                </c:pt>
                <c:pt idx="1190">
                  <c:v>0</c:v>
                </c:pt>
                <c:pt idx="1191">
                  <c:v>26</c:v>
                </c:pt>
                <c:pt idx="1192">
                  <c:v>10</c:v>
                </c:pt>
                <c:pt idx="1193">
                  <c:v>11</c:v>
                </c:pt>
                <c:pt idx="1194">
                  <c:v>2</c:v>
                </c:pt>
                <c:pt idx="1195">
                  <c:v>2</c:v>
                </c:pt>
                <c:pt idx="1196">
                  <c:v>12</c:v>
                </c:pt>
                <c:pt idx="1197">
                  <c:v>0</c:v>
                </c:pt>
                <c:pt idx="1198">
                  <c:v>2</c:v>
                </c:pt>
                <c:pt idx="1199">
                  <c:v>5</c:v>
                </c:pt>
                <c:pt idx="1200">
                  <c:v>3</c:v>
                </c:pt>
                <c:pt idx="1201">
                  <c:v>13</c:v>
                </c:pt>
                <c:pt idx="1202">
                  <c:v>1</c:v>
                </c:pt>
                <c:pt idx="1203">
                  <c:v>0</c:v>
                </c:pt>
                <c:pt idx="1204">
                  <c:v>2</c:v>
                </c:pt>
                <c:pt idx="1205">
                  <c:v>1</c:v>
                </c:pt>
                <c:pt idx="1206">
                  <c:v>12</c:v>
                </c:pt>
                <c:pt idx="1207">
                  <c:v>2</c:v>
                </c:pt>
                <c:pt idx="1208">
                  <c:v>6</c:v>
                </c:pt>
                <c:pt idx="1209">
                  <c:v>2</c:v>
                </c:pt>
                <c:pt idx="1210">
                  <c:v>2</c:v>
                </c:pt>
                <c:pt idx="1211">
                  <c:v>5</c:v>
                </c:pt>
                <c:pt idx="1212">
                  <c:v>1</c:v>
                </c:pt>
                <c:pt idx="1213">
                  <c:v>1</c:v>
                </c:pt>
                <c:pt idx="1214">
                  <c:v>1</c:v>
                </c:pt>
                <c:pt idx="1215">
                  <c:v>7</c:v>
                </c:pt>
                <c:pt idx="1216">
                  <c:v>1</c:v>
                </c:pt>
                <c:pt idx="1217">
                  <c:v>2</c:v>
                </c:pt>
                <c:pt idx="1218">
                  <c:v>6</c:v>
                </c:pt>
                <c:pt idx="1219">
                  <c:v>29</c:v>
                </c:pt>
                <c:pt idx="1220">
                  <c:v>22</c:v>
                </c:pt>
                <c:pt idx="1221">
                  <c:v>3</c:v>
                </c:pt>
                <c:pt idx="1222">
                  <c:v>4</c:v>
                </c:pt>
                <c:pt idx="1223">
                  <c:v>2</c:v>
                </c:pt>
                <c:pt idx="1224">
                  <c:v>1</c:v>
                </c:pt>
                <c:pt idx="1225">
                  <c:v>39</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31</c:v>
                </c:pt>
                <c:pt idx="1239">
                  <c:v>26</c:v>
                </c:pt>
                <c:pt idx="1240">
                  <c:v>4</c:v>
                </c:pt>
                <c:pt idx="1241">
                  <c:v>4</c:v>
                </c:pt>
                <c:pt idx="1242">
                  <c:v>1</c:v>
                </c:pt>
                <c:pt idx="1243">
                  <c:v>2</c:v>
                </c:pt>
                <c:pt idx="1244">
                  <c:v>1</c:v>
                </c:pt>
                <c:pt idx="1245">
                  <c:v>0</c:v>
                </c:pt>
                <c:pt idx="1246">
                  <c:v>3</c:v>
                </c:pt>
                <c:pt idx="1247">
                  <c:v>2</c:v>
                </c:pt>
                <c:pt idx="1248">
                  <c:v>0</c:v>
                </c:pt>
                <c:pt idx="1249">
                  <c:v>0</c:v>
                </c:pt>
                <c:pt idx="1250">
                  <c:v>7</c:v>
                </c:pt>
                <c:pt idx="1251">
                  <c:v>14</c:v>
                </c:pt>
                <c:pt idx="1252">
                  <c:v>6</c:v>
                </c:pt>
                <c:pt idx="1253">
                  <c:v>1</c:v>
                </c:pt>
                <c:pt idx="1254">
                  <c:v>2</c:v>
                </c:pt>
                <c:pt idx="1255">
                  <c:v>1</c:v>
                </c:pt>
                <c:pt idx="1256">
                  <c:v>0</c:v>
                </c:pt>
                <c:pt idx="1257">
                  <c:v>11</c:v>
                </c:pt>
                <c:pt idx="1258">
                  <c:v>4</c:v>
                </c:pt>
                <c:pt idx="1259">
                  <c:v>26</c:v>
                </c:pt>
                <c:pt idx="1260">
                  <c:v>5</c:v>
                </c:pt>
                <c:pt idx="1261">
                  <c:v>3</c:v>
                </c:pt>
                <c:pt idx="1262">
                  <c:v>1</c:v>
                </c:pt>
                <c:pt idx="1263">
                  <c:v>1</c:v>
                </c:pt>
                <c:pt idx="1264">
                  <c:v>1</c:v>
                </c:pt>
                <c:pt idx="1265">
                  <c:v>6</c:v>
                </c:pt>
                <c:pt idx="1266">
                  <c:v>3</c:v>
                </c:pt>
                <c:pt idx="1267">
                  <c:v>2</c:v>
                </c:pt>
                <c:pt idx="1268">
                  <c:v>0</c:v>
                </c:pt>
                <c:pt idx="1269">
                  <c:v>6</c:v>
                </c:pt>
                <c:pt idx="1270">
                  <c:v>5</c:v>
                </c:pt>
                <c:pt idx="1271">
                  <c:v>20</c:v>
                </c:pt>
                <c:pt idx="1272">
                  <c:v>20</c:v>
                </c:pt>
                <c:pt idx="1273">
                  <c:v>2</c:v>
                </c:pt>
                <c:pt idx="1274">
                  <c:v>4</c:v>
                </c:pt>
                <c:pt idx="1275">
                  <c:v>0</c:v>
                </c:pt>
                <c:pt idx="1276">
                  <c:v>5</c:v>
                </c:pt>
                <c:pt idx="1277">
                  <c:v>1</c:v>
                </c:pt>
                <c:pt idx="1278">
                  <c:v>2</c:v>
                </c:pt>
                <c:pt idx="1279">
                  <c:v>2</c:v>
                </c:pt>
                <c:pt idx="1280">
                  <c:v>2</c:v>
                </c:pt>
                <c:pt idx="1281">
                  <c:v>11</c:v>
                </c:pt>
              </c:numCache>
            </c:numRef>
          </c:yVal>
        </c:ser>
        <c:ser>
          <c:idx val="1"/>
          <c:order val="1"/>
          <c:tx>
            <c:v>После очистки</c:v>
          </c:tx>
          <c:spPr>
            <ns1:solidFill>
              <ns1:srgbClr val="277978"/>
            </ns1:solidFill>
            <ns1:ln w="14288">
              <ns1:solidFill>
                <ns1:srgbClr val="277978"/>
              </ns1:solidFill>
            </ns1:ln>
          </c:spPr>
          <c:marker>
            <c:symbol val="none"/>
          </c:marker>
          <c:xVal>
            <c:numRef>
              <c:f>'Chart Data'!$C$2:$C$1283</c:f>
              <c:numCache>
                <c:formatCode>General</c:formatCode>
                <c:ptCount val="1282"/>
                <c:pt idx="0">
                  <c:v>44927</c:v>
                </c:pt>
                <c:pt idx="1">
                  <c:v>44928</c:v>
                </c:pt>
                <c:pt idx="2">
                  <c:v>44929</c:v>
                </c:pt>
                <c:pt idx="3">
                  <c:v>44930</c:v>
                </c:pt>
                <c:pt idx="4">
                  <c:v>44931</c:v>
                </c:pt>
                <c:pt idx="5">
                  <c:v>44932</c:v>
                </c:pt>
                <c:pt idx="6">
                  <c:v>44933</c:v>
                </c:pt>
                <c:pt idx="7">
                  <c:v>44934</c:v>
                </c:pt>
                <c:pt idx="8">
                  <c:v>44935</c:v>
                </c:pt>
                <c:pt idx="9">
                  <c:v>44936</c:v>
                </c:pt>
                <c:pt idx="10">
                  <c:v>44937</c:v>
                </c:pt>
                <c:pt idx="11">
                  <c:v>44938</c:v>
                </c:pt>
                <c:pt idx="12">
                  <c:v>44939</c:v>
                </c:pt>
                <c:pt idx="13">
                  <c:v>44940</c:v>
                </c:pt>
                <c:pt idx="14">
                  <c:v>44941</c:v>
                </c:pt>
                <c:pt idx="15">
                  <c:v>44942</c:v>
                </c:pt>
                <c:pt idx="16">
                  <c:v>44943</c:v>
                </c:pt>
                <c:pt idx="17">
                  <c:v>44944</c:v>
                </c:pt>
                <c:pt idx="18">
                  <c:v>44945</c:v>
                </c:pt>
                <c:pt idx="19">
                  <c:v>44946</c:v>
                </c:pt>
                <c:pt idx="20">
                  <c:v>44947</c:v>
                </c:pt>
                <c:pt idx="21">
                  <c:v>44948</c:v>
                </c:pt>
                <c:pt idx="22">
                  <c:v>44949</c:v>
                </c:pt>
                <c:pt idx="23">
                  <c:v>44950</c:v>
                </c:pt>
                <c:pt idx="24">
                  <c:v>44951</c:v>
                </c:pt>
                <c:pt idx="25">
                  <c:v>44952</c:v>
                </c:pt>
                <c:pt idx="26">
                  <c:v>44953</c:v>
                </c:pt>
                <c:pt idx="27">
                  <c:v>44954</c:v>
                </c:pt>
                <c:pt idx="28">
                  <c:v>44955</c:v>
                </c:pt>
                <c:pt idx="29">
                  <c:v>44956</c:v>
                </c:pt>
                <c:pt idx="30">
                  <c:v>44957</c:v>
                </c:pt>
                <c:pt idx="31">
                  <c:v>44958</c:v>
                </c:pt>
                <c:pt idx="32">
                  <c:v>44959</c:v>
                </c:pt>
                <c:pt idx="33">
                  <c:v>44960</c:v>
                </c:pt>
                <c:pt idx="34">
                  <c:v>44961</c:v>
                </c:pt>
                <c:pt idx="35">
                  <c:v>44962</c:v>
                </c:pt>
                <c:pt idx="36">
                  <c:v>44963</c:v>
                </c:pt>
                <c:pt idx="37">
                  <c:v>44964</c:v>
                </c:pt>
                <c:pt idx="38">
                  <c:v>44965</c:v>
                </c:pt>
                <c:pt idx="39">
                  <c:v>44966</c:v>
                </c:pt>
                <c:pt idx="40">
                  <c:v>44967</c:v>
                </c:pt>
                <c:pt idx="41">
                  <c:v>44968</c:v>
                </c:pt>
                <c:pt idx="42">
                  <c:v>44969</c:v>
                </c:pt>
                <c:pt idx="43">
                  <c:v>44970</c:v>
                </c:pt>
                <c:pt idx="44">
                  <c:v>44971</c:v>
                </c:pt>
                <c:pt idx="45">
                  <c:v>44972</c:v>
                </c:pt>
                <c:pt idx="46">
                  <c:v>44973</c:v>
                </c:pt>
                <c:pt idx="47">
                  <c:v>44974</c:v>
                </c:pt>
                <c:pt idx="48">
                  <c:v>44988</c:v>
                </c:pt>
                <c:pt idx="49">
                  <c:v>44989</c:v>
                </c:pt>
                <c:pt idx="50">
                  <c:v>44990</c:v>
                </c:pt>
                <c:pt idx="51">
                  <c:v>44991</c:v>
                </c:pt>
                <c:pt idx="52">
                  <c:v>44992</c:v>
                </c:pt>
                <c:pt idx="53">
                  <c:v>44993</c:v>
                </c:pt>
                <c:pt idx="54">
                  <c:v>44994</c:v>
                </c:pt>
                <c:pt idx="55">
                  <c:v>44995</c:v>
                </c:pt>
                <c:pt idx="56">
                  <c:v>44996</c:v>
                </c:pt>
                <c:pt idx="57">
                  <c:v>44997</c:v>
                </c:pt>
                <c:pt idx="58">
                  <c:v>44998</c:v>
                </c:pt>
                <c:pt idx="59">
                  <c:v>44999</c:v>
                </c:pt>
                <c:pt idx="60">
                  <c:v>45000</c:v>
                </c:pt>
                <c:pt idx="61">
                  <c:v>45001</c:v>
                </c:pt>
                <c:pt idx="62">
                  <c:v>45002</c:v>
                </c:pt>
                <c:pt idx="63">
                  <c:v>45003</c:v>
                </c:pt>
                <c:pt idx="64">
                  <c:v>45004</c:v>
                </c:pt>
                <c:pt idx="65">
                  <c:v>45005</c:v>
                </c:pt>
                <c:pt idx="66">
                  <c:v>45006</c:v>
                </c:pt>
                <c:pt idx="67">
                  <c:v>45007</c:v>
                </c:pt>
                <c:pt idx="68">
                  <c:v>45008</c:v>
                </c:pt>
                <c:pt idx="69">
                  <c:v>45009</c:v>
                </c:pt>
                <c:pt idx="70">
                  <c:v>45010</c:v>
                </c:pt>
                <c:pt idx="71">
                  <c:v>45011</c:v>
                </c:pt>
                <c:pt idx="72">
                  <c:v>45012</c:v>
                </c:pt>
                <c:pt idx="73">
                  <c:v>45013</c:v>
                </c:pt>
                <c:pt idx="74">
                  <c:v>45014</c:v>
                </c:pt>
                <c:pt idx="75">
                  <c:v>45015</c:v>
                </c:pt>
                <c:pt idx="76">
                  <c:v>45016</c:v>
                </c:pt>
                <c:pt idx="77">
                  <c:v>45017</c:v>
                </c:pt>
                <c:pt idx="78">
                  <c:v>45018</c:v>
                </c:pt>
                <c:pt idx="79">
                  <c:v>45019</c:v>
                </c:pt>
                <c:pt idx="80">
                  <c:v>45020</c:v>
                </c:pt>
                <c:pt idx="81">
                  <c:v>45021</c:v>
                </c:pt>
                <c:pt idx="82">
                  <c:v>45022</c:v>
                </c:pt>
                <c:pt idx="83">
                  <c:v>45023</c:v>
                </c:pt>
                <c:pt idx="84">
                  <c:v>45024</c:v>
                </c:pt>
                <c:pt idx="85">
                  <c:v>45025</c:v>
                </c:pt>
                <c:pt idx="86">
                  <c:v>45026</c:v>
                </c:pt>
                <c:pt idx="87">
                  <c:v>45027</c:v>
                </c:pt>
                <c:pt idx="88">
                  <c:v>45028</c:v>
                </c:pt>
                <c:pt idx="89">
                  <c:v>45029</c:v>
                </c:pt>
                <c:pt idx="90">
                  <c:v>45030</c:v>
                </c:pt>
                <c:pt idx="91">
                  <c:v>45032</c:v>
                </c:pt>
                <c:pt idx="92">
                  <c:v>45033</c:v>
                </c:pt>
                <c:pt idx="93">
                  <c:v>45034</c:v>
                </c:pt>
                <c:pt idx="94">
                  <c:v>45035</c:v>
                </c:pt>
                <c:pt idx="95">
                  <c:v>45036</c:v>
                </c:pt>
                <c:pt idx="96">
                  <c:v>45037</c:v>
                </c:pt>
                <c:pt idx="97">
                  <c:v>45038</c:v>
                </c:pt>
                <c:pt idx="98">
                  <c:v>45039</c:v>
                </c:pt>
                <c:pt idx="99">
                  <c:v>45040</c:v>
                </c:pt>
                <c:pt idx="100">
                  <c:v>45041</c:v>
                </c:pt>
                <c:pt idx="101">
                  <c:v>45042</c:v>
                </c:pt>
                <c:pt idx="102">
                  <c:v>45043</c:v>
                </c:pt>
                <c:pt idx="103">
                  <c:v>45044</c:v>
                </c:pt>
                <c:pt idx="104">
                  <c:v>45045</c:v>
                </c:pt>
                <c:pt idx="105">
                  <c:v>45046</c:v>
                </c:pt>
                <c:pt idx="106">
                  <c:v>45047</c:v>
                </c:pt>
                <c:pt idx="107">
                  <c:v>45048</c:v>
                </c:pt>
                <c:pt idx="108">
                  <c:v>45049</c:v>
                </c:pt>
                <c:pt idx="109">
                  <c:v>45050</c:v>
                </c:pt>
                <c:pt idx="110">
                  <c:v>45051</c:v>
                </c:pt>
                <c:pt idx="111">
                  <c:v>45052</c:v>
                </c:pt>
                <c:pt idx="112">
                  <c:v>45053</c:v>
                </c:pt>
                <c:pt idx="113">
                  <c:v>45054</c:v>
                </c:pt>
                <c:pt idx="114">
                  <c:v>45055</c:v>
                </c:pt>
                <c:pt idx="115">
                  <c:v>45056</c:v>
                </c:pt>
                <c:pt idx="116">
                  <c:v>45057</c:v>
                </c:pt>
                <c:pt idx="117">
                  <c:v>45058</c:v>
                </c:pt>
                <c:pt idx="118">
                  <c:v>45059</c:v>
                </c:pt>
                <c:pt idx="119">
                  <c:v>45060</c:v>
                </c:pt>
                <c:pt idx="120">
                  <c:v>45061</c:v>
                </c:pt>
                <c:pt idx="121">
                  <c:v>45062</c:v>
                </c:pt>
                <c:pt idx="122">
                  <c:v>45063</c:v>
                </c:pt>
                <c:pt idx="123">
                  <c:v>45064</c:v>
                </c:pt>
                <c:pt idx="124">
                  <c:v>45065</c:v>
                </c:pt>
                <c:pt idx="125">
                  <c:v>45066</c:v>
                </c:pt>
                <c:pt idx="126">
                  <c:v>45067</c:v>
                </c:pt>
                <c:pt idx="127">
                  <c:v>45068</c:v>
                </c:pt>
                <c:pt idx="128">
                  <c:v>45069</c:v>
                </c:pt>
                <c:pt idx="129">
                  <c:v>45070</c:v>
                </c:pt>
                <c:pt idx="130">
                  <c:v>45071</c:v>
                </c:pt>
                <c:pt idx="131">
                  <c:v>45072</c:v>
                </c:pt>
                <c:pt idx="132">
                  <c:v>45073</c:v>
                </c:pt>
                <c:pt idx="133">
                  <c:v>45074</c:v>
                </c:pt>
                <c:pt idx="134">
                  <c:v>45075</c:v>
                </c:pt>
                <c:pt idx="135">
                  <c:v>45076</c:v>
                </c:pt>
                <c:pt idx="136">
                  <c:v>45077</c:v>
                </c:pt>
                <c:pt idx="137">
                  <c:v>45078</c:v>
                </c:pt>
                <c:pt idx="138">
                  <c:v>45079</c:v>
                </c:pt>
                <c:pt idx="139">
                  <c:v>45080</c:v>
                </c:pt>
                <c:pt idx="140">
                  <c:v>45081</c:v>
                </c:pt>
                <c:pt idx="141">
                  <c:v>45082</c:v>
                </c:pt>
                <c:pt idx="142">
                  <c:v>45083</c:v>
                </c:pt>
                <c:pt idx="143">
                  <c:v>45084</c:v>
                </c:pt>
                <c:pt idx="144">
                  <c:v>45085</c:v>
                </c:pt>
                <c:pt idx="145">
                  <c:v>45086</c:v>
                </c:pt>
                <c:pt idx="146">
                  <c:v>45087</c:v>
                </c:pt>
                <c:pt idx="147">
                  <c:v>45088</c:v>
                </c:pt>
                <c:pt idx="148">
                  <c:v>45089</c:v>
                </c:pt>
                <c:pt idx="149">
                  <c:v>45090</c:v>
                </c:pt>
                <c:pt idx="150">
                  <c:v>45091</c:v>
                </c:pt>
                <c:pt idx="151">
                  <c:v>45092</c:v>
                </c:pt>
                <c:pt idx="152">
                  <c:v>45093</c:v>
                </c:pt>
                <c:pt idx="153">
                  <c:v>45094</c:v>
                </c:pt>
                <c:pt idx="154">
                  <c:v>45095</c:v>
                </c:pt>
                <c:pt idx="155">
                  <c:v>45096</c:v>
                </c:pt>
                <c:pt idx="156">
                  <c:v>45097</c:v>
                </c:pt>
                <c:pt idx="157">
                  <c:v>45098</c:v>
                </c:pt>
                <c:pt idx="158">
                  <c:v>45099</c:v>
                </c:pt>
                <c:pt idx="159">
                  <c:v>45100</c:v>
                </c:pt>
                <c:pt idx="160">
                  <c:v>45101</c:v>
                </c:pt>
                <c:pt idx="161">
                  <c:v>45102</c:v>
                </c:pt>
                <c:pt idx="162">
                  <c:v>45103</c:v>
                </c:pt>
                <c:pt idx="163">
                  <c:v>45104</c:v>
                </c:pt>
                <c:pt idx="164">
                  <c:v>45105</c:v>
                </c:pt>
                <c:pt idx="165">
                  <c:v>45106</c:v>
                </c:pt>
                <c:pt idx="166">
                  <c:v>45107</c:v>
                </c:pt>
                <c:pt idx="167">
                  <c:v>45108</c:v>
                </c:pt>
                <c:pt idx="168">
                  <c:v>45109</c:v>
                </c:pt>
                <c:pt idx="169">
                  <c:v>45110</c:v>
                </c:pt>
                <c:pt idx="170">
                  <c:v>45111</c:v>
                </c:pt>
                <c:pt idx="171">
                  <c:v>45112</c:v>
                </c:pt>
                <c:pt idx="172">
                  <c:v>45113</c:v>
                </c:pt>
                <c:pt idx="173">
                  <c:v>45114</c:v>
                </c:pt>
                <c:pt idx="174">
                  <c:v>45115</c:v>
                </c:pt>
                <c:pt idx="175">
                  <c:v>45116</c:v>
                </c:pt>
                <c:pt idx="176">
                  <c:v>45117</c:v>
                </c:pt>
                <c:pt idx="177">
                  <c:v>45118</c:v>
                </c:pt>
                <c:pt idx="178">
                  <c:v>45119</c:v>
                </c:pt>
                <c:pt idx="179">
                  <c:v>45120</c:v>
                </c:pt>
                <c:pt idx="180">
                  <c:v>45121</c:v>
                </c:pt>
                <c:pt idx="181">
                  <c:v>45122</c:v>
                </c:pt>
                <c:pt idx="182">
                  <c:v>45123</c:v>
                </c:pt>
                <c:pt idx="183">
                  <c:v>45124</c:v>
                </c:pt>
                <c:pt idx="184">
                  <c:v>45125</c:v>
                </c:pt>
                <c:pt idx="185">
                  <c:v>45126</c:v>
                </c:pt>
                <c:pt idx="186">
                  <c:v>45127</c:v>
                </c:pt>
                <c:pt idx="187">
                  <c:v>45128</c:v>
                </c:pt>
                <c:pt idx="188">
                  <c:v>45129</c:v>
                </c:pt>
                <c:pt idx="189">
                  <c:v>45130</c:v>
                </c:pt>
                <c:pt idx="190">
                  <c:v>45131</c:v>
                </c:pt>
                <c:pt idx="191">
                  <c:v>45132</c:v>
                </c:pt>
                <c:pt idx="192">
                  <c:v>45133</c:v>
                </c:pt>
                <c:pt idx="193">
                  <c:v>45134</c:v>
                </c:pt>
                <c:pt idx="194">
                  <c:v>45135</c:v>
                </c:pt>
                <c:pt idx="195">
                  <c:v>45157</c:v>
                </c:pt>
                <c:pt idx="196">
                  <c:v>45158</c:v>
                </c:pt>
                <c:pt idx="197">
                  <c:v>45159</c:v>
                </c:pt>
                <c:pt idx="198">
                  <c:v>45160</c:v>
                </c:pt>
                <c:pt idx="199">
                  <c:v>45161</c:v>
                </c:pt>
                <c:pt idx="200">
                  <c:v>45162</c:v>
                </c:pt>
                <c:pt idx="201">
                  <c:v>45163</c:v>
                </c:pt>
                <c:pt idx="202">
                  <c:v>45164</c:v>
                </c:pt>
                <c:pt idx="203">
                  <c:v>45165</c:v>
                </c:pt>
                <c:pt idx="204">
                  <c:v>45166</c:v>
                </c:pt>
                <c:pt idx="205">
                  <c:v>45167</c:v>
                </c:pt>
                <c:pt idx="206">
                  <c:v>45168</c:v>
                </c:pt>
                <c:pt idx="207">
                  <c:v>45169</c:v>
                </c:pt>
                <c:pt idx="208">
                  <c:v>45172</c:v>
                </c:pt>
                <c:pt idx="209">
                  <c:v>45173</c:v>
                </c:pt>
                <c:pt idx="210">
                  <c:v>45174</c:v>
                </c:pt>
                <c:pt idx="211">
                  <c:v>45175</c:v>
                </c:pt>
                <c:pt idx="212">
                  <c:v>45176</c:v>
                </c:pt>
                <c:pt idx="213">
                  <c:v>45177</c:v>
                </c:pt>
                <c:pt idx="214">
                  <c:v>45178</c:v>
                </c:pt>
                <c:pt idx="215">
                  <c:v>45179</c:v>
                </c:pt>
                <c:pt idx="216">
                  <c:v>45180</c:v>
                </c:pt>
                <c:pt idx="217">
                  <c:v>45181</c:v>
                </c:pt>
                <c:pt idx="218">
                  <c:v>45182</c:v>
                </c:pt>
                <c:pt idx="219">
                  <c:v>45183</c:v>
                </c:pt>
                <c:pt idx="220">
                  <c:v>45184</c:v>
                </c:pt>
                <c:pt idx="221">
                  <c:v>45185</c:v>
                </c:pt>
                <c:pt idx="222">
                  <c:v>45186</c:v>
                </c:pt>
                <c:pt idx="223">
                  <c:v>45187</c:v>
                </c:pt>
                <c:pt idx="224">
                  <c:v>45188</c:v>
                </c:pt>
                <c:pt idx="225">
                  <c:v>45189</c:v>
                </c:pt>
                <c:pt idx="226">
                  <c:v>45190</c:v>
                </c:pt>
                <c:pt idx="227">
                  <c:v>45191</c:v>
                </c:pt>
                <c:pt idx="228">
                  <c:v>45192</c:v>
                </c:pt>
                <c:pt idx="229">
                  <c:v>45193</c:v>
                </c:pt>
                <c:pt idx="230">
                  <c:v>45194</c:v>
                </c:pt>
                <c:pt idx="231">
                  <c:v>45195</c:v>
                </c:pt>
                <c:pt idx="232">
                  <c:v>45196</c:v>
                </c:pt>
                <c:pt idx="233">
                  <c:v>45197</c:v>
                </c:pt>
                <c:pt idx="234">
                  <c:v>45198</c:v>
                </c:pt>
                <c:pt idx="235">
                  <c:v>45199</c:v>
                </c:pt>
                <c:pt idx="236">
                  <c:v>45200</c:v>
                </c:pt>
                <c:pt idx="237">
                  <c:v>45201</c:v>
                </c:pt>
                <c:pt idx="238">
                  <c:v>45202</c:v>
                </c:pt>
                <c:pt idx="239">
                  <c:v>45203</c:v>
                </c:pt>
                <c:pt idx="240">
                  <c:v>45204</c:v>
                </c:pt>
                <c:pt idx="241">
                  <c:v>45205</c:v>
                </c:pt>
                <c:pt idx="242">
                  <c:v>45206</c:v>
                </c:pt>
                <c:pt idx="243">
                  <c:v>45207</c:v>
                </c:pt>
                <c:pt idx="244">
                  <c:v>45208</c:v>
                </c:pt>
                <c:pt idx="245">
                  <c:v>45209</c:v>
                </c:pt>
                <c:pt idx="246">
                  <c:v>45210</c:v>
                </c:pt>
                <c:pt idx="247">
                  <c:v>45211</c:v>
                </c:pt>
                <c:pt idx="248">
                  <c:v>45212</c:v>
                </c:pt>
                <c:pt idx="249">
                  <c:v>45213</c:v>
                </c:pt>
                <c:pt idx="250">
                  <c:v>45214</c:v>
                </c:pt>
                <c:pt idx="251">
                  <c:v>45215</c:v>
                </c:pt>
                <c:pt idx="252">
                  <c:v>45216</c:v>
                </c:pt>
                <c:pt idx="253">
                  <c:v>45217</c:v>
                </c:pt>
                <c:pt idx="254">
                  <c:v>45218</c:v>
                </c:pt>
                <c:pt idx="255">
                  <c:v>45219</c:v>
                </c:pt>
                <c:pt idx="256">
                  <c:v>45220</c:v>
                </c:pt>
                <c:pt idx="257">
                  <c:v>45221</c:v>
                </c:pt>
                <c:pt idx="258">
                  <c:v>45222</c:v>
                </c:pt>
                <c:pt idx="259">
                  <c:v>45223</c:v>
                </c:pt>
                <c:pt idx="260">
                  <c:v>45224</c:v>
                </c:pt>
                <c:pt idx="261">
                  <c:v>45225</c:v>
                </c:pt>
                <c:pt idx="262">
                  <c:v>45226</c:v>
                </c:pt>
                <c:pt idx="263">
                  <c:v>45227</c:v>
                </c:pt>
                <c:pt idx="264">
                  <c:v>45228</c:v>
                </c:pt>
                <c:pt idx="265">
                  <c:v>45229</c:v>
                </c:pt>
                <c:pt idx="266">
                  <c:v>45230</c:v>
                </c:pt>
                <c:pt idx="267">
                  <c:v>45231</c:v>
                </c:pt>
                <c:pt idx="268">
                  <c:v>45232</c:v>
                </c:pt>
                <c:pt idx="269">
                  <c:v>45233</c:v>
                </c:pt>
                <c:pt idx="270">
                  <c:v>45234</c:v>
                </c:pt>
                <c:pt idx="271">
                  <c:v>45235</c:v>
                </c:pt>
                <c:pt idx="272">
                  <c:v>45236</c:v>
                </c:pt>
                <c:pt idx="273">
                  <c:v>45237</c:v>
                </c:pt>
                <c:pt idx="274">
                  <c:v>45238</c:v>
                </c:pt>
                <c:pt idx="275">
                  <c:v>45239</c:v>
                </c:pt>
                <c:pt idx="276">
                  <c:v>45240</c:v>
                </c:pt>
                <c:pt idx="277">
                  <c:v>45241</c:v>
                </c:pt>
                <c:pt idx="278">
                  <c:v>45242</c:v>
                </c:pt>
                <c:pt idx="279">
                  <c:v>45243</c:v>
                </c:pt>
                <c:pt idx="280">
                  <c:v>45244</c:v>
                </c:pt>
                <c:pt idx="281">
                  <c:v>45245</c:v>
                </c:pt>
                <c:pt idx="282">
                  <c:v>45246</c:v>
                </c:pt>
                <c:pt idx="283">
                  <c:v>45247</c:v>
                </c:pt>
                <c:pt idx="284">
                  <c:v>45248</c:v>
                </c:pt>
                <c:pt idx="285">
                  <c:v>45251</c:v>
                </c:pt>
                <c:pt idx="286">
                  <c:v>45252</c:v>
                </c:pt>
                <c:pt idx="287">
                  <c:v>45253</c:v>
                </c:pt>
                <c:pt idx="288">
                  <c:v>45254</c:v>
                </c:pt>
                <c:pt idx="289">
                  <c:v>45255</c:v>
                </c:pt>
                <c:pt idx="290">
                  <c:v>45256</c:v>
                </c:pt>
                <c:pt idx="291">
                  <c:v>45257</c:v>
                </c:pt>
                <c:pt idx="292">
                  <c:v>45258</c:v>
                </c:pt>
                <c:pt idx="293">
                  <c:v>45259</c:v>
                </c:pt>
                <c:pt idx="294">
                  <c:v>45260</c:v>
                </c:pt>
                <c:pt idx="295">
                  <c:v>45261</c:v>
                </c:pt>
                <c:pt idx="296">
                  <c:v>45262</c:v>
                </c:pt>
                <c:pt idx="297">
                  <c:v>45263</c:v>
                </c:pt>
                <c:pt idx="298">
                  <c:v>45264</c:v>
                </c:pt>
                <c:pt idx="299">
                  <c:v>45265</c:v>
                </c:pt>
                <c:pt idx="300">
                  <c:v>45268</c:v>
                </c:pt>
                <c:pt idx="301">
                  <c:v>45269</c:v>
                </c:pt>
                <c:pt idx="302">
                  <c:v>45270</c:v>
                </c:pt>
                <c:pt idx="303">
                  <c:v>45271</c:v>
                </c:pt>
                <c:pt idx="304">
                  <c:v>45272</c:v>
                </c:pt>
                <c:pt idx="305">
                  <c:v>45273</c:v>
                </c:pt>
                <c:pt idx="306">
                  <c:v>45274</c:v>
                </c:pt>
                <c:pt idx="307">
                  <c:v>45275</c:v>
                </c:pt>
                <c:pt idx="308">
                  <c:v>45276</c:v>
                </c:pt>
                <c:pt idx="309">
                  <c:v>45277</c:v>
                </c:pt>
                <c:pt idx="310">
                  <c:v>45278</c:v>
                </c:pt>
                <c:pt idx="311">
                  <c:v>45279</c:v>
                </c:pt>
                <c:pt idx="312">
                  <c:v>45280</c:v>
                </c:pt>
                <c:pt idx="313">
                  <c:v>45281</c:v>
                </c:pt>
                <c:pt idx="314">
                  <c:v>45282</c:v>
                </c:pt>
                <c:pt idx="315">
                  <c:v>45283</c:v>
                </c:pt>
                <c:pt idx="316">
                  <c:v>45284</c:v>
                </c:pt>
                <c:pt idx="317">
                  <c:v>45285</c:v>
                </c:pt>
                <c:pt idx="318">
                  <c:v>45286</c:v>
                </c:pt>
                <c:pt idx="319">
                  <c:v>45287</c:v>
                </c:pt>
                <c:pt idx="320">
                  <c:v>45288</c:v>
                </c:pt>
                <c:pt idx="321">
                  <c:v>45289</c:v>
                </c:pt>
                <c:pt idx="322">
                  <c:v>45290</c:v>
                </c:pt>
                <c:pt idx="323">
                  <c:v>45291</c:v>
                </c:pt>
                <c:pt idx="324">
                  <c:v>45292</c:v>
                </c:pt>
                <c:pt idx="325">
                  <c:v>45293</c:v>
                </c:pt>
                <c:pt idx="326">
                  <c:v>45294</c:v>
                </c:pt>
                <c:pt idx="327">
                  <c:v>45295</c:v>
                </c:pt>
                <c:pt idx="328">
                  <c:v>45296</c:v>
                </c:pt>
                <c:pt idx="329">
                  <c:v>45297</c:v>
                </c:pt>
                <c:pt idx="330">
                  <c:v>45298</c:v>
                </c:pt>
                <c:pt idx="331">
                  <c:v>45299</c:v>
                </c:pt>
                <c:pt idx="332">
                  <c:v>45300</c:v>
                </c:pt>
                <c:pt idx="333">
                  <c:v>45301</c:v>
                </c:pt>
                <c:pt idx="334">
                  <c:v>45302</c:v>
                </c:pt>
                <c:pt idx="335">
                  <c:v>45303</c:v>
                </c:pt>
                <c:pt idx="336">
                  <c:v>45304</c:v>
                </c:pt>
                <c:pt idx="337">
                  <c:v>45305</c:v>
                </c:pt>
                <c:pt idx="338">
                  <c:v>45306</c:v>
                </c:pt>
                <c:pt idx="339">
                  <c:v>45307</c:v>
                </c:pt>
                <c:pt idx="340">
                  <c:v>45308</c:v>
                </c:pt>
                <c:pt idx="341">
                  <c:v>45309</c:v>
                </c:pt>
                <c:pt idx="342">
                  <c:v>45310</c:v>
                </c:pt>
                <c:pt idx="343">
                  <c:v>45311</c:v>
                </c:pt>
                <c:pt idx="344">
                  <c:v>45312</c:v>
                </c:pt>
                <c:pt idx="345">
                  <c:v>45313</c:v>
                </c:pt>
                <c:pt idx="346">
                  <c:v>45314</c:v>
                </c:pt>
                <c:pt idx="347">
                  <c:v>45315</c:v>
                </c:pt>
                <c:pt idx="348">
                  <c:v>45316</c:v>
                </c:pt>
                <c:pt idx="349">
                  <c:v>45317</c:v>
                </c:pt>
                <c:pt idx="350">
                  <c:v>45318</c:v>
                </c:pt>
                <c:pt idx="351">
                  <c:v>45319</c:v>
                </c:pt>
                <c:pt idx="352">
                  <c:v>45320</c:v>
                </c:pt>
                <c:pt idx="353">
                  <c:v>45321</c:v>
                </c:pt>
                <c:pt idx="354">
                  <c:v>45322</c:v>
                </c:pt>
                <c:pt idx="355">
                  <c:v>45323</c:v>
                </c:pt>
                <c:pt idx="356">
                  <c:v>45324</c:v>
                </c:pt>
                <c:pt idx="357">
                  <c:v>45325</c:v>
                </c:pt>
                <c:pt idx="358">
                  <c:v>45326</c:v>
                </c:pt>
                <c:pt idx="359">
                  <c:v>45327</c:v>
                </c:pt>
                <c:pt idx="360">
                  <c:v>45328</c:v>
                </c:pt>
                <c:pt idx="361">
                  <c:v>45329</c:v>
                </c:pt>
                <c:pt idx="362">
                  <c:v>45330</c:v>
                </c:pt>
                <c:pt idx="363">
                  <c:v>45331</c:v>
                </c:pt>
                <c:pt idx="364">
                  <c:v>45332</c:v>
                </c:pt>
                <c:pt idx="365">
                  <c:v>45333</c:v>
                </c:pt>
                <c:pt idx="366">
                  <c:v>45334</c:v>
                </c:pt>
                <c:pt idx="367">
                  <c:v>45335</c:v>
                </c:pt>
                <c:pt idx="368">
                  <c:v>45336</c:v>
                </c:pt>
                <c:pt idx="369">
                  <c:v>45337</c:v>
                </c:pt>
                <c:pt idx="370">
                  <c:v>45338</c:v>
                </c:pt>
                <c:pt idx="371">
                  <c:v>45339</c:v>
                </c:pt>
                <c:pt idx="372">
                  <c:v>45340</c:v>
                </c:pt>
                <c:pt idx="373">
                  <c:v>45341</c:v>
                </c:pt>
                <c:pt idx="374">
                  <c:v>45342</c:v>
                </c:pt>
                <c:pt idx="375">
                  <c:v>45343</c:v>
                </c:pt>
                <c:pt idx="376">
                  <c:v>45344</c:v>
                </c:pt>
                <c:pt idx="377">
                  <c:v>45345</c:v>
                </c:pt>
                <c:pt idx="378">
                  <c:v>45346</c:v>
                </c:pt>
                <c:pt idx="379">
                  <c:v>45347</c:v>
                </c:pt>
                <c:pt idx="380">
                  <c:v>45348</c:v>
                </c:pt>
                <c:pt idx="381">
                  <c:v>45349</c:v>
                </c:pt>
                <c:pt idx="382">
                  <c:v>45350</c:v>
                </c:pt>
                <c:pt idx="383">
                  <c:v>45351</c:v>
                </c:pt>
                <c:pt idx="384">
                  <c:v>45352</c:v>
                </c:pt>
                <c:pt idx="385">
                  <c:v>45353</c:v>
                </c:pt>
                <c:pt idx="386">
                  <c:v>45354</c:v>
                </c:pt>
                <c:pt idx="387">
                  <c:v>45355</c:v>
                </c:pt>
                <c:pt idx="388">
                  <c:v>45356</c:v>
                </c:pt>
                <c:pt idx="389">
                  <c:v>45357</c:v>
                </c:pt>
                <c:pt idx="390">
                  <c:v>45358</c:v>
                </c:pt>
                <c:pt idx="391">
                  <c:v>45359</c:v>
                </c:pt>
                <c:pt idx="392">
                  <c:v>45360</c:v>
                </c:pt>
                <c:pt idx="393">
                  <c:v>45361</c:v>
                </c:pt>
                <c:pt idx="394">
                  <c:v>45362</c:v>
                </c:pt>
                <c:pt idx="395">
                  <c:v>45363</c:v>
                </c:pt>
                <c:pt idx="396">
                  <c:v>45364</c:v>
                </c:pt>
                <c:pt idx="397">
                  <c:v>45365</c:v>
                </c:pt>
                <c:pt idx="398">
                  <c:v>45366</c:v>
                </c:pt>
                <c:pt idx="399">
                  <c:v>45367</c:v>
                </c:pt>
                <c:pt idx="400">
                  <c:v>45368</c:v>
                </c:pt>
                <c:pt idx="401">
                  <c:v>45369</c:v>
                </c:pt>
                <c:pt idx="402">
                  <c:v>45370</c:v>
                </c:pt>
                <c:pt idx="403">
                  <c:v>45371</c:v>
                </c:pt>
                <c:pt idx="404">
                  <c:v>45372</c:v>
                </c:pt>
                <c:pt idx="405">
                  <c:v>45373</c:v>
                </c:pt>
                <c:pt idx="406">
                  <c:v>45374</c:v>
                </c:pt>
                <c:pt idx="407">
                  <c:v>45375</c:v>
                </c:pt>
                <c:pt idx="408">
                  <c:v>45376</c:v>
                </c:pt>
                <c:pt idx="409">
                  <c:v>45377</c:v>
                </c:pt>
                <c:pt idx="410">
                  <c:v>45378</c:v>
                </c:pt>
                <c:pt idx="411">
                  <c:v>45379</c:v>
                </c:pt>
                <c:pt idx="412">
                  <c:v>45380</c:v>
                </c:pt>
                <c:pt idx="413">
                  <c:v>45381</c:v>
                </c:pt>
                <c:pt idx="414">
                  <c:v>45382</c:v>
                </c:pt>
                <c:pt idx="415">
                  <c:v>45383</c:v>
                </c:pt>
                <c:pt idx="416">
                  <c:v>45384</c:v>
                </c:pt>
                <c:pt idx="417">
                  <c:v>45385</c:v>
                </c:pt>
                <c:pt idx="418">
                  <c:v>45386</c:v>
                </c:pt>
                <c:pt idx="419">
                  <c:v>45387</c:v>
                </c:pt>
                <c:pt idx="420">
                  <c:v>45388</c:v>
                </c:pt>
                <c:pt idx="421">
                  <c:v>45389</c:v>
                </c:pt>
                <c:pt idx="422">
                  <c:v>45390</c:v>
                </c:pt>
                <c:pt idx="423">
                  <c:v>45391</c:v>
                </c:pt>
                <c:pt idx="424">
                  <c:v>45392</c:v>
                </c:pt>
                <c:pt idx="425">
                  <c:v>45393</c:v>
                </c:pt>
                <c:pt idx="426">
                  <c:v>45394</c:v>
                </c:pt>
                <c:pt idx="427">
                  <c:v>45395</c:v>
                </c:pt>
                <c:pt idx="428">
                  <c:v>45396</c:v>
                </c:pt>
                <c:pt idx="429">
                  <c:v>45397</c:v>
                </c:pt>
                <c:pt idx="430">
                  <c:v>45398</c:v>
                </c:pt>
                <c:pt idx="431">
                  <c:v>45399</c:v>
                </c:pt>
                <c:pt idx="432">
                  <c:v>45400</c:v>
                </c:pt>
                <c:pt idx="433">
                  <c:v>45401</c:v>
                </c:pt>
                <c:pt idx="434">
                  <c:v>45402</c:v>
                </c:pt>
                <c:pt idx="435">
                  <c:v>45403</c:v>
                </c:pt>
                <c:pt idx="436">
                  <c:v>45404</c:v>
                </c:pt>
                <c:pt idx="437">
                  <c:v>45405</c:v>
                </c:pt>
                <c:pt idx="438">
                  <c:v>45406</c:v>
                </c:pt>
                <c:pt idx="439">
                  <c:v>45407</c:v>
                </c:pt>
                <c:pt idx="440">
                  <c:v>45408</c:v>
                </c:pt>
                <c:pt idx="441">
                  <c:v>45409</c:v>
                </c:pt>
                <c:pt idx="442">
                  <c:v>45410</c:v>
                </c:pt>
                <c:pt idx="443">
                  <c:v>45411</c:v>
                </c:pt>
                <c:pt idx="444">
                  <c:v>45412</c:v>
                </c:pt>
                <c:pt idx="445">
                  <c:v>45413</c:v>
                </c:pt>
                <c:pt idx="446">
                  <c:v>45414</c:v>
                </c:pt>
                <c:pt idx="447">
                  <c:v>45415</c:v>
                </c:pt>
                <c:pt idx="448">
                  <c:v>45416</c:v>
                </c:pt>
                <c:pt idx="449">
                  <c:v>45417</c:v>
                </c:pt>
                <c:pt idx="450">
                  <c:v>45418</c:v>
                </c:pt>
                <c:pt idx="451">
                  <c:v>45419</c:v>
                </c:pt>
                <c:pt idx="452">
                  <c:v>45420</c:v>
                </c:pt>
                <c:pt idx="453">
                  <c:v>45421</c:v>
                </c:pt>
                <c:pt idx="454">
                  <c:v>45422</c:v>
                </c:pt>
                <c:pt idx="455">
                  <c:v>45423</c:v>
                </c:pt>
                <c:pt idx="456">
                  <c:v>45424</c:v>
                </c:pt>
                <c:pt idx="457">
                  <c:v>45425</c:v>
                </c:pt>
                <c:pt idx="458">
                  <c:v>45426</c:v>
                </c:pt>
                <c:pt idx="459">
                  <c:v>45427</c:v>
                </c:pt>
                <c:pt idx="460">
                  <c:v>45428</c:v>
                </c:pt>
                <c:pt idx="461">
                  <c:v>45429</c:v>
                </c:pt>
                <c:pt idx="462">
                  <c:v>45430</c:v>
                </c:pt>
                <c:pt idx="463">
                  <c:v>45431</c:v>
                </c:pt>
                <c:pt idx="464">
                  <c:v>45432</c:v>
                </c:pt>
                <c:pt idx="465">
                  <c:v>45433</c:v>
                </c:pt>
                <c:pt idx="466">
                  <c:v>45434</c:v>
                </c:pt>
                <c:pt idx="467">
                  <c:v>45435</c:v>
                </c:pt>
                <c:pt idx="468">
                  <c:v>45436</c:v>
                </c:pt>
                <c:pt idx="469">
                  <c:v>45437</c:v>
                </c:pt>
                <c:pt idx="470">
                  <c:v>45438</c:v>
                </c:pt>
                <c:pt idx="471">
                  <c:v>45439</c:v>
                </c:pt>
                <c:pt idx="472">
                  <c:v>45440</c:v>
                </c:pt>
                <c:pt idx="473">
                  <c:v>45441</c:v>
                </c:pt>
                <c:pt idx="474">
                  <c:v>45442</c:v>
                </c:pt>
                <c:pt idx="475">
                  <c:v>45443</c:v>
                </c:pt>
                <c:pt idx="476">
                  <c:v>45444</c:v>
                </c:pt>
                <c:pt idx="477">
                  <c:v>45445</c:v>
                </c:pt>
                <c:pt idx="478">
                  <c:v>45446</c:v>
                </c:pt>
                <c:pt idx="479">
                  <c:v>45447</c:v>
                </c:pt>
                <c:pt idx="480">
                  <c:v>45448</c:v>
                </c:pt>
                <c:pt idx="481">
                  <c:v>45449</c:v>
                </c:pt>
                <c:pt idx="482">
                  <c:v>45450</c:v>
                </c:pt>
                <c:pt idx="483">
                  <c:v>45451</c:v>
                </c:pt>
                <c:pt idx="484">
                  <c:v>45452</c:v>
                </c:pt>
                <c:pt idx="485">
                  <c:v>45453</c:v>
                </c:pt>
                <c:pt idx="486">
                  <c:v>45454</c:v>
                </c:pt>
                <c:pt idx="487">
                  <c:v>45455</c:v>
                </c:pt>
                <c:pt idx="488">
                  <c:v>45456</c:v>
                </c:pt>
                <c:pt idx="489">
                  <c:v>45457</c:v>
                </c:pt>
                <c:pt idx="490">
                  <c:v>45458</c:v>
                </c:pt>
                <c:pt idx="491">
                  <c:v>45459</c:v>
                </c:pt>
                <c:pt idx="492">
                  <c:v>45460</c:v>
                </c:pt>
                <c:pt idx="493">
                  <c:v>45461</c:v>
                </c:pt>
                <c:pt idx="494">
                  <c:v>45462</c:v>
                </c:pt>
                <c:pt idx="495">
                  <c:v>45463</c:v>
                </c:pt>
                <c:pt idx="496">
                  <c:v>45464</c:v>
                </c:pt>
                <c:pt idx="497">
                  <c:v>45465</c:v>
                </c:pt>
                <c:pt idx="498">
                  <c:v>45466</c:v>
                </c:pt>
                <c:pt idx="499">
                  <c:v>45467</c:v>
                </c:pt>
                <c:pt idx="500">
                  <c:v>45468</c:v>
                </c:pt>
                <c:pt idx="501">
                  <c:v>45471</c:v>
                </c:pt>
                <c:pt idx="502">
                  <c:v>45472</c:v>
                </c:pt>
                <c:pt idx="503">
                  <c:v>45473</c:v>
                </c:pt>
                <c:pt idx="504">
                  <c:v>45474</c:v>
                </c:pt>
                <c:pt idx="505">
                  <c:v>45475</c:v>
                </c:pt>
                <c:pt idx="506">
                  <c:v>45476</c:v>
                </c:pt>
                <c:pt idx="507">
                  <c:v>45477</c:v>
                </c:pt>
                <c:pt idx="508">
                  <c:v>45478</c:v>
                </c:pt>
                <c:pt idx="509">
                  <c:v>45479</c:v>
                </c:pt>
                <c:pt idx="510">
                  <c:v>45480</c:v>
                </c:pt>
                <c:pt idx="511">
                  <c:v>45481</c:v>
                </c:pt>
                <c:pt idx="512">
                  <c:v>45482</c:v>
                </c:pt>
                <c:pt idx="513">
                  <c:v>45483</c:v>
                </c:pt>
                <c:pt idx="514">
                  <c:v>45484</c:v>
                </c:pt>
                <c:pt idx="515">
                  <c:v>45485</c:v>
                </c:pt>
                <c:pt idx="516">
                  <c:v>45486</c:v>
                </c:pt>
                <c:pt idx="517">
                  <c:v>45487</c:v>
                </c:pt>
                <c:pt idx="518">
                  <c:v>45488</c:v>
                </c:pt>
                <c:pt idx="519">
                  <c:v>45489</c:v>
                </c:pt>
                <c:pt idx="520">
                  <c:v>45490</c:v>
                </c:pt>
                <c:pt idx="521">
                  <c:v>45491</c:v>
                </c:pt>
                <c:pt idx="522">
                  <c:v>45492</c:v>
                </c:pt>
                <c:pt idx="523">
                  <c:v>45493</c:v>
                </c:pt>
                <c:pt idx="524">
                  <c:v>45494</c:v>
                </c:pt>
                <c:pt idx="525">
                  <c:v>45495</c:v>
                </c:pt>
                <c:pt idx="526">
                  <c:v>45496</c:v>
                </c:pt>
                <c:pt idx="527">
                  <c:v>45497</c:v>
                </c:pt>
                <c:pt idx="528">
                  <c:v>45498</c:v>
                </c:pt>
                <c:pt idx="529">
                  <c:v>45499</c:v>
                </c:pt>
                <c:pt idx="530">
                  <c:v>45500</c:v>
                </c:pt>
                <c:pt idx="531">
                  <c:v>45501</c:v>
                </c:pt>
                <c:pt idx="532">
                  <c:v>45502</c:v>
                </c:pt>
                <c:pt idx="533">
                  <c:v>45503</c:v>
                </c:pt>
                <c:pt idx="534">
                  <c:v>45504</c:v>
                </c:pt>
                <c:pt idx="535">
                  <c:v>45505</c:v>
                </c:pt>
                <c:pt idx="536">
                  <c:v>45506</c:v>
                </c:pt>
                <c:pt idx="537">
                  <c:v>45507</c:v>
                </c:pt>
                <c:pt idx="538">
                  <c:v>45508</c:v>
                </c:pt>
                <c:pt idx="539">
                  <c:v>45509</c:v>
                </c:pt>
                <c:pt idx="540">
                  <c:v>45510</c:v>
                </c:pt>
                <c:pt idx="541">
                  <c:v>45511</c:v>
                </c:pt>
                <c:pt idx="542">
                  <c:v>45512</c:v>
                </c:pt>
                <c:pt idx="543">
                  <c:v>45513</c:v>
                </c:pt>
                <c:pt idx="544">
                  <c:v>45514</c:v>
                </c:pt>
                <c:pt idx="545">
                  <c:v>45515</c:v>
                </c:pt>
                <c:pt idx="546">
                  <c:v>45516</c:v>
                </c:pt>
                <c:pt idx="547">
                  <c:v>45517</c:v>
                </c:pt>
                <c:pt idx="548">
                  <c:v>45518</c:v>
                </c:pt>
                <c:pt idx="549">
                  <c:v>45519</c:v>
                </c:pt>
                <c:pt idx="550">
                  <c:v>45520</c:v>
                </c:pt>
                <c:pt idx="551">
                  <c:v>45521</c:v>
                </c:pt>
                <c:pt idx="552">
                  <c:v>45522</c:v>
                </c:pt>
                <c:pt idx="553">
                  <c:v>45523</c:v>
                </c:pt>
                <c:pt idx="554">
                  <c:v>45524</c:v>
                </c:pt>
                <c:pt idx="555">
                  <c:v>45525</c:v>
                </c:pt>
                <c:pt idx="556">
                  <c:v>45526</c:v>
                </c:pt>
                <c:pt idx="557">
                  <c:v>45527</c:v>
                </c:pt>
                <c:pt idx="558">
                  <c:v>45528</c:v>
                </c:pt>
                <c:pt idx="559">
                  <c:v>45529</c:v>
                </c:pt>
                <c:pt idx="560">
                  <c:v>45530</c:v>
                </c:pt>
                <c:pt idx="561">
                  <c:v>45531</c:v>
                </c:pt>
                <c:pt idx="562">
                  <c:v>45532</c:v>
                </c:pt>
                <c:pt idx="563">
                  <c:v>45533</c:v>
                </c:pt>
                <c:pt idx="564">
                  <c:v>45534</c:v>
                </c:pt>
                <c:pt idx="565">
                  <c:v>45535</c:v>
                </c:pt>
                <c:pt idx="566">
                  <c:v>45536</c:v>
                </c:pt>
                <c:pt idx="567">
                  <c:v>45537</c:v>
                </c:pt>
                <c:pt idx="568">
                  <c:v>45538</c:v>
                </c:pt>
                <c:pt idx="569">
                  <c:v>45539</c:v>
                </c:pt>
                <c:pt idx="570">
                  <c:v>45540</c:v>
                </c:pt>
                <c:pt idx="571">
                  <c:v>45541</c:v>
                </c:pt>
                <c:pt idx="572">
                  <c:v>45542</c:v>
                </c:pt>
                <c:pt idx="573">
                  <c:v>45543</c:v>
                </c:pt>
                <c:pt idx="574">
                  <c:v>45544</c:v>
                </c:pt>
                <c:pt idx="575">
                  <c:v>45545</c:v>
                </c:pt>
                <c:pt idx="576">
                  <c:v>45546</c:v>
                </c:pt>
                <c:pt idx="577">
                  <c:v>45547</c:v>
                </c:pt>
                <c:pt idx="578">
                  <c:v>45548</c:v>
                </c:pt>
                <c:pt idx="579">
                  <c:v>45549</c:v>
                </c:pt>
                <c:pt idx="580">
                  <c:v>45550</c:v>
                </c:pt>
                <c:pt idx="581">
                  <c:v>45551</c:v>
                </c:pt>
                <c:pt idx="582">
                  <c:v>45552</c:v>
                </c:pt>
                <c:pt idx="583">
                  <c:v>45553</c:v>
                </c:pt>
                <c:pt idx="584">
                  <c:v>45554</c:v>
                </c:pt>
                <c:pt idx="585">
                  <c:v>45555</c:v>
                </c:pt>
                <c:pt idx="586">
                  <c:v>45556</c:v>
                </c:pt>
                <c:pt idx="587">
                  <c:v>45557</c:v>
                </c:pt>
                <c:pt idx="588">
                  <c:v>45558</c:v>
                </c:pt>
                <c:pt idx="589">
                  <c:v>45559</c:v>
                </c:pt>
                <c:pt idx="590">
                  <c:v>45560</c:v>
                </c:pt>
                <c:pt idx="591">
                  <c:v>45561</c:v>
                </c:pt>
                <c:pt idx="592">
                  <c:v>45562</c:v>
                </c:pt>
                <c:pt idx="593">
                  <c:v>45563</c:v>
                </c:pt>
                <c:pt idx="594">
                  <c:v>45564</c:v>
                </c:pt>
                <c:pt idx="595">
                  <c:v>45565</c:v>
                </c:pt>
                <c:pt idx="596">
                  <c:v>45566</c:v>
                </c:pt>
                <c:pt idx="597">
                  <c:v>45567</c:v>
                </c:pt>
                <c:pt idx="598">
                  <c:v>45568</c:v>
                </c:pt>
                <c:pt idx="599">
                  <c:v>45569</c:v>
                </c:pt>
                <c:pt idx="600">
                  <c:v>45570</c:v>
                </c:pt>
                <c:pt idx="601">
                  <c:v>45571</c:v>
                </c:pt>
                <c:pt idx="602">
                  <c:v>45572</c:v>
                </c:pt>
                <c:pt idx="603">
                  <c:v>45573</c:v>
                </c:pt>
                <c:pt idx="604">
                  <c:v>45574</c:v>
                </c:pt>
                <c:pt idx="605">
                  <c:v>45575</c:v>
                </c:pt>
                <c:pt idx="606">
                  <c:v>45590</c:v>
                </c:pt>
                <c:pt idx="607">
                  <c:v>45591</c:v>
                </c:pt>
                <c:pt idx="608">
                  <c:v>45592</c:v>
                </c:pt>
                <c:pt idx="609">
                  <c:v>45593</c:v>
                </c:pt>
                <c:pt idx="610">
                  <c:v>45594</c:v>
                </c:pt>
                <c:pt idx="611">
                  <c:v>45595</c:v>
                </c:pt>
                <c:pt idx="612">
                  <c:v>45596</c:v>
                </c:pt>
                <c:pt idx="613">
                  <c:v>45597</c:v>
                </c:pt>
                <c:pt idx="614">
                  <c:v>45598</c:v>
                </c:pt>
                <c:pt idx="615">
                  <c:v>45599</c:v>
                </c:pt>
                <c:pt idx="616">
                  <c:v>45600</c:v>
                </c:pt>
                <c:pt idx="617">
                  <c:v>45601</c:v>
                </c:pt>
                <c:pt idx="618">
                  <c:v>45602</c:v>
                </c:pt>
                <c:pt idx="619">
                  <c:v>45603</c:v>
                </c:pt>
                <c:pt idx="620">
                  <c:v>45604</c:v>
                </c:pt>
                <c:pt idx="621">
                  <c:v>45605</c:v>
                </c:pt>
                <c:pt idx="622">
                  <c:v>45606</c:v>
                </c:pt>
                <c:pt idx="623">
                  <c:v>45607</c:v>
                </c:pt>
                <c:pt idx="624">
                  <c:v>45608</c:v>
                </c:pt>
                <c:pt idx="625">
                  <c:v>45609</c:v>
                </c:pt>
                <c:pt idx="626">
                  <c:v>45610</c:v>
                </c:pt>
                <c:pt idx="627">
                  <c:v>45611</c:v>
                </c:pt>
                <c:pt idx="628">
                  <c:v>45612</c:v>
                </c:pt>
                <c:pt idx="629">
                  <c:v>45613</c:v>
                </c:pt>
                <c:pt idx="630">
                  <c:v>45614</c:v>
                </c:pt>
                <c:pt idx="631">
                  <c:v>45615</c:v>
                </c:pt>
                <c:pt idx="632">
                  <c:v>45616</c:v>
                </c:pt>
                <c:pt idx="633">
                  <c:v>45617</c:v>
                </c:pt>
                <c:pt idx="634">
                  <c:v>45618</c:v>
                </c:pt>
                <c:pt idx="635">
                  <c:v>45619</c:v>
                </c:pt>
                <c:pt idx="636">
                  <c:v>45620</c:v>
                </c:pt>
                <c:pt idx="637">
                  <c:v>45621</c:v>
                </c:pt>
                <c:pt idx="638">
                  <c:v>45622</c:v>
                </c:pt>
                <c:pt idx="639">
                  <c:v>45623</c:v>
                </c:pt>
                <c:pt idx="640">
                  <c:v>45624</c:v>
                </c:pt>
                <c:pt idx="641">
                  <c:v>45625</c:v>
                </c:pt>
                <c:pt idx="642">
                  <c:v>45626</c:v>
                </c:pt>
                <c:pt idx="643">
                  <c:v>45627</c:v>
                </c:pt>
                <c:pt idx="644">
                  <c:v>45628</c:v>
                </c:pt>
                <c:pt idx="645">
                  <c:v>45629</c:v>
                </c:pt>
                <c:pt idx="646">
                  <c:v>45630</c:v>
                </c:pt>
                <c:pt idx="647">
                  <c:v>45631</c:v>
                </c:pt>
                <c:pt idx="648">
                  <c:v>45632</c:v>
                </c:pt>
                <c:pt idx="649">
                  <c:v>45633</c:v>
                </c:pt>
                <c:pt idx="650">
                  <c:v>45634</c:v>
                </c:pt>
                <c:pt idx="651">
                  <c:v>45635</c:v>
                </c:pt>
                <c:pt idx="652">
                  <c:v>45636</c:v>
                </c:pt>
                <c:pt idx="653">
                  <c:v>45637</c:v>
                </c:pt>
                <c:pt idx="654">
                  <c:v>45638</c:v>
                </c:pt>
                <c:pt idx="655">
                  <c:v>45639</c:v>
                </c:pt>
                <c:pt idx="656">
                  <c:v>45640</c:v>
                </c:pt>
                <c:pt idx="657">
                  <c:v>45641</c:v>
                </c:pt>
                <c:pt idx="658">
                  <c:v>45642</c:v>
                </c:pt>
                <c:pt idx="659">
                  <c:v>45643</c:v>
                </c:pt>
                <c:pt idx="660">
                  <c:v>45644</c:v>
                </c:pt>
                <c:pt idx="661">
                  <c:v>45645</c:v>
                </c:pt>
                <c:pt idx="662">
                  <c:v>45646</c:v>
                </c:pt>
                <c:pt idx="663">
                  <c:v>45647</c:v>
                </c:pt>
                <c:pt idx="664">
                  <c:v>45648</c:v>
                </c:pt>
                <c:pt idx="665">
                  <c:v>45649</c:v>
                </c:pt>
                <c:pt idx="666">
                  <c:v>45650</c:v>
                </c:pt>
                <c:pt idx="667">
                  <c:v>45651</c:v>
                </c:pt>
                <c:pt idx="668">
                  <c:v>45652</c:v>
                </c:pt>
                <c:pt idx="669">
                  <c:v>45653</c:v>
                </c:pt>
                <c:pt idx="670">
                  <c:v>45654</c:v>
                </c:pt>
                <c:pt idx="671">
                  <c:v>45655</c:v>
                </c:pt>
                <c:pt idx="672">
                  <c:v>45656</c:v>
                </c:pt>
                <c:pt idx="673">
                  <c:v>45657</c:v>
                </c:pt>
                <c:pt idx="674">
                  <c:v>45658</c:v>
                </c:pt>
                <c:pt idx="675">
                  <c:v>45659</c:v>
                </c:pt>
                <c:pt idx="676">
                  <c:v>45660</c:v>
                </c:pt>
                <c:pt idx="677">
                  <c:v>45661</c:v>
                </c:pt>
                <c:pt idx="678">
                  <c:v>45662</c:v>
                </c:pt>
                <c:pt idx="679">
                  <c:v>45665</c:v>
                </c:pt>
                <c:pt idx="680">
                  <c:v>45666</c:v>
                </c:pt>
                <c:pt idx="681">
                  <c:v>45667</c:v>
                </c:pt>
                <c:pt idx="682">
                  <c:v>45668</c:v>
                </c:pt>
                <c:pt idx="683">
                  <c:v>45669</c:v>
                </c:pt>
                <c:pt idx="684">
                  <c:v>45670</c:v>
                </c:pt>
                <c:pt idx="685">
                  <c:v>45671</c:v>
                </c:pt>
                <c:pt idx="686">
                  <c:v>45672</c:v>
                </c:pt>
                <c:pt idx="687">
                  <c:v>45673</c:v>
                </c:pt>
                <c:pt idx="688">
                  <c:v>45674</c:v>
                </c:pt>
                <c:pt idx="689">
                  <c:v>45675</c:v>
                </c:pt>
                <c:pt idx="690">
                  <c:v>45676</c:v>
                </c:pt>
                <c:pt idx="691">
                  <c:v>45677</c:v>
                </c:pt>
                <c:pt idx="692">
                  <c:v>45678</c:v>
                </c:pt>
                <c:pt idx="693">
                  <c:v>45679</c:v>
                </c:pt>
                <c:pt idx="694">
                  <c:v>45680</c:v>
                </c:pt>
                <c:pt idx="695">
                  <c:v>45681</c:v>
                </c:pt>
                <c:pt idx="696">
                  <c:v>45682</c:v>
                </c:pt>
                <c:pt idx="697">
                  <c:v>45683</c:v>
                </c:pt>
                <c:pt idx="698">
                  <c:v>45684</c:v>
                </c:pt>
                <c:pt idx="699">
                  <c:v>45685</c:v>
                </c:pt>
                <c:pt idx="700">
                  <c:v>45686</c:v>
                </c:pt>
                <c:pt idx="701">
                  <c:v>45687</c:v>
                </c:pt>
                <c:pt idx="702">
                  <c:v>45688</c:v>
                </c:pt>
                <c:pt idx="703">
                  <c:v>45689</c:v>
                </c:pt>
                <c:pt idx="704">
                  <c:v>45690</c:v>
                </c:pt>
                <c:pt idx="705">
                  <c:v>45691</c:v>
                </c:pt>
                <c:pt idx="706">
                  <c:v>45692</c:v>
                </c:pt>
                <c:pt idx="707">
                  <c:v>45693</c:v>
                </c:pt>
                <c:pt idx="708">
                  <c:v>45694</c:v>
                </c:pt>
                <c:pt idx="709">
                  <c:v>45695</c:v>
                </c:pt>
                <c:pt idx="710">
                  <c:v>45696</c:v>
                </c:pt>
                <c:pt idx="711">
                  <c:v>45697</c:v>
                </c:pt>
                <c:pt idx="712">
                  <c:v>45698</c:v>
                </c:pt>
                <c:pt idx="713">
                  <c:v>45699</c:v>
                </c:pt>
                <c:pt idx="714">
                  <c:v>45700</c:v>
                </c:pt>
                <c:pt idx="715">
                  <c:v>45701</c:v>
                </c:pt>
                <c:pt idx="716">
                  <c:v>45702</c:v>
                </c:pt>
                <c:pt idx="717">
                  <c:v>45703</c:v>
                </c:pt>
                <c:pt idx="718">
                  <c:v>45704</c:v>
                </c:pt>
                <c:pt idx="719">
                  <c:v>45705</c:v>
                </c:pt>
                <c:pt idx="720">
                  <c:v>45706</c:v>
                </c:pt>
                <c:pt idx="721">
                  <c:v>45707</c:v>
                </c:pt>
                <c:pt idx="722">
                  <c:v>45708</c:v>
                </c:pt>
                <c:pt idx="723">
                  <c:v>45709</c:v>
                </c:pt>
                <c:pt idx="724">
                  <c:v>45710</c:v>
                </c:pt>
                <c:pt idx="725">
                  <c:v>45711</c:v>
                </c:pt>
                <c:pt idx="726">
                  <c:v>45712</c:v>
                </c:pt>
                <c:pt idx="727">
                  <c:v>45713</c:v>
                </c:pt>
                <c:pt idx="728">
                  <c:v>45714</c:v>
                </c:pt>
                <c:pt idx="729">
                  <c:v>45715</c:v>
                </c:pt>
                <c:pt idx="730">
                  <c:v>45716</c:v>
                </c:pt>
                <c:pt idx="731">
                  <c:v>45717</c:v>
                </c:pt>
                <c:pt idx="732">
                  <c:v>45718</c:v>
                </c:pt>
                <c:pt idx="733">
                  <c:v>45719</c:v>
                </c:pt>
                <c:pt idx="734">
                  <c:v>45720</c:v>
                </c:pt>
                <c:pt idx="735">
                  <c:v>45721</c:v>
                </c:pt>
                <c:pt idx="736">
                  <c:v>45722</c:v>
                </c:pt>
                <c:pt idx="737">
                  <c:v>45723</c:v>
                </c:pt>
                <c:pt idx="738">
                  <c:v>45724</c:v>
                </c:pt>
                <c:pt idx="739">
                  <c:v>45725</c:v>
                </c:pt>
                <c:pt idx="740">
                  <c:v>45726</c:v>
                </c:pt>
                <c:pt idx="741">
                  <c:v>45727</c:v>
                </c:pt>
                <c:pt idx="742">
                  <c:v>45728</c:v>
                </c:pt>
                <c:pt idx="743">
                  <c:v>45729</c:v>
                </c:pt>
                <c:pt idx="744">
                  <c:v>45730</c:v>
                </c:pt>
                <c:pt idx="745">
                  <c:v>45731</c:v>
                </c:pt>
                <c:pt idx="746">
                  <c:v>45732</c:v>
                </c:pt>
                <c:pt idx="747">
                  <c:v>45733</c:v>
                </c:pt>
                <c:pt idx="748">
                  <c:v>45734</c:v>
                </c:pt>
                <c:pt idx="749">
                  <c:v>45735</c:v>
                </c:pt>
                <c:pt idx="750">
                  <c:v>45736</c:v>
                </c:pt>
                <c:pt idx="751">
                  <c:v>45737</c:v>
                </c:pt>
                <c:pt idx="752">
                  <c:v>45738</c:v>
                </c:pt>
                <c:pt idx="753">
                  <c:v>45739</c:v>
                </c:pt>
                <c:pt idx="754">
                  <c:v>45740</c:v>
                </c:pt>
                <c:pt idx="755">
                  <c:v>45741</c:v>
                </c:pt>
                <c:pt idx="756">
                  <c:v>45742</c:v>
                </c:pt>
                <c:pt idx="757">
                  <c:v>45743</c:v>
                </c:pt>
                <c:pt idx="758">
                  <c:v>45744</c:v>
                </c:pt>
                <c:pt idx="759">
                  <c:v>45745</c:v>
                </c:pt>
                <c:pt idx="760">
                  <c:v>45746</c:v>
                </c:pt>
                <c:pt idx="761">
                  <c:v>45747</c:v>
                </c:pt>
                <c:pt idx="762">
                  <c:v>45748</c:v>
                </c:pt>
                <c:pt idx="763">
                  <c:v>45749</c:v>
                </c:pt>
                <c:pt idx="764">
                  <c:v>45750</c:v>
                </c:pt>
                <c:pt idx="765">
                  <c:v>45751</c:v>
                </c:pt>
                <c:pt idx="766">
                  <c:v>45752</c:v>
                </c:pt>
                <c:pt idx="767">
                  <c:v>45753</c:v>
                </c:pt>
                <c:pt idx="768">
                  <c:v>45754</c:v>
                </c:pt>
                <c:pt idx="769">
                  <c:v>45755</c:v>
                </c:pt>
                <c:pt idx="770">
                  <c:v>45756</c:v>
                </c:pt>
                <c:pt idx="771">
                  <c:v>45757</c:v>
                </c:pt>
                <c:pt idx="772">
                  <c:v>45758</c:v>
                </c:pt>
                <c:pt idx="773">
                  <c:v>45759</c:v>
                </c:pt>
                <c:pt idx="774">
                  <c:v>45760</c:v>
                </c:pt>
                <c:pt idx="775">
                  <c:v>45761</c:v>
                </c:pt>
                <c:pt idx="776">
                  <c:v>45762</c:v>
                </c:pt>
                <c:pt idx="777">
                  <c:v>45763</c:v>
                </c:pt>
                <c:pt idx="778">
                  <c:v>45764</c:v>
                </c:pt>
                <c:pt idx="779">
                  <c:v>45765</c:v>
                </c:pt>
                <c:pt idx="780">
                  <c:v>45766</c:v>
                </c:pt>
                <c:pt idx="781">
                  <c:v>45767</c:v>
                </c:pt>
                <c:pt idx="782">
                  <c:v>45768</c:v>
                </c:pt>
                <c:pt idx="783">
                  <c:v>45769</c:v>
                </c:pt>
                <c:pt idx="784">
                  <c:v>45770</c:v>
                </c:pt>
                <c:pt idx="785">
                  <c:v>45771</c:v>
                </c:pt>
                <c:pt idx="786">
                  <c:v>45772</c:v>
                </c:pt>
                <c:pt idx="787">
                  <c:v>45773</c:v>
                </c:pt>
                <c:pt idx="788">
                  <c:v>45774</c:v>
                </c:pt>
                <c:pt idx="789">
                  <c:v>45775</c:v>
                </c:pt>
                <c:pt idx="790">
                  <c:v>45776</c:v>
                </c:pt>
                <c:pt idx="791">
                  <c:v>45777</c:v>
                </c:pt>
                <c:pt idx="792">
                  <c:v>45778</c:v>
                </c:pt>
                <c:pt idx="793">
                  <c:v>45779</c:v>
                </c:pt>
                <c:pt idx="794">
                  <c:v>45780</c:v>
                </c:pt>
                <c:pt idx="795">
                  <c:v>45781</c:v>
                </c:pt>
                <c:pt idx="796">
                  <c:v>45782</c:v>
                </c:pt>
                <c:pt idx="797">
                  <c:v>45783</c:v>
                </c:pt>
                <c:pt idx="798">
                  <c:v>45784</c:v>
                </c:pt>
                <c:pt idx="799">
                  <c:v>45785</c:v>
                </c:pt>
                <c:pt idx="800">
                  <c:v>45786</c:v>
                </c:pt>
                <c:pt idx="801">
                  <c:v>45787</c:v>
                </c:pt>
                <c:pt idx="802">
                  <c:v>45788</c:v>
                </c:pt>
                <c:pt idx="803">
                  <c:v>45789</c:v>
                </c:pt>
                <c:pt idx="804">
                  <c:v>45790</c:v>
                </c:pt>
                <c:pt idx="805">
                  <c:v>45791</c:v>
                </c:pt>
                <c:pt idx="806">
                  <c:v>45792</c:v>
                </c:pt>
                <c:pt idx="807">
                  <c:v>45793</c:v>
                </c:pt>
                <c:pt idx="808">
                  <c:v>45794</c:v>
                </c:pt>
                <c:pt idx="809">
                  <c:v>45795</c:v>
                </c:pt>
                <c:pt idx="810">
                  <c:v>45796</c:v>
                </c:pt>
                <c:pt idx="811">
                  <c:v>45797</c:v>
                </c:pt>
                <c:pt idx="812">
                  <c:v>45798</c:v>
                </c:pt>
                <c:pt idx="813">
                  <c:v>45799</c:v>
                </c:pt>
                <c:pt idx="814">
                  <c:v>45800</c:v>
                </c:pt>
                <c:pt idx="815">
                  <c:v>45801</c:v>
                </c:pt>
                <c:pt idx="816">
                  <c:v>45802</c:v>
                </c:pt>
                <c:pt idx="817">
                  <c:v>45803</c:v>
                </c:pt>
                <c:pt idx="818">
                  <c:v>45804</c:v>
                </c:pt>
                <c:pt idx="819">
                  <c:v>45805</c:v>
                </c:pt>
                <c:pt idx="820">
                  <c:v>45806</c:v>
                </c:pt>
                <c:pt idx="821">
                  <c:v>45807</c:v>
                </c:pt>
                <c:pt idx="822">
                  <c:v>45808</c:v>
                </c:pt>
                <c:pt idx="823">
                  <c:v>45809</c:v>
                </c:pt>
                <c:pt idx="824">
                  <c:v>45810</c:v>
                </c:pt>
                <c:pt idx="825">
                  <c:v>45811</c:v>
                </c:pt>
                <c:pt idx="826">
                  <c:v>45812</c:v>
                </c:pt>
                <c:pt idx="827">
                  <c:v>45813</c:v>
                </c:pt>
                <c:pt idx="828">
                  <c:v>45814</c:v>
                </c:pt>
                <c:pt idx="829">
                  <c:v>45815</c:v>
                </c:pt>
                <c:pt idx="830">
                  <c:v>45816</c:v>
                </c:pt>
                <c:pt idx="831">
                  <c:v>45817</c:v>
                </c:pt>
                <c:pt idx="832">
                  <c:v>45818</c:v>
                </c:pt>
                <c:pt idx="833">
                  <c:v>45819</c:v>
                </c:pt>
                <c:pt idx="834">
                  <c:v>45820</c:v>
                </c:pt>
                <c:pt idx="835">
                  <c:v>45821</c:v>
                </c:pt>
                <c:pt idx="836">
                  <c:v>45822</c:v>
                </c:pt>
                <c:pt idx="837">
                  <c:v>45823</c:v>
                </c:pt>
                <c:pt idx="838">
                  <c:v>45824</c:v>
                </c:pt>
                <c:pt idx="839">
                  <c:v>45825</c:v>
                </c:pt>
                <c:pt idx="840">
                  <c:v>45826</c:v>
                </c:pt>
                <c:pt idx="841">
                  <c:v>45827</c:v>
                </c:pt>
                <c:pt idx="842">
                  <c:v>45828</c:v>
                </c:pt>
                <c:pt idx="843">
                  <c:v>45829</c:v>
                </c:pt>
                <c:pt idx="844">
                  <c:v>45830</c:v>
                </c:pt>
                <c:pt idx="845">
                  <c:v>45831</c:v>
                </c:pt>
                <c:pt idx="846">
                  <c:v>45832</c:v>
                </c:pt>
                <c:pt idx="847">
                  <c:v>45833</c:v>
                </c:pt>
                <c:pt idx="848">
                  <c:v>45834</c:v>
                </c:pt>
                <c:pt idx="849">
                  <c:v>45835</c:v>
                </c:pt>
                <c:pt idx="850">
                  <c:v>45836</c:v>
                </c:pt>
                <c:pt idx="851">
                  <c:v>45837</c:v>
                </c:pt>
                <c:pt idx="852">
                  <c:v>45838</c:v>
                </c:pt>
                <c:pt idx="853">
                  <c:v>45839</c:v>
                </c:pt>
                <c:pt idx="854">
                  <c:v>45840</c:v>
                </c:pt>
                <c:pt idx="855">
                  <c:v>45841</c:v>
                </c:pt>
                <c:pt idx="856">
                  <c:v>45842</c:v>
                </c:pt>
                <c:pt idx="857">
                  <c:v>45843</c:v>
                </c:pt>
                <c:pt idx="858">
                  <c:v>45844</c:v>
                </c:pt>
                <c:pt idx="859">
                  <c:v>45845</c:v>
                </c:pt>
                <c:pt idx="860">
                  <c:v>45846</c:v>
                </c:pt>
                <c:pt idx="861">
                  <c:v>45847</c:v>
                </c:pt>
                <c:pt idx="862">
                  <c:v>45848</c:v>
                </c:pt>
                <c:pt idx="863">
                  <c:v>45849</c:v>
                </c:pt>
                <c:pt idx="864">
                  <c:v>45850</c:v>
                </c:pt>
                <c:pt idx="865">
                  <c:v>45851</c:v>
                </c:pt>
                <c:pt idx="866">
                  <c:v>45852</c:v>
                </c:pt>
                <c:pt idx="867">
                  <c:v>45853</c:v>
                </c:pt>
                <c:pt idx="868">
                  <c:v>45854</c:v>
                </c:pt>
                <c:pt idx="869">
                  <c:v>45855</c:v>
                </c:pt>
                <c:pt idx="870">
                  <c:v>45856</c:v>
                </c:pt>
                <c:pt idx="871">
                  <c:v>45857</c:v>
                </c:pt>
                <c:pt idx="872">
                  <c:v>45858</c:v>
                </c:pt>
                <c:pt idx="873">
                  <c:v>45860</c:v>
                </c:pt>
                <c:pt idx="874">
                  <c:v>45861</c:v>
                </c:pt>
                <c:pt idx="875">
                  <c:v>45862</c:v>
                </c:pt>
                <c:pt idx="876">
                  <c:v>45863</c:v>
                </c:pt>
                <c:pt idx="877">
                  <c:v>45864</c:v>
                </c:pt>
                <c:pt idx="878">
                  <c:v>45865</c:v>
                </c:pt>
                <c:pt idx="879">
                  <c:v>45866</c:v>
                </c:pt>
                <c:pt idx="880">
                  <c:v>45867</c:v>
                </c:pt>
                <c:pt idx="881">
                  <c:v>45868</c:v>
                </c:pt>
                <c:pt idx="882">
                  <c:v>45869</c:v>
                </c:pt>
                <c:pt idx="883">
                  <c:v>45870</c:v>
                </c:pt>
                <c:pt idx="884">
                  <c:v>45871</c:v>
                </c:pt>
                <c:pt idx="885">
                  <c:v>45872</c:v>
                </c:pt>
                <c:pt idx="886">
                  <c:v>45873</c:v>
                </c:pt>
                <c:pt idx="887">
                  <c:v>45874</c:v>
                </c:pt>
                <c:pt idx="888">
                  <c:v>45875</c:v>
                </c:pt>
                <c:pt idx="889">
                  <c:v>45876</c:v>
                </c:pt>
                <c:pt idx="890">
                  <c:v>45877</c:v>
                </c:pt>
                <c:pt idx="891">
                  <c:v>45878</c:v>
                </c:pt>
                <c:pt idx="892">
                  <c:v>45879</c:v>
                </c:pt>
                <c:pt idx="893">
                  <c:v>45880</c:v>
                </c:pt>
                <c:pt idx="894">
                  <c:v>45881</c:v>
                </c:pt>
                <c:pt idx="895">
                  <c:v>45882</c:v>
                </c:pt>
                <c:pt idx="896">
                  <c:v>45883</c:v>
                </c:pt>
                <c:pt idx="897">
                  <c:v>45884</c:v>
                </c:pt>
                <c:pt idx="898">
                  <c:v>45885</c:v>
                </c:pt>
                <c:pt idx="899">
                  <c:v>45886</c:v>
                </c:pt>
                <c:pt idx="900">
                  <c:v>45887</c:v>
                </c:pt>
                <c:pt idx="901">
                  <c:v>45888</c:v>
                </c:pt>
                <c:pt idx="902">
                  <c:v>45889</c:v>
                </c:pt>
                <c:pt idx="903">
                  <c:v>45890</c:v>
                </c:pt>
                <c:pt idx="904">
                  <c:v>45891</c:v>
                </c:pt>
                <c:pt idx="905">
                  <c:v>45892</c:v>
                </c:pt>
                <c:pt idx="906">
                  <c:v>45893</c:v>
                </c:pt>
                <c:pt idx="907">
                  <c:v>45894</c:v>
                </c:pt>
                <c:pt idx="908">
                  <c:v>45895</c:v>
                </c:pt>
                <c:pt idx="909">
                  <c:v>45896</c:v>
                </c:pt>
                <c:pt idx="910">
                  <c:v>45897</c:v>
                </c:pt>
                <c:pt idx="911">
                  <c:v>45898</c:v>
                </c:pt>
                <c:pt idx="912">
                  <c:v>45899</c:v>
                </c:pt>
                <c:pt idx="913">
                  <c:v>45900</c:v>
                </c:pt>
                <c:pt idx="914">
                  <c:v>45901</c:v>
                </c:pt>
                <c:pt idx="915">
                  <c:v>45902</c:v>
                </c:pt>
                <c:pt idx="916">
                  <c:v>45903</c:v>
                </c:pt>
                <c:pt idx="917">
                  <c:v>45904</c:v>
                </c:pt>
                <c:pt idx="918">
                  <c:v>45905</c:v>
                </c:pt>
                <c:pt idx="919">
                  <c:v>45906</c:v>
                </c:pt>
                <c:pt idx="920">
                  <c:v>45907</c:v>
                </c:pt>
                <c:pt idx="921">
                  <c:v>45908</c:v>
                </c:pt>
                <c:pt idx="922">
                  <c:v>45909</c:v>
                </c:pt>
                <c:pt idx="923">
                  <c:v>45910</c:v>
                </c:pt>
                <c:pt idx="924">
                  <c:v>45911</c:v>
                </c:pt>
                <c:pt idx="925">
                  <c:v>45912</c:v>
                </c:pt>
                <c:pt idx="926">
                  <c:v>45913</c:v>
                </c:pt>
                <c:pt idx="927">
                  <c:v>45914</c:v>
                </c:pt>
                <c:pt idx="928">
                  <c:v>45915</c:v>
                </c:pt>
                <c:pt idx="929">
                  <c:v>45916</c:v>
                </c:pt>
                <c:pt idx="930">
                  <c:v>45917</c:v>
                </c:pt>
                <c:pt idx="931">
                  <c:v>45918</c:v>
                </c:pt>
                <c:pt idx="932">
                  <c:v>45919</c:v>
                </c:pt>
                <c:pt idx="933">
                  <c:v>45920</c:v>
                </c:pt>
                <c:pt idx="934">
                  <c:v>45921</c:v>
                </c:pt>
                <c:pt idx="935">
                  <c:v>45922</c:v>
                </c:pt>
                <c:pt idx="936">
                  <c:v>45923</c:v>
                </c:pt>
                <c:pt idx="937">
                  <c:v>45924</c:v>
                </c:pt>
                <c:pt idx="938">
                  <c:v>45925</c:v>
                </c:pt>
                <c:pt idx="939">
                  <c:v>45926</c:v>
                </c:pt>
                <c:pt idx="940">
                  <c:v>45927</c:v>
                </c:pt>
                <c:pt idx="941">
                  <c:v>45928</c:v>
                </c:pt>
                <c:pt idx="942">
                  <c:v>45929</c:v>
                </c:pt>
                <c:pt idx="943">
                  <c:v>45930</c:v>
                </c:pt>
                <c:pt idx="944">
                  <c:v>45931</c:v>
                </c:pt>
                <c:pt idx="945">
                  <c:v>45932</c:v>
                </c:pt>
                <c:pt idx="946">
                  <c:v>45933</c:v>
                </c:pt>
                <c:pt idx="947">
                  <c:v>45934</c:v>
                </c:pt>
                <c:pt idx="948">
                  <c:v>45935</c:v>
                </c:pt>
                <c:pt idx="949">
                  <c:v>45936</c:v>
                </c:pt>
                <c:pt idx="950">
                  <c:v>45940</c:v>
                </c:pt>
                <c:pt idx="951">
                  <c:v>45941</c:v>
                </c:pt>
                <c:pt idx="952">
                  <c:v>45942</c:v>
                </c:pt>
                <c:pt idx="953">
                  <c:v>45943</c:v>
                </c:pt>
                <c:pt idx="954">
                  <c:v>45944</c:v>
                </c:pt>
                <c:pt idx="955">
                  <c:v>45945</c:v>
                </c:pt>
                <c:pt idx="956">
                  <c:v>45946</c:v>
                </c:pt>
                <c:pt idx="957">
                  <c:v>45947</c:v>
                </c:pt>
                <c:pt idx="958">
                  <c:v>45948</c:v>
                </c:pt>
                <c:pt idx="959">
                  <c:v>45949</c:v>
                </c:pt>
                <c:pt idx="960">
                  <c:v>45950</c:v>
                </c:pt>
                <c:pt idx="961">
                  <c:v>45951</c:v>
                </c:pt>
                <c:pt idx="962">
                  <c:v>45952</c:v>
                </c:pt>
                <c:pt idx="963">
                  <c:v>45953</c:v>
                </c:pt>
                <c:pt idx="964">
                  <c:v>45954</c:v>
                </c:pt>
                <c:pt idx="965">
                  <c:v>45955</c:v>
                </c:pt>
                <c:pt idx="966">
                  <c:v>45956</c:v>
                </c:pt>
                <c:pt idx="967">
                  <c:v>45957</c:v>
                </c:pt>
                <c:pt idx="968">
                  <c:v>45958</c:v>
                </c:pt>
                <c:pt idx="969">
                  <c:v>45959</c:v>
                </c:pt>
                <c:pt idx="970">
                  <c:v>45960</c:v>
                </c:pt>
                <c:pt idx="971">
                  <c:v>45961</c:v>
                </c:pt>
                <c:pt idx="972">
                  <c:v>45962</c:v>
                </c:pt>
                <c:pt idx="973">
                  <c:v>45963</c:v>
                </c:pt>
                <c:pt idx="974">
                  <c:v>45964</c:v>
                </c:pt>
                <c:pt idx="975">
                  <c:v>45965</c:v>
                </c:pt>
                <c:pt idx="976">
                  <c:v>45966</c:v>
                </c:pt>
                <c:pt idx="977">
                  <c:v>45967</c:v>
                </c:pt>
                <c:pt idx="978">
                  <c:v>45973</c:v>
                </c:pt>
                <c:pt idx="979">
                  <c:v>45974</c:v>
                </c:pt>
                <c:pt idx="980">
                  <c:v>45975</c:v>
                </c:pt>
                <c:pt idx="981">
                  <c:v>45976</c:v>
                </c:pt>
                <c:pt idx="982">
                  <c:v>45977</c:v>
                </c:pt>
                <c:pt idx="983">
                  <c:v>45978</c:v>
                </c:pt>
                <c:pt idx="984">
                  <c:v>45979</c:v>
                </c:pt>
                <c:pt idx="985">
                  <c:v>45980</c:v>
                </c:pt>
                <c:pt idx="986">
                  <c:v>45981</c:v>
                </c:pt>
                <c:pt idx="987">
                  <c:v>45982</c:v>
                </c:pt>
                <c:pt idx="988">
                  <c:v>45983</c:v>
                </c:pt>
                <c:pt idx="989">
                  <c:v>45984</c:v>
                </c:pt>
                <c:pt idx="990">
                  <c:v>45985</c:v>
                </c:pt>
                <c:pt idx="991">
                  <c:v>45986</c:v>
                </c:pt>
                <c:pt idx="992">
                  <c:v>45987</c:v>
                </c:pt>
                <c:pt idx="993">
                  <c:v>45988</c:v>
                </c:pt>
                <c:pt idx="994">
                  <c:v>45989</c:v>
                </c:pt>
                <c:pt idx="995">
                  <c:v>45990</c:v>
                </c:pt>
                <c:pt idx="996">
                  <c:v>45991</c:v>
                </c:pt>
                <c:pt idx="997">
                  <c:v>45992</c:v>
                </c:pt>
                <c:pt idx="998">
                  <c:v>45993</c:v>
                </c:pt>
                <c:pt idx="999">
                  <c:v>45994</c:v>
                </c:pt>
                <c:pt idx="1000">
                  <c:v>45995</c:v>
                </c:pt>
                <c:pt idx="1001">
                  <c:v>45996</c:v>
                </c:pt>
                <c:pt idx="1002">
                  <c:v>45997</c:v>
                </c:pt>
                <c:pt idx="1003">
                  <c:v>45998</c:v>
                </c:pt>
                <c:pt idx="1004">
                  <c:v>45999</c:v>
                </c:pt>
                <c:pt idx="1005">
                  <c:v>46000</c:v>
                </c:pt>
                <c:pt idx="1006">
                  <c:v>46001</c:v>
                </c:pt>
                <c:pt idx="1007">
                  <c:v>46002</c:v>
                </c:pt>
                <c:pt idx="1008">
                  <c:v>46003</c:v>
                </c:pt>
                <c:pt idx="1009">
                  <c:v>46004</c:v>
                </c:pt>
                <c:pt idx="1010">
                  <c:v>46005</c:v>
                </c:pt>
                <c:pt idx="1011">
                  <c:v>46006</c:v>
                </c:pt>
                <c:pt idx="1012">
                  <c:v>46007</c:v>
                </c:pt>
                <c:pt idx="1013">
                  <c:v>46008</c:v>
                </c:pt>
                <c:pt idx="1014">
                  <c:v>46009</c:v>
                </c:pt>
                <c:pt idx="1015">
                  <c:v>46010</c:v>
                </c:pt>
                <c:pt idx="1016">
                  <c:v>46011</c:v>
                </c:pt>
                <c:pt idx="1017">
                  <c:v>46012</c:v>
                </c:pt>
                <c:pt idx="1018">
                  <c:v>46013</c:v>
                </c:pt>
                <c:pt idx="1019">
                  <c:v>46014</c:v>
                </c:pt>
                <c:pt idx="1020">
                  <c:v>46015</c:v>
                </c:pt>
                <c:pt idx="1021">
                  <c:v>46016</c:v>
                </c:pt>
                <c:pt idx="1022">
                  <c:v>46017</c:v>
                </c:pt>
                <c:pt idx="1023">
                  <c:v>46018</c:v>
                </c:pt>
                <c:pt idx="1024">
                  <c:v>46019</c:v>
                </c:pt>
                <c:pt idx="1025">
                  <c:v>46020</c:v>
                </c:pt>
                <c:pt idx="1026">
                  <c:v>46021</c:v>
                </c:pt>
                <c:pt idx="1027">
                  <c:v>46022</c:v>
                </c:pt>
                <c:pt idx="1028">
                  <c:v>46023</c:v>
                </c:pt>
                <c:pt idx="1029">
                  <c:v>46024</c:v>
                </c:pt>
                <c:pt idx="1030">
                  <c:v>46025</c:v>
                </c:pt>
                <c:pt idx="1031">
                  <c:v>46026</c:v>
                </c:pt>
                <c:pt idx="1032">
                  <c:v>46027</c:v>
                </c:pt>
                <c:pt idx="1033">
                  <c:v>46028</c:v>
                </c:pt>
                <c:pt idx="1034">
                  <c:v>46029</c:v>
                </c:pt>
                <c:pt idx="1035">
                  <c:v>46030</c:v>
                </c:pt>
                <c:pt idx="1036">
                  <c:v>46031</c:v>
                </c:pt>
                <c:pt idx="1037">
                  <c:v>46032</c:v>
                </c:pt>
                <c:pt idx="1038">
                  <c:v>46033</c:v>
                </c:pt>
                <c:pt idx="1039">
                  <c:v>46034</c:v>
                </c:pt>
                <c:pt idx="1040">
                  <c:v>46035</c:v>
                </c:pt>
                <c:pt idx="1041">
                  <c:v>46036</c:v>
                </c:pt>
                <c:pt idx="1042">
                  <c:v>46037</c:v>
                </c:pt>
                <c:pt idx="1043">
                  <c:v>46038</c:v>
                </c:pt>
                <c:pt idx="1044">
                  <c:v>46039</c:v>
                </c:pt>
                <c:pt idx="1045">
                  <c:v>46040</c:v>
                </c:pt>
                <c:pt idx="1046">
                  <c:v>46041</c:v>
                </c:pt>
                <c:pt idx="1047">
                  <c:v>46042</c:v>
                </c:pt>
                <c:pt idx="1048">
                  <c:v>46043</c:v>
                </c:pt>
                <c:pt idx="1049">
                  <c:v>46044</c:v>
                </c:pt>
                <c:pt idx="1050">
                  <c:v>46045</c:v>
                </c:pt>
                <c:pt idx="1051">
                  <c:v>46046</c:v>
                </c:pt>
                <c:pt idx="1052">
                  <c:v>46047</c:v>
                </c:pt>
                <c:pt idx="1053">
                  <c:v>46048</c:v>
                </c:pt>
                <c:pt idx="1054">
                  <c:v>46049</c:v>
                </c:pt>
                <c:pt idx="1055">
                  <c:v>46050</c:v>
                </c:pt>
                <c:pt idx="1056">
                  <c:v>46051</c:v>
                </c:pt>
                <c:pt idx="1057">
                  <c:v>46052</c:v>
                </c:pt>
                <c:pt idx="1058">
                  <c:v>46053</c:v>
                </c:pt>
                <c:pt idx="1059">
                  <c:v>46054</c:v>
                </c:pt>
                <c:pt idx="1060">
                  <c:v>46055</c:v>
                </c:pt>
                <c:pt idx="1061">
                  <c:v>46056</c:v>
                </c:pt>
                <c:pt idx="1062">
                  <c:v>46057</c:v>
                </c:pt>
                <c:pt idx="1063">
                  <c:v>46058</c:v>
                </c:pt>
                <c:pt idx="1064">
                  <c:v>46059</c:v>
                </c:pt>
                <c:pt idx="1065">
                  <c:v>46060</c:v>
                </c:pt>
                <c:pt idx="1066">
                  <c:v>46061</c:v>
                </c:pt>
                <c:pt idx="1067">
                  <c:v>46062</c:v>
                </c:pt>
                <c:pt idx="1068">
                  <c:v>46063</c:v>
                </c:pt>
                <c:pt idx="1069">
                  <c:v>46064</c:v>
                </c:pt>
                <c:pt idx="1070">
                  <c:v>46065</c:v>
                </c:pt>
                <c:pt idx="1071">
                  <c:v>46066</c:v>
                </c:pt>
                <c:pt idx="1072">
                  <c:v>46067</c:v>
                </c:pt>
                <c:pt idx="1073">
                  <c:v>46068</c:v>
                </c:pt>
                <c:pt idx="1074">
                  <c:v>46069</c:v>
                </c:pt>
                <c:pt idx="1075">
                  <c:v>46070</c:v>
                </c:pt>
                <c:pt idx="1076">
                  <c:v>46071</c:v>
                </c:pt>
                <c:pt idx="1077">
                  <c:v>46072</c:v>
                </c:pt>
                <c:pt idx="1078">
                  <c:v>46073</c:v>
                </c:pt>
                <c:pt idx="1079">
                  <c:v>46074</c:v>
                </c:pt>
                <c:pt idx="1080">
                  <c:v>46075</c:v>
                </c:pt>
                <c:pt idx="1081">
                  <c:v>46076</c:v>
                </c:pt>
                <c:pt idx="1082">
                  <c:v>46077</c:v>
                </c:pt>
                <c:pt idx="1083">
                  <c:v>46078</c:v>
                </c:pt>
                <c:pt idx="1084">
                  <c:v>46079</c:v>
                </c:pt>
                <c:pt idx="1085">
                  <c:v>46080</c:v>
                </c:pt>
                <c:pt idx="1086">
                  <c:v>46081</c:v>
                </c:pt>
                <c:pt idx="1087">
                  <c:v>46082</c:v>
                </c:pt>
                <c:pt idx="1088">
                  <c:v>46083</c:v>
                </c:pt>
                <c:pt idx="1089">
                  <c:v>46084</c:v>
                </c:pt>
                <c:pt idx="1090">
                  <c:v>46085</c:v>
                </c:pt>
                <c:pt idx="1091">
                  <c:v>46086</c:v>
                </c:pt>
                <c:pt idx="1092">
                  <c:v>46087</c:v>
                </c:pt>
                <c:pt idx="1093">
                  <c:v>46088</c:v>
                </c:pt>
                <c:pt idx="1094">
                  <c:v>46089</c:v>
                </c:pt>
                <c:pt idx="1095">
                  <c:v>46090</c:v>
                </c:pt>
                <c:pt idx="1096">
                  <c:v>46091</c:v>
                </c:pt>
                <c:pt idx="1097">
                  <c:v>46092</c:v>
                </c:pt>
                <c:pt idx="1098">
                  <c:v>46093</c:v>
                </c:pt>
                <c:pt idx="1099">
                  <c:v>46094</c:v>
                </c:pt>
                <c:pt idx="1100">
                  <c:v>46095</c:v>
                </c:pt>
                <c:pt idx="1101">
                  <c:v>46096</c:v>
                </c:pt>
                <c:pt idx="1102">
                  <c:v>46097</c:v>
                </c:pt>
                <c:pt idx="1103">
                  <c:v>46098</c:v>
                </c:pt>
                <c:pt idx="1104">
                  <c:v>46099</c:v>
                </c:pt>
                <c:pt idx="1105">
                  <c:v>46100</c:v>
                </c:pt>
                <c:pt idx="1106">
                  <c:v>46101</c:v>
                </c:pt>
                <c:pt idx="1107">
                  <c:v>46103</c:v>
                </c:pt>
                <c:pt idx="1108">
                  <c:v>46106</c:v>
                </c:pt>
                <c:pt idx="1109">
                  <c:v>46107</c:v>
                </c:pt>
                <c:pt idx="1110">
                  <c:v>46108</c:v>
                </c:pt>
                <c:pt idx="1111">
                  <c:v>46109</c:v>
                </c:pt>
                <c:pt idx="1112">
                  <c:v>46110</c:v>
                </c:pt>
                <c:pt idx="1113">
                  <c:v>46111</c:v>
                </c:pt>
                <c:pt idx="1114">
                  <c:v>46112</c:v>
                </c:pt>
                <c:pt idx="1115">
                  <c:v>46113</c:v>
                </c:pt>
                <c:pt idx="1116">
                  <c:v>46114</c:v>
                </c:pt>
                <c:pt idx="1117">
                  <c:v>46115</c:v>
                </c:pt>
                <c:pt idx="1118">
                  <c:v>46116</c:v>
                </c:pt>
                <c:pt idx="1119">
                  <c:v>46117</c:v>
                </c:pt>
                <c:pt idx="1120">
                  <c:v>46118</c:v>
                </c:pt>
                <c:pt idx="1121">
                  <c:v>46119</c:v>
                </c:pt>
                <c:pt idx="1122">
                  <c:v>46120</c:v>
                </c:pt>
                <c:pt idx="1123">
                  <c:v>46121</c:v>
                </c:pt>
                <c:pt idx="1124">
                  <c:v>46122</c:v>
                </c:pt>
                <c:pt idx="1125">
                  <c:v>46123</c:v>
                </c:pt>
                <c:pt idx="1126">
                  <c:v>46124</c:v>
                </c:pt>
                <c:pt idx="1127">
                  <c:v>46125</c:v>
                </c:pt>
                <c:pt idx="1128">
                  <c:v>46126</c:v>
                </c:pt>
                <c:pt idx="1129">
                  <c:v>46127</c:v>
                </c:pt>
                <c:pt idx="1130">
                  <c:v>46128</c:v>
                </c:pt>
                <c:pt idx="1131">
                  <c:v>46129</c:v>
                </c:pt>
                <c:pt idx="1132">
                  <c:v>46130</c:v>
                </c:pt>
                <c:pt idx="1133">
                  <c:v>46131</c:v>
                </c:pt>
                <c:pt idx="1134">
                  <c:v>46133</c:v>
                </c:pt>
                <c:pt idx="1135">
                  <c:v>46134</c:v>
                </c:pt>
                <c:pt idx="1136">
                  <c:v>46135</c:v>
                </c:pt>
                <c:pt idx="1137">
                  <c:v>46136</c:v>
                </c:pt>
                <c:pt idx="1138">
                  <c:v>46138</c:v>
                </c:pt>
                <c:pt idx="1139">
                  <c:v>46139</c:v>
                </c:pt>
                <c:pt idx="1140">
                  <c:v>46140</c:v>
                </c:pt>
                <c:pt idx="1141">
                  <c:v>46141</c:v>
                </c:pt>
                <c:pt idx="1142">
                  <c:v>46142</c:v>
                </c:pt>
                <c:pt idx="1143">
                  <c:v>46143</c:v>
                </c:pt>
                <c:pt idx="1144">
                  <c:v>46144</c:v>
                </c:pt>
                <c:pt idx="1145">
                  <c:v>46145</c:v>
                </c:pt>
                <c:pt idx="1146">
                  <c:v>46146</c:v>
                </c:pt>
                <c:pt idx="1147">
                  <c:v>46147</c:v>
                </c:pt>
                <c:pt idx="1148">
                  <c:v>46148</c:v>
                </c:pt>
                <c:pt idx="1149">
                  <c:v>46149</c:v>
                </c:pt>
                <c:pt idx="1150">
                  <c:v>46150</c:v>
                </c:pt>
                <c:pt idx="1151">
                  <c:v>46151</c:v>
                </c:pt>
                <c:pt idx="1152">
                  <c:v>46152</c:v>
                </c:pt>
                <c:pt idx="1153">
                  <c:v>46153</c:v>
                </c:pt>
                <c:pt idx="1154">
                  <c:v>46155</c:v>
                </c:pt>
                <c:pt idx="1155">
                  <c:v>46156</c:v>
                </c:pt>
                <c:pt idx="1156">
                  <c:v>46157</c:v>
                </c:pt>
                <c:pt idx="1157">
                  <c:v>46158</c:v>
                </c:pt>
                <c:pt idx="1158">
                  <c:v>46159</c:v>
                </c:pt>
                <c:pt idx="1159">
                  <c:v>46160</c:v>
                </c:pt>
                <c:pt idx="1160">
                  <c:v>46161</c:v>
                </c:pt>
                <c:pt idx="1161">
                  <c:v>46162</c:v>
                </c:pt>
                <c:pt idx="1162">
                  <c:v>46163</c:v>
                </c:pt>
                <c:pt idx="1163">
                  <c:v>46164</c:v>
                </c:pt>
                <c:pt idx="1164">
                  <c:v>46165</c:v>
                </c:pt>
                <c:pt idx="1165">
                  <c:v>46166</c:v>
                </c:pt>
                <c:pt idx="1166">
                  <c:v>46167</c:v>
                </c:pt>
                <c:pt idx="1167">
                  <c:v>46168</c:v>
                </c:pt>
                <c:pt idx="1168">
                  <c:v>46169</c:v>
                </c:pt>
                <c:pt idx="1169">
                  <c:v>46170</c:v>
                </c:pt>
                <c:pt idx="1170">
                  <c:v>46171</c:v>
                </c:pt>
                <c:pt idx="1171">
                  <c:v>46172</c:v>
                </c:pt>
                <c:pt idx="1172">
                  <c:v>46173</c:v>
                </c:pt>
                <c:pt idx="1173">
                  <c:v>46174</c:v>
                </c:pt>
                <c:pt idx="1174">
                  <c:v>46175</c:v>
                </c:pt>
                <c:pt idx="1175">
                  <c:v>46176</c:v>
                </c:pt>
                <c:pt idx="1176">
                  <c:v>46177</c:v>
                </c:pt>
                <c:pt idx="1177">
                  <c:v>46178</c:v>
                </c:pt>
                <c:pt idx="1178">
                  <c:v>46179</c:v>
                </c:pt>
                <c:pt idx="1179">
                  <c:v>46180</c:v>
                </c:pt>
                <c:pt idx="1180">
                  <c:v>46181</c:v>
                </c:pt>
                <c:pt idx="1181">
                  <c:v>46182</c:v>
                </c:pt>
                <c:pt idx="1182">
                  <c:v>46183</c:v>
                </c:pt>
                <c:pt idx="1183">
                  <c:v>46184</c:v>
                </c:pt>
                <c:pt idx="1184">
                  <c:v>46185</c:v>
                </c:pt>
                <c:pt idx="1185">
                  <c:v>46186</c:v>
                </c:pt>
                <c:pt idx="1186">
                  <c:v>46187</c:v>
                </c:pt>
                <c:pt idx="1187">
                  <c:v>46188</c:v>
                </c:pt>
                <c:pt idx="1188">
                  <c:v>46189</c:v>
                </c:pt>
                <c:pt idx="1189">
                  <c:v>46190</c:v>
                </c:pt>
                <c:pt idx="1190">
                  <c:v>46200</c:v>
                </c:pt>
                <c:pt idx="1191">
                  <c:v>46201</c:v>
                </c:pt>
                <c:pt idx="1192">
                  <c:v>46202</c:v>
                </c:pt>
                <c:pt idx="1193">
                  <c:v>46203</c:v>
                </c:pt>
                <c:pt idx="1194">
                  <c:v>46204</c:v>
                </c:pt>
                <c:pt idx="1195">
                  <c:v>46205</c:v>
                </c:pt>
                <c:pt idx="1196">
                  <c:v>46206</c:v>
                </c:pt>
                <c:pt idx="1197">
                  <c:v>46207</c:v>
                </c:pt>
                <c:pt idx="1198">
                  <c:v>46208</c:v>
                </c:pt>
                <c:pt idx="1199">
                  <c:v>46209</c:v>
                </c:pt>
                <c:pt idx="1200">
                  <c:v>46210</c:v>
                </c:pt>
                <c:pt idx="1201">
                  <c:v>46211</c:v>
                </c:pt>
                <c:pt idx="1202">
                  <c:v>46212</c:v>
                </c:pt>
                <c:pt idx="1203">
                  <c:v>46213</c:v>
                </c:pt>
                <c:pt idx="1204">
                  <c:v>46214</c:v>
                </c:pt>
                <c:pt idx="1205">
                  <c:v>46215</c:v>
                </c:pt>
                <c:pt idx="1206">
                  <c:v>46216</c:v>
                </c:pt>
                <c:pt idx="1207">
                  <c:v>46217</c:v>
                </c:pt>
                <c:pt idx="1208">
                  <c:v>46218</c:v>
                </c:pt>
                <c:pt idx="1209">
                  <c:v>46219</c:v>
                </c:pt>
                <c:pt idx="1210">
                  <c:v>46220</c:v>
                </c:pt>
                <c:pt idx="1211">
                  <c:v>46221</c:v>
                </c:pt>
                <c:pt idx="1212">
                  <c:v>46222</c:v>
                </c:pt>
                <c:pt idx="1213">
                  <c:v>46223</c:v>
                </c:pt>
                <c:pt idx="1214">
                  <c:v>46224</c:v>
                </c:pt>
                <c:pt idx="1215">
                  <c:v>46225</c:v>
                </c:pt>
                <c:pt idx="1216">
                  <c:v>46226</c:v>
                </c:pt>
                <c:pt idx="1217">
                  <c:v>46227</c:v>
                </c:pt>
                <c:pt idx="1218">
                  <c:v>46228</c:v>
                </c:pt>
                <c:pt idx="1219">
                  <c:v>46229</c:v>
                </c:pt>
                <c:pt idx="1220">
                  <c:v>46230</c:v>
                </c:pt>
                <c:pt idx="1221">
                  <c:v>46231</c:v>
                </c:pt>
                <c:pt idx="1222">
                  <c:v>46232</c:v>
                </c:pt>
                <c:pt idx="1223">
                  <c:v>46233</c:v>
                </c:pt>
                <c:pt idx="1224">
                  <c:v>46234</c:v>
                </c:pt>
                <c:pt idx="1225">
                  <c:v>46235</c:v>
                </c:pt>
                <c:pt idx="1226">
                  <c:v>46236</c:v>
                </c:pt>
                <c:pt idx="1227">
                  <c:v>46237</c:v>
                </c:pt>
                <c:pt idx="1228">
                  <c:v>46238</c:v>
                </c:pt>
                <c:pt idx="1229">
                  <c:v>46239</c:v>
                </c:pt>
                <c:pt idx="1230">
                  <c:v>46240</c:v>
                </c:pt>
                <c:pt idx="1231">
                  <c:v>46241</c:v>
                </c:pt>
                <c:pt idx="1232">
                  <c:v>46243</c:v>
                </c:pt>
                <c:pt idx="1233">
                  <c:v>46244</c:v>
                </c:pt>
                <c:pt idx="1234">
                  <c:v>46245</c:v>
                </c:pt>
                <c:pt idx="1235">
                  <c:v>46246</c:v>
                </c:pt>
                <c:pt idx="1236">
                  <c:v>46247</c:v>
                </c:pt>
                <c:pt idx="1237">
                  <c:v>46248</c:v>
                </c:pt>
                <c:pt idx="1238">
                  <c:v>46249</c:v>
                </c:pt>
                <c:pt idx="1239">
                  <c:v>46250</c:v>
                </c:pt>
                <c:pt idx="1240">
                  <c:v>46251</c:v>
                </c:pt>
                <c:pt idx="1241">
                  <c:v>46252</c:v>
                </c:pt>
                <c:pt idx="1242">
                  <c:v>46253</c:v>
                </c:pt>
                <c:pt idx="1243">
                  <c:v>46254</c:v>
                </c:pt>
                <c:pt idx="1244">
                  <c:v>46258</c:v>
                </c:pt>
                <c:pt idx="1245">
                  <c:v>46259</c:v>
                </c:pt>
                <c:pt idx="1246">
                  <c:v>46260</c:v>
                </c:pt>
                <c:pt idx="1247">
                  <c:v>46261</c:v>
                </c:pt>
                <c:pt idx="1248">
                  <c:v>46262</c:v>
                </c:pt>
                <c:pt idx="1249">
                  <c:v>46263</c:v>
                </c:pt>
                <c:pt idx="1250">
                  <c:v>46264</c:v>
                </c:pt>
                <c:pt idx="1251">
                  <c:v>46265</c:v>
                </c:pt>
                <c:pt idx="1252">
                  <c:v>46266</c:v>
                </c:pt>
                <c:pt idx="1253">
                  <c:v>46267</c:v>
                </c:pt>
                <c:pt idx="1254">
                  <c:v>46268</c:v>
                </c:pt>
                <c:pt idx="1255">
                  <c:v>46269</c:v>
                </c:pt>
                <c:pt idx="1256">
                  <c:v>46270</c:v>
                </c:pt>
                <c:pt idx="1257">
                  <c:v>46271</c:v>
                </c:pt>
                <c:pt idx="1258">
                  <c:v>46272</c:v>
                </c:pt>
                <c:pt idx="1259">
                  <c:v>46273</c:v>
                </c:pt>
                <c:pt idx="1260">
                  <c:v>46276</c:v>
                </c:pt>
                <c:pt idx="1261">
                  <c:v>46277</c:v>
                </c:pt>
                <c:pt idx="1262">
                  <c:v>46278</c:v>
                </c:pt>
                <c:pt idx="1263">
                  <c:v>46279</c:v>
                </c:pt>
                <c:pt idx="1264">
                  <c:v>46280</c:v>
                </c:pt>
                <c:pt idx="1265">
                  <c:v>46281</c:v>
                </c:pt>
                <c:pt idx="1266">
                  <c:v>46282</c:v>
                </c:pt>
                <c:pt idx="1267">
                  <c:v>46283</c:v>
                </c:pt>
                <c:pt idx="1268">
                  <c:v>46284</c:v>
                </c:pt>
                <c:pt idx="1269">
                  <c:v>46285</c:v>
                </c:pt>
                <c:pt idx="1270">
                  <c:v>46286</c:v>
                </c:pt>
                <c:pt idx="1271">
                  <c:v>46287</c:v>
                </c:pt>
                <c:pt idx="1272">
                  <c:v>46288</c:v>
                </c:pt>
                <c:pt idx="1273">
                  <c:v>46289</c:v>
                </c:pt>
                <c:pt idx="1274">
                  <c:v>46290</c:v>
                </c:pt>
                <c:pt idx="1275">
                  <c:v>46291</c:v>
                </c:pt>
                <c:pt idx="1276">
                  <c:v>46292</c:v>
                </c:pt>
                <c:pt idx="1277">
                  <c:v>46293</c:v>
                </c:pt>
                <c:pt idx="1278">
                  <c:v>46294</c:v>
                </c:pt>
                <c:pt idx="1279">
                  <c:v>46295</c:v>
                </c:pt>
                <c:pt idx="1280">
                  <c:v>46296</c:v>
                </c:pt>
                <c:pt idx="1281">
                  <c:v>46297</c:v>
                </c:pt>
              </c:numCache>
            </c:numRef>
          </c:xVal>
          <c:yVal>
            <c:numRef>
              <c:f>'Chart Data'!$D$2:$D$1283</c:f>
              <c:numCache>
                <c:formatCode>0</c:formatCode>
                <c:ptCount val="1282"/>
                <c:pt idx="0">
                  <c:v>55</c:v>
                </c:pt>
                <c:pt idx="1">
                  <c:v>15</c:v>
                </c:pt>
                <c:pt idx="2">
                  <c:v>1</c:v>
                </c:pt>
                <c:pt idx="3">
                  <c:v>1</c:v>
                </c:pt>
                <c:pt idx="4">
                  <c:v>6</c:v>
                </c:pt>
                <c:pt idx="5">
                  <c:v>2</c:v>
                </c:pt>
                <c:pt idx="6">
                  <c:v>11</c:v>
                </c:pt>
                <c:pt idx="7">
                  <c:v>23</c:v>
                </c:pt>
                <c:pt idx="8">
                  <c:v>3</c:v>
                </c:pt>
                <c:pt idx="9">
                  <c:v>4</c:v>
                </c:pt>
                <c:pt idx="10">
                  <c:v>6</c:v>
                </c:pt>
                <c:pt idx="11">
                  <c:v>12</c:v>
                </c:pt>
                <c:pt idx="12">
                  <c:v>8</c:v>
                </c:pt>
                <c:pt idx="13">
                  <c:v>18</c:v>
                </c:pt>
                <c:pt idx="14">
                  <c:v>14</c:v>
                </c:pt>
                <c:pt idx="15">
                  <c:v>6</c:v>
                </c:pt>
                <c:pt idx="16">
                  <c:v>9</c:v>
                </c:pt>
                <c:pt idx="17">
                  <c:v>22</c:v>
                </c:pt>
                <c:pt idx="18">
                  <c:v>11</c:v>
                </c:pt>
                <c:pt idx="19">
                  <c:v>13</c:v>
                </c:pt>
                <c:pt idx="20">
                  <c:v>8</c:v>
                </c:pt>
                <c:pt idx="21">
                  <c:v>4</c:v>
                </c:pt>
                <c:pt idx="22">
                  <c:v>6</c:v>
                </c:pt>
                <c:pt idx="23">
                  <c:v>5</c:v>
                </c:pt>
                <c:pt idx="24">
                  <c:v>8</c:v>
                </c:pt>
                <c:pt idx="25">
                  <c:v>23</c:v>
                </c:pt>
                <c:pt idx="26">
                  <c:v>14</c:v>
                </c:pt>
                <c:pt idx="27">
                  <c:v>4</c:v>
                </c:pt>
                <c:pt idx="28">
                  <c:v>18</c:v>
                </c:pt>
                <c:pt idx="29">
                  <c:v>11</c:v>
                </c:pt>
                <c:pt idx="30">
                  <c:v>12</c:v>
                </c:pt>
                <c:pt idx="31">
                  <c:v>11</c:v>
                </c:pt>
                <c:pt idx="32">
                  <c:v>87</c:v>
                </c:pt>
                <c:pt idx="33">
                  <c:v>19</c:v>
                </c:pt>
                <c:pt idx="34">
                  <c:v>9</c:v>
                </c:pt>
                <c:pt idx="35">
                  <c:v>8</c:v>
                </c:pt>
                <c:pt idx="36">
                  <c:v>3</c:v>
                </c:pt>
                <c:pt idx="37">
                  <c:v>11</c:v>
                </c:pt>
                <c:pt idx="38">
                  <c:v>3</c:v>
                </c:pt>
                <c:pt idx="39">
                  <c:v>5</c:v>
                </c:pt>
                <c:pt idx="40">
                  <c:v>2</c:v>
                </c:pt>
                <c:pt idx="41">
                  <c:v>6</c:v>
                </c:pt>
                <c:pt idx="42">
                  <c:v>12</c:v>
                </c:pt>
                <c:pt idx="43">
                  <c:v>4</c:v>
                </c:pt>
                <c:pt idx="44">
                  <c:v>22</c:v>
                </c:pt>
                <c:pt idx="45">
                  <c:v>9</c:v>
                </c:pt>
                <c:pt idx="46">
                  <c:v>2</c:v>
                </c:pt>
                <c:pt idx="47">
                  <c:v>5</c:v>
                </c:pt>
                <c:pt idx="48">
                  <c:v>4</c:v>
                </c:pt>
                <c:pt idx="49">
                  <c:v>7</c:v>
                </c:pt>
                <c:pt idx="50">
                  <c:v>77</c:v>
                </c:pt>
                <c:pt idx="51">
                  <c:v>64</c:v>
                </c:pt>
                <c:pt idx="52">
                  <c:v>5</c:v>
                </c:pt>
                <c:pt idx="53">
                  <c:v>10</c:v>
                </c:pt>
                <c:pt idx="54">
                  <c:v>2</c:v>
                </c:pt>
                <c:pt idx="55">
                  <c:v>17</c:v>
                </c:pt>
                <c:pt idx="56">
                  <c:v>9</c:v>
                </c:pt>
                <c:pt idx="57">
                  <c:v>14</c:v>
                </c:pt>
                <c:pt idx="58">
                  <c:v>8</c:v>
                </c:pt>
                <c:pt idx="59">
                  <c:v>7</c:v>
                </c:pt>
                <c:pt idx="60">
                  <c:v>8</c:v>
                </c:pt>
                <c:pt idx="61">
                  <c:v>1</c:v>
                </c:pt>
                <c:pt idx="62">
                  <c:v>9</c:v>
                </c:pt>
                <c:pt idx="63">
                  <c:v>22</c:v>
                </c:pt>
                <c:pt idx="64">
                  <c:v>8</c:v>
                </c:pt>
                <c:pt idx="65">
                  <c:v>3</c:v>
                </c:pt>
                <c:pt idx="66">
                  <c:v>3</c:v>
                </c:pt>
                <c:pt idx="67">
                  <c:v>3</c:v>
                </c:pt>
                <c:pt idx="68">
                  <c:v>8</c:v>
                </c:pt>
                <c:pt idx="69">
                  <c:v>6</c:v>
                </c:pt>
                <c:pt idx="70">
                  <c:v>10</c:v>
                </c:pt>
                <c:pt idx="71">
                  <c:v>4</c:v>
                </c:pt>
                <c:pt idx="72">
                  <c:v>5</c:v>
                </c:pt>
                <c:pt idx="73">
                  <c:v>4</c:v>
                </c:pt>
                <c:pt idx="74">
                  <c:v>6</c:v>
                </c:pt>
                <c:pt idx="75">
                  <c:v>0</c:v>
                </c:pt>
                <c:pt idx="76">
                  <c:v>4</c:v>
                </c:pt>
                <c:pt idx="77">
                  <c:v>2</c:v>
                </c:pt>
                <c:pt idx="78">
                  <c:v>13</c:v>
                </c:pt>
                <c:pt idx="79">
                  <c:v>32</c:v>
                </c:pt>
                <c:pt idx="80">
                  <c:v>14</c:v>
                </c:pt>
                <c:pt idx="81">
                  <c:v>40</c:v>
                </c:pt>
                <c:pt idx="82">
                  <c:v>3</c:v>
                </c:pt>
                <c:pt idx="83">
                  <c:v>2</c:v>
                </c:pt>
                <c:pt idx="84">
                  <c:v>7</c:v>
                </c:pt>
                <c:pt idx="85">
                  <c:v>6</c:v>
                </c:pt>
                <c:pt idx="86">
                  <c:v>8</c:v>
                </c:pt>
                <c:pt idx="87">
                  <c:v>11</c:v>
                </c:pt>
                <c:pt idx="88">
                  <c:v>13</c:v>
                </c:pt>
                <c:pt idx="89">
                  <c:v>33</c:v>
                </c:pt>
                <c:pt idx="90">
                  <c:v>6</c:v>
                </c:pt>
                <c:pt idx="91">
                  <c:v>4</c:v>
                </c:pt>
                <c:pt idx="92">
                  <c:v>17</c:v>
                </c:pt>
                <c:pt idx="93">
                  <c:v>1</c:v>
                </c:pt>
                <c:pt idx="94">
                  <c:v>32</c:v>
                </c:pt>
                <c:pt idx="95">
                  <c:v>14</c:v>
                </c:pt>
                <c:pt idx="96">
                  <c:v>11</c:v>
                </c:pt>
                <c:pt idx="97">
                  <c:v>7</c:v>
                </c:pt>
                <c:pt idx="98">
                  <c:v>1</c:v>
                </c:pt>
                <c:pt idx="99">
                  <c:v>5</c:v>
                </c:pt>
                <c:pt idx="100">
                  <c:v>8</c:v>
                </c:pt>
                <c:pt idx="101">
                  <c:v>6</c:v>
                </c:pt>
                <c:pt idx="102">
                  <c:v>0</c:v>
                </c:pt>
                <c:pt idx="103">
                  <c:v>8</c:v>
                </c:pt>
                <c:pt idx="104">
                  <c:v>20</c:v>
                </c:pt>
                <c:pt idx="105">
                  <c:v>7</c:v>
                </c:pt>
                <c:pt idx="106">
                  <c:v>16</c:v>
                </c:pt>
                <c:pt idx="107">
                  <c:v>7</c:v>
                </c:pt>
                <c:pt idx="108">
                  <c:v>9</c:v>
                </c:pt>
                <c:pt idx="109">
                  <c:v>11</c:v>
                </c:pt>
                <c:pt idx="110">
                  <c:v>7</c:v>
                </c:pt>
                <c:pt idx="111">
                  <c:v>6</c:v>
                </c:pt>
                <c:pt idx="112">
                  <c:v>18</c:v>
                </c:pt>
                <c:pt idx="113">
                  <c:v>21</c:v>
                </c:pt>
                <c:pt idx="114">
                  <c:v>47</c:v>
                </c:pt>
                <c:pt idx="115">
                  <c:v>36</c:v>
                </c:pt>
                <c:pt idx="116">
                  <c:v>2</c:v>
                </c:pt>
                <c:pt idx="117">
                  <c:v>3</c:v>
                </c:pt>
                <c:pt idx="118">
                  <c:v>12</c:v>
                </c:pt>
                <c:pt idx="119">
                  <c:v>14</c:v>
                </c:pt>
                <c:pt idx="120">
                  <c:v>39</c:v>
                </c:pt>
                <c:pt idx="121">
                  <c:v>3</c:v>
                </c:pt>
                <c:pt idx="122">
                  <c:v>17</c:v>
                </c:pt>
                <c:pt idx="123">
                  <c:v>13</c:v>
                </c:pt>
                <c:pt idx="124">
                  <c:v>13</c:v>
                </c:pt>
                <c:pt idx="125">
                  <c:v>10</c:v>
                </c:pt>
                <c:pt idx="126">
                  <c:v>6</c:v>
                </c:pt>
                <c:pt idx="127">
                  <c:v>6</c:v>
                </c:pt>
                <c:pt idx="128">
                  <c:v>22</c:v>
                </c:pt>
                <c:pt idx="129">
                  <c:v>15</c:v>
                </c:pt>
                <c:pt idx="130">
                  <c:v>16</c:v>
                </c:pt>
                <c:pt idx="131">
                  <c:v>8</c:v>
                </c:pt>
                <c:pt idx="132">
                  <c:v>7</c:v>
                </c:pt>
                <c:pt idx="133">
                  <c:v>6</c:v>
                </c:pt>
                <c:pt idx="134">
                  <c:v>4</c:v>
                </c:pt>
                <c:pt idx="135">
                  <c:v>6</c:v>
                </c:pt>
                <c:pt idx="136">
                  <c:v>8</c:v>
                </c:pt>
                <c:pt idx="137">
                  <c:v>7</c:v>
                </c:pt>
                <c:pt idx="138">
                  <c:v>2</c:v>
                </c:pt>
                <c:pt idx="139">
                  <c:v>7</c:v>
                </c:pt>
                <c:pt idx="140">
                  <c:v>7</c:v>
                </c:pt>
                <c:pt idx="141">
                  <c:v>10</c:v>
                </c:pt>
                <c:pt idx="142">
                  <c:v>13</c:v>
                </c:pt>
                <c:pt idx="143">
                  <c:v>12</c:v>
                </c:pt>
                <c:pt idx="144">
                  <c:v>5</c:v>
                </c:pt>
                <c:pt idx="145">
                  <c:v>6</c:v>
                </c:pt>
                <c:pt idx="146">
                  <c:v>8</c:v>
                </c:pt>
                <c:pt idx="147">
                  <c:v>3</c:v>
                </c:pt>
                <c:pt idx="148">
                  <c:v>9</c:v>
                </c:pt>
                <c:pt idx="149">
                  <c:v>7</c:v>
                </c:pt>
                <c:pt idx="150">
                  <c:v>3</c:v>
                </c:pt>
                <c:pt idx="151">
                  <c:v>12</c:v>
                </c:pt>
                <c:pt idx="152">
                  <c:v>11</c:v>
                </c:pt>
                <c:pt idx="153">
                  <c:v>12</c:v>
                </c:pt>
                <c:pt idx="154">
                  <c:v>2</c:v>
                </c:pt>
                <c:pt idx="155">
                  <c:v>5</c:v>
                </c:pt>
                <c:pt idx="156">
                  <c:v>5</c:v>
                </c:pt>
                <c:pt idx="157">
                  <c:v>4</c:v>
                </c:pt>
                <c:pt idx="158">
                  <c:v>36</c:v>
                </c:pt>
                <c:pt idx="159">
                  <c:v>18</c:v>
                </c:pt>
                <c:pt idx="160">
                  <c:v>10</c:v>
                </c:pt>
                <c:pt idx="161">
                  <c:v>5</c:v>
                </c:pt>
                <c:pt idx="162">
                  <c:v>3</c:v>
                </c:pt>
                <c:pt idx="163">
                  <c:v>2</c:v>
                </c:pt>
                <c:pt idx="164">
                  <c:v>2</c:v>
                </c:pt>
                <c:pt idx="165">
                  <c:v>7</c:v>
                </c:pt>
                <c:pt idx="166">
                  <c:v>2</c:v>
                </c:pt>
                <c:pt idx="167">
                  <c:v>47</c:v>
                </c:pt>
                <c:pt idx="168">
                  <c:v>3</c:v>
                </c:pt>
                <c:pt idx="169">
                  <c:v>6</c:v>
                </c:pt>
                <c:pt idx="170">
                  <c:v>2</c:v>
                </c:pt>
                <c:pt idx="171">
                  <c:v>7</c:v>
                </c:pt>
                <c:pt idx="172">
                  <c:v>6</c:v>
                </c:pt>
                <c:pt idx="173">
                  <c:v>10</c:v>
                </c:pt>
                <c:pt idx="174">
                  <c:v>6</c:v>
                </c:pt>
                <c:pt idx="175">
                  <c:v>17</c:v>
                </c:pt>
                <c:pt idx="176">
                  <c:v>9</c:v>
                </c:pt>
                <c:pt idx="177">
                  <c:v>7</c:v>
                </c:pt>
                <c:pt idx="178">
                  <c:v>9</c:v>
                </c:pt>
                <c:pt idx="179">
                  <c:v>6</c:v>
                </c:pt>
                <c:pt idx="180">
                  <c:v>15</c:v>
                </c:pt>
                <c:pt idx="181">
                  <c:v>39</c:v>
                </c:pt>
                <c:pt idx="182">
                  <c:v>7</c:v>
                </c:pt>
                <c:pt idx="183">
                  <c:v>2</c:v>
                </c:pt>
                <c:pt idx="184">
                  <c:v>3</c:v>
                </c:pt>
                <c:pt idx="185">
                  <c:v>7</c:v>
                </c:pt>
                <c:pt idx="186">
                  <c:v>10</c:v>
                </c:pt>
                <c:pt idx="187">
                  <c:v>33</c:v>
                </c:pt>
                <c:pt idx="188">
                  <c:v>14</c:v>
                </c:pt>
                <c:pt idx="189">
                  <c:v>26</c:v>
                </c:pt>
                <c:pt idx="190">
                  <c:v>28</c:v>
                </c:pt>
                <c:pt idx="191">
                  <c:v>12</c:v>
                </c:pt>
                <c:pt idx="192">
                  <c:v>3</c:v>
                </c:pt>
                <c:pt idx="193">
                  <c:v>7</c:v>
                </c:pt>
                <c:pt idx="194">
                  <c:v>2</c:v>
                </c:pt>
                <c:pt idx="195">
                  <c:v>7</c:v>
                </c:pt>
                <c:pt idx="196">
                  <c:v>2</c:v>
                </c:pt>
                <c:pt idx="197">
                  <c:v>13</c:v>
                </c:pt>
                <c:pt idx="198">
                  <c:v>42</c:v>
                </c:pt>
                <c:pt idx="199">
                  <c:v>18</c:v>
                </c:pt>
                <c:pt idx="200">
                  <c:v>9</c:v>
                </c:pt>
                <c:pt idx="201">
                  <c:v>9</c:v>
                </c:pt>
                <c:pt idx="202">
                  <c:v>15</c:v>
                </c:pt>
                <c:pt idx="203">
                  <c:v>2</c:v>
                </c:pt>
                <c:pt idx="204">
                  <c:v>4</c:v>
                </c:pt>
                <c:pt idx="205">
                  <c:v>5</c:v>
                </c:pt>
                <c:pt idx="206">
                  <c:v>8</c:v>
                </c:pt>
                <c:pt idx="207">
                  <c:v>15</c:v>
                </c:pt>
                <c:pt idx="208">
                  <c:v>2</c:v>
                </c:pt>
                <c:pt idx="209">
                  <c:v>7</c:v>
                </c:pt>
                <c:pt idx="210">
                  <c:v>2</c:v>
                </c:pt>
                <c:pt idx="211">
                  <c:v>4</c:v>
                </c:pt>
                <c:pt idx="212">
                  <c:v>12</c:v>
                </c:pt>
                <c:pt idx="213">
                  <c:v>43</c:v>
                </c:pt>
                <c:pt idx="214">
                  <c:v>10</c:v>
                </c:pt>
                <c:pt idx="215">
                  <c:v>10</c:v>
                </c:pt>
                <c:pt idx="216">
                  <c:v>10</c:v>
                </c:pt>
                <c:pt idx="217">
                  <c:v>4</c:v>
                </c:pt>
                <c:pt idx="218">
                  <c:v>24</c:v>
                </c:pt>
                <c:pt idx="219">
                  <c:v>7</c:v>
                </c:pt>
                <c:pt idx="220">
                  <c:v>3</c:v>
                </c:pt>
                <c:pt idx="221">
                  <c:v>9</c:v>
                </c:pt>
                <c:pt idx="222">
                  <c:v>3</c:v>
                </c:pt>
                <c:pt idx="223">
                  <c:v>3</c:v>
                </c:pt>
                <c:pt idx="224">
                  <c:v>5</c:v>
                </c:pt>
                <c:pt idx="225">
                  <c:v>3</c:v>
                </c:pt>
                <c:pt idx="226">
                  <c:v>44</c:v>
                </c:pt>
                <c:pt idx="227">
                  <c:v>8</c:v>
                </c:pt>
                <c:pt idx="228">
                  <c:v>2</c:v>
                </c:pt>
                <c:pt idx="229">
                  <c:v>4</c:v>
                </c:pt>
                <c:pt idx="230">
                  <c:v>8</c:v>
                </c:pt>
                <c:pt idx="231">
                  <c:v>7</c:v>
                </c:pt>
                <c:pt idx="232">
                  <c:v>18</c:v>
                </c:pt>
                <c:pt idx="233">
                  <c:v>7</c:v>
                </c:pt>
                <c:pt idx="234">
                  <c:v>1</c:v>
                </c:pt>
                <c:pt idx="235">
                  <c:v>8</c:v>
                </c:pt>
                <c:pt idx="236">
                  <c:v>16</c:v>
                </c:pt>
                <c:pt idx="237">
                  <c:v>29</c:v>
                </c:pt>
                <c:pt idx="238">
                  <c:v>59</c:v>
                </c:pt>
                <c:pt idx="239">
                  <c:v>27</c:v>
                </c:pt>
                <c:pt idx="240">
                  <c:v>31</c:v>
                </c:pt>
                <c:pt idx="241">
                  <c:v>4</c:v>
                </c:pt>
                <c:pt idx="242">
                  <c:v>4</c:v>
                </c:pt>
                <c:pt idx="243">
                  <c:v>1</c:v>
                </c:pt>
                <c:pt idx="244">
                  <c:v>9</c:v>
                </c:pt>
                <c:pt idx="245">
                  <c:v>1</c:v>
                </c:pt>
                <c:pt idx="246">
                  <c:v>2</c:v>
                </c:pt>
                <c:pt idx="247">
                  <c:v>2</c:v>
                </c:pt>
                <c:pt idx="248">
                  <c:v>2</c:v>
                </c:pt>
                <c:pt idx="249">
                  <c:v>0</c:v>
                </c:pt>
                <c:pt idx="250">
                  <c:v>12</c:v>
                </c:pt>
                <c:pt idx="251">
                  <c:v>2</c:v>
                </c:pt>
                <c:pt idx="252">
                  <c:v>6</c:v>
                </c:pt>
                <c:pt idx="253">
                  <c:v>4</c:v>
                </c:pt>
                <c:pt idx="254">
                  <c:v>4</c:v>
                </c:pt>
                <c:pt idx="255">
                  <c:v>6</c:v>
                </c:pt>
                <c:pt idx="256">
                  <c:v>4</c:v>
                </c:pt>
                <c:pt idx="257">
                  <c:v>19</c:v>
                </c:pt>
                <c:pt idx="258">
                  <c:v>4</c:v>
                </c:pt>
                <c:pt idx="259">
                  <c:v>4</c:v>
                </c:pt>
                <c:pt idx="260">
                  <c:v>7</c:v>
                </c:pt>
                <c:pt idx="261">
                  <c:v>9</c:v>
                </c:pt>
                <c:pt idx="262">
                  <c:v>2</c:v>
                </c:pt>
                <c:pt idx="263">
                  <c:v>2</c:v>
                </c:pt>
                <c:pt idx="264">
                  <c:v>8</c:v>
                </c:pt>
                <c:pt idx="265">
                  <c:v>7</c:v>
                </c:pt>
                <c:pt idx="266">
                  <c:v>7</c:v>
                </c:pt>
                <c:pt idx="267">
                  <c:v>5</c:v>
                </c:pt>
                <c:pt idx="268">
                  <c:v>4</c:v>
                </c:pt>
                <c:pt idx="269">
                  <c:v>10</c:v>
                </c:pt>
                <c:pt idx="270">
                  <c:v>5</c:v>
                </c:pt>
                <c:pt idx="271">
                  <c:v>15</c:v>
                </c:pt>
                <c:pt idx="272">
                  <c:v>63</c:v>
                </c:pt>
                <c:pt idx="273">
                  <c:v>20</c:v>
                </c:pt>
                <c:pt idx="274">
                  <c:v>7</c:v>
                </c:pt>
                <c:pt idx="275">
                  <c:v>2</c:v>
                </c:pt>
                <c:pt idx="276">
                  <c:v>26</c:v>
                </c:pt>
                <c:pt idx="277">
                  <c:v>6</c:v>
                </c:pt>
                <c:pt idx="278">
                  <c:v>5</c:v>
                </c:pt>
                <c:pt idx="279">
                  <c:v>9</c:v>
                </c:pt>
                <c:pt idx="280">
                  <c:v>6</c:v>
                </c:pt>
                <c:pt idx="281">
                  <c:v>5</c:v>
                </c:pt>
                <c:pt idx="282">
                  <c:v>0</c:v>
                </c:pt>
                <c:pt idx="283">
                  <c:v>1</c:v>
                </c:pt>
                <c:pt idx="284">
                  <c:v>17</c:v>
                </c:pt>
                <c:pt idx="285">
                  <c:v>1</c:v>
                </c:pt>
                <c:pt idx="286">
                  <c:v>2</c:v>
                </c:pt>
                <c:pt idx="287">
                  <c:v>2</c:v>
                </c:pt>
                <c:pt idx="288">
                  <c:v>1</c:v>
                </c:pt>
                <c:pt idx="289">
                  <c:v>11</c:v>
                </c:pt>
                <c:pt idx="290">
                  <c:v>13</c:v>
                </c:pt>
                <c:pt idx="291">
                  <c:v>8</c:v>
                </c:pt>
                <c:pt idx="292">
                  <c:v>65</c:v>
                </c:pt>
                <c:pt idx="293">
                  <c:v>32</c:v>
                </c:pt>
                <c:pt idx="294">
                  <c:v>10</c:v>
                </c:pt>
                <c:pt idx="295">
                  <c:v>33</c:v>
                </c:pt>
                <c:pt idx="296">
                  <c:v>0</c:v>
                </c:pt>
                <c:pt idx="297">
                  <c:v>125</c:v>
                </c:pt>
                <c:pt idx="298">
                  <c:v>11</c:v>
                </c:pt>
                <c:pt idx="299">
                  <c:v>2</c:v>
                </c:pt>
                <c:pt idx="300">
                  <c:v>7</c:v>
                </c:pt>
                <c:pt idx="301">
                  <c:v>10</c:v>
                </c:pt>
                <c:pt idx="302">
                  <c:v>4</c:v>
                </c:pt>
                <c:pt idx="303">
                  <c:v>6</c:v>
                </c:pt>
                <c:pt idx="304">
                  <c:v>2</c:v>
                </c:pt>
                <c:pt idx="305">
                  <c:v>1</c:v>
                </c:pt>
                <c:pt idx="306">
                  <c:v>1</c:v>
                </c:pt>
                <c:pt idx="307">
                  <c:v>3</c:v>
                </c:pt>
                <c:pt idx="308">
                  <c:v>0</c:v>
                </c:pt>
                <c:pt idx="309">
                  <c:v>1</c:v>
                </c:pt>
                <c:pt idx="310">
                  <c:v>18</c:v>
                </c:pt>
                <c:pt idx="311">
                  <c:v>4</c:v>
                </c:pt>
                <c:pt idx="312">
                  <c:v>6</c:v>
                </c:pt>
                <c:pt idx="313">
                  <c:v>14</c:v>
                </c:pt>
                <c:pt idx="314">
                  <c:v>78</c:v>
                </c:pt>
                <c:pt idx="315">
                  <c:v>7</c:v>
                </c:pt>
                <c:pt idx="316">
                  <c:v>18</c:v>
                </c:pt>
                <c:pt idx="317">
                  <c:v>10</c:v>
                </c:pt>
                <c:pt idx="318">
                  <c:v>7</c:v>
                </c:pt>
                <c:pt idx="319">
                  <c:v>7</c:v>
                </c:pt>
                <c:pt idx="320">
                  <c:v>3</c:v>
                </c:pt>
                <c:pt idx="321">
                  <c:v>0</c:v>
                </c:pt>
                <c:pt idx="322">
                  <c:v>0</c:v>
                </c:pt>
                <c:pt idx="323">
                  <c:v>4</c:v>
                </c:pt>
                <c:pt idx="324">
                  <c:v>15</c:v>
                </c:pt>
                <c:pt idx="325">
                  <c:v>10</c:v>
                </c:pt>
                <c:pt idx="326">
                  <c:v>22</c:v>
                </c:pt>
                <c:pt idx="327">
                  <c:v>26</c:v>
                </c:pt>
                <c:pt idx="328">
                  <c:v>11</c:v>
                </c:pt>
                <c:pt idx="329">
                  <c:v>6</c:v>
                </c:pt>
                <c:pt idx="330">
                  <c:v>9</c:v>
                </c:pt>
                <c:pt idx="331">
                  <c:v>0</c:v>
                </c:pt>
                <c:pt idx="332">
                  <c:v>2</c:v>
                </c:pt>
                <c:pt idx="333">
                  <c:v>5</c:v>
                </c:pt>
                <c:pt idx="334">
                  <c:v>0</c:v>
                </c:pt>
                <c:pt idx="335">
                  <c:v>3</c:v>
                </c:pt>
                <c:pt idx="336">
                  <c:v>23</c:v>
                </c:pt>
                <c:pt idx="337">
                  <c:v>0</c:v>
                </c:pt>
                <c:pt idx="338">
                  <c:v>2</c:v>
                </c:pt>
                <c:pt idx="339">
                  <c:v>0</c:v>
                </c:pt>
                <c:pt idx="340">
                  <c:v>1</c:v>
                </c:pt>
                <c:pt idx="341">
                  <c:v>4</c:v>
                </c:pt>
                <c:pt idx="342">
                  <c:v>3</c:v>
                </c:pt>
                <c:pt idx="343">
                  <c:v>6</c:v>
                </c:pt>
                <c:pt idx="344">
                  <c:v>26</c:v>
                </c:pt>
                <c:pt idx="345">
                  <c:v>27</c:v>
                </c:pt>
                <c:pt idx="346">
                  <c:v>12</c:v>
                </c:pt>
                <c:pt idx="347">
                  <c:v>6</c:v>
                </c:pt>
                <c:pt idx="348">
                  <c:v>19</c:v>
                </c:pt>
                <c:pt idx="349">
                  <c:v>14</c:v>
                </c:pt>
                <c:pt idx="350">
                  <c:v>28</c:v>
                </c:pt>
                <c:pt idx="351">
                  <c:v>40</c:v>
                </c:pt>
                <c:pt idx="352">
                  <c:v>13</c:v>
                </c:pt>
                <c:pt idx="353">
                  <c:v>8</c:v>
                </c:pt>
                <c:pt idx="354">
                  <c:v>5</c:v>
                </c:pt>
                <c:pt idx="355">
                  <c:v>8</c:v>
                </c:pt>
                <c:pt idx="356">
                  <c:v>27</c:v>
                </c:pt>
                <c:pt idx="357">
                  <c:v>2</c:v>
                </c:pt>
                <c:pt idx="358">
                  <c:v>3</c:v>
                </c:pt>
                <c:pt idx="359">
                  <c:v>6</c:v>
                </c:pt>
                <c:pt idx="360">
                  <c:v>3</c:v>
                </c:pt>
                <c:pt idx="361">
                  <c:v>1</c:v>
                </c:pt>
                <c:pt idx="362">
                  <c:v>0</c:v>
                </c:pt>
                <c:pt idx="363">
                  <c:v>14</c:v>
                </c:pt>
                <c:pt idx="364">
                  <c:v>4</c:v>
                </c:pt>
                <c:pt idx="365">
                  <c:v>10</c:v>
                </c:pt>
                <c:pt idx="366">
                  <c:v>13</c:v>
                </c:pt>
                <c:pt idx="367">
                  <c:v>22</c:v>
                </c:pt>
                <c:pt idx="368">
                  <c:v>21</c:v>
                </c:pt>
                <c:pt idx="369">
                  <c:v>19</c:v>
                </c:pt>
                <c:pt idx="370">
                  <c:v>13</c:v>
                </c:pt>
                <c:pt idx="371">
                  <c:v>19</c:v>
                </c:pt>
                <c:pt idx="372">
                  <c:v>19</c:v>
                </c:pt>
                <c:pt idx="373">
                  <c:v>7</c:v>
                </c:pt>
                <c:pt idx="374">
                  <c:v>7</c:v>
                </c:pt>
                <c:pt idx="375">
                  <c:v>2</c:v>
                </c:pt>
                <c:pt idx="376">
                  <c:v>1</c:v>
                </c:pt>
                <c:pt idx="377">
                  <c:v>5</c:v>
                </c:pt>
                <c:pt idx="378">
                  <c:v>14</c:v>
                </c:pt>
                <c:pt idx="379">
                  <c:v>3</c:v>
                </c:pt>
                <c:pt idx="380">
                  <c:v>1</c:v>
                </c:pt>
                <c:pt idx="381">
                  <c:v>4</c:v>
                </c:pt>
                <c:pt idx="382">
                  <c:v>28</c:v>
                </c:pt>
                <c:pt idx="383">
                  <c:v>4</c:v>
                </c:pt>
                <c:pt idx="384">
                  <c:v>12</c:v>
                </c:pt>
                <c:pt idx="385">
                  <c:v>5</c:v>
                </c:pt>
                <c:pt idx="386">
                  <c:v>12</c:v>
                </c:pt>
                <c:pt idx="387">
                  <c:v>10</c:v>
                </c:pt>
                <c:pt idx="388">
                  <c:v>22</c:v>
                </c:pt>
                <c:pt idx="389">
                  <c:v>11</c:v>
                </c:pt>
                <c:pt idx="390">
                  <c:v>1</c:v>
                </c:pt>
                <c:pt idx="391">
                  <c:v>2</c:v>
                </c:pt>
                <c:pt idx="392">
                  <c:v>8</c:v>
                </c:pt>
                <c:pt idx="393">
                  <c:v>11</c:v>
                </c:pt>
                <c:pt idx="394">
                  <c:v>18</c:v>
                </c:pt>
                <c:pt idx="395">
                  <c:v>9</c:v>
                </c:pt>
                <c:pt idx="396">
                  <c:v>21</c:v>
                </c:pt>
                <c:pt idx="397">
                  <c:v>6</c:v>
                </c:pt>
                <c:pt idx="398">
                  <c:v>4</c:v>
                </c:pt>
                <c:pt idx="399">
                  <c:v>10</c:v>
                </c:pt>
                <c:pt idx="400">
                  <c:v>5</c:v>
                </c:pt>
                <c:pt idx="401">
                  <c:v>8</c:v>
                </c:pt>
                <c:pt idx="402">
                  <c:v>3</c:v>
                </c:pt>
                <c:pt idx="403">
                  <c:v>7</c:v>
                </c:pt>
                <c:pt idx="404">
                  <c:v>6</c:v>
                </c:pt>
                <c:pt idx="405">
                  <c:v>3</c:v>
                </c:pt>
                <c:pt idx="406">
                  <c:v>0</c:v>
                </c:pt>
                <c:pt idx="407">
                  <c:v>6</c:v>
                </c:pt>
                <c:pt idx="408">
                  <c:v>16</c:v>
                </c:pt>
                <c:pt idx="409">
                  <c:v>5</c:v>
                </c:pt>
                <c:pt idx="410">
                  <c:v>5</c:v>
                </c:pt>
                <c:pt idx="411">
                  <c:v>8</c:v>
                </c:pt>
                <c:pt idx="412">
                  <c:v>19</c:v>
                </c:pt>
                <c:pt idx="413">
                  <c:v>9</c:v>
                </c:pt>
                <c:pt idx="414">
                  <c:v>4</c:v>
                </c:pt>
                <c:pt idx="415">
                  <c:v>8</c:v>
                </c:pt>
                <c:pt idx="416">
                  <c:v>7</c:v>
                </c:pt>
                <c:pt idx="417">
                  <c:v>10</c:v>
                </c:pt>
                <c:pt idx="418">
                  <c:v>18</c:v>
                </c:pt>
                <c:pt idx="419">
                  <c:v>4</c:v>
                </c:pt>
                <c:pt idx="420">
                  <c:v>5</c:v>
                </c:pt>
                <c:pt idx="421">
                  <c:v>16</c:v>
                </c:pt>
                <c:pt idx="422">
                  <c:v>24</c:v>
                </c:pt>
                <c:pt idx="423">
                  <c:v>4</c:v>
                </c:pt>
                <c:pt idx="424">
                  <c:v>4</c:v>
                </c:pt>
                <c:pt idx="425">
                  <c:v>8</c:v>
                </c:pt>
                <c:pt idx="426">
                  <c:v>0</c:v>
                </c:pt>
                <c:pt idx="427">
                  <c:v>0</c:v>
                </c:pt>
                <c:pt idx="428">
                  <c:v>3</c:v>
                </c:pt>
                <c:pt idx="429">
                  <c:v>0</c:v>
                </c:pt>
                <c:pt idx="430">
                  <c:v>1</c:v>
                </c:pt>
                <c:pt idx="431">
                  <c:v>6</c:v>
                </c:pt>
                <c:pt idx="432">
                  <c:v>13</c:v>
                </c:pt>
                <c:pt idx="433">
                  <c:v>11</c:v>
                </c:pt>
                <c:pt idx="434">
                  <c:v>7</c:v>
                </c:pt>
                <c:pt idx="435">
                  <c:v>46</c:v>
                </c:pt>
                <c:pt idx="436">
                  <c:v>3</c:v>
                </c:pt>
                <c:pt idx="437">
                  <c:v>5</c:v>
                </c:pt>
                <c:pt idx="438">
                  <c:v>9</c:v>
                </c:pt>
                <c:pt idx="439">
                  <c:v>5</c:v>
                </c:pt>
                <c:pt idx="440">
                  <c:v>7</c:v>
                </c:pt>
                <c:pt idx="441">
                  <c:v>21</c:v>
                </c:pt>
                <c:pt idx="442">
                  <c:v>12</c:v>
                </c:pt>
                <c:pt idx="443">
                  <c:v>1</c:v>
                </c:pt>
                <c:pt idx="444">
                  <c:v>3</c:v>
                </c:pt>
                <c:pt idx="445">
                  <c:v>5</c:v>
                </c:pt>
                <c:pt idx="446">
                  <c:v>25</c:v>
                </c:pt>
                <c:pt idx="447">
                  <c:v>8</c:v>
                </c:pt>
                <c:pt idx="448">
                  <c:v>1</c:v>
                </c:pt>
                <c:pt idx="449">
                  <c:v>21</c:v>
                </c:pt>
                <c:pt idx="450">
                  <c:v>17</c:v>
                </c:pt>
                <c:pt idx="451">
                  <c:v>30</c:v>
                </c:pt>
                <c:pt idx="452">
                  <c:v>28</c:v>
                </c:pt>
                <c:pt idx="453">
                  <c:v>13</c:v>
                </c:pt>
                <c:pt idx="454">
                  <c:v>7</c:v>
                </c:pt>
                <c:pt idx="455">
                  <c:v>22</c:v>
                </c:pt>
                <c:pt idx="456">
                  <c:v>10</c:v>
                </c:pt>
                <c:pt idx="457">
                  <c:v>4</c:v>
                </c:pt>
                <c:pt idx="458">
                  <c:v>1</c:v>
                </c:pt>
                <c:pt idx="459">
                  <c:v>1</c:v>
                </c:pt>
                <c:pt idx="460">
                  <c:v>1</c:v>
                </c:pt>
                <c:pt idx="461">
                  <c:v>2</c:v>
                </c:pt>
                <c:pt idx="462">
                  <c:v>5</c:v>
                </c:pt>
                <c:pt idx="463">
                  <c:v>5</c:v>
                </c:pt>
                <c:pt idx="464">
                  <c:v>14</c:v>
                </c:pt>
                <c:pt idx="465">
                  <c:v>4</c:v>
                </c:pt>
                <c:pt idx="466">
                  <c:v>9</c:v>
                </c:pt>
                <c:pt idx="467">
                  <c:v>5</c:v>
                </c:pt>
                <c:pt idx="468">
                  <c:v>16</c:v>
                </c:pt>
                <c:pt idx="469">
                  <c:v>16</c:v>
                </c:pt>
                <c:pt idx="470">
                  <c:v>26</c:v>
                </c:pt>
                <c:pt idx="471">
                  <c:v>9</c:v>
                </c:pt>
                <c:pt idx="472">
                  <c:v>7</c:v>
                </c:pt>
                <c:pt idx="473">
                  <c:v>14</c:v>
                </c:pt>
                <c:pt idx="474">
                  <c:v>4</c:v>
                </c:pt>
                <c:pt idx="475">
                  <c:v>14</c:v>
                </c:pt>
                <c:pt idx="476">
                  <c:v>3</c:v>
                </c:pt>
                <c:pt idx="477">
                  <c:v>8</c:v>
                </c:pt>
                <c:pt idx="478">
                  <c:v>8</c:v>
                </c:pt>
                <c:pt idx="479">
                  <c:v>8</c:v>
                </c:pt>
                <c:pt idx="480">
                  <c:v>12</c:v>
                </c:pt>
                <c:pt idx="481">
                  <c:v>7</c:v>
                </c:pt>
                <c:pt idx="482">
                  <c:v>13</c:v>
                </c:pt>
                <c:pt idx="483">
                  <c:v>3</c:v>
                </c:pt>
                <c:pt idx="484">
                  <c:v>10</c:v>
                </c:pt>
                <c:pt idx="485">
                  <c:v>7</c:v>
                </c:pt>
                <c:pt idx="486">
                  <c:v>4</c:v>
                </c:pt>
                <c:pt idx="487">
                  <c:v>21</c:v>
                </c:pt>
                <c:pt idx="488">
                  <c:v>5</c:v>
                </c:pt>
                <c:pt idx="489">
                  <c:v>4</c:v>
                </c:pt>
                <c:pt idx="490">
                  <c:v>20</c:v>
                </c:pt>
                <c:pt idx="491">
                  <c:v>6</c:v>
                </c:pt>
                <c:pt idx="492">
                  <c:v>8</c:v>
                </c:pt>
                <c:pt idx="493">
                  <c:v>3</c:v>
                </c:pt>
                <c:pt idx="494">
                  <c:v>7</c:v>
                </c:pt>
                <c:pt idx="495">
                  <c:v>1</c:v>
                </c:pt>
                <c:pt idx="496">
                  <c:v>10</c:v>
                </c:pt>
                <c:pt idx="497">
                  <c:v>4</c:v>
                </c:pt>
                <c:pt idx="498">
                  <c:v>22</c:v>
                </c:pt>
                <c:pt idx="499">
                  <c:v>9</c:v>
                </c:pt>
                <c:pt idx="500">
                  <c:v>5</c:v>
                </c:pt>
                <c:pt idx="501">
                  <c:v>4</c:v>
                </c:pt>
                <c:pt idx="502">
                  <c:v>4</c:v>
                </c:pt>
                <c:pt idx="503">
                  <c:v>5</c:v>
                </c:pt>
                <c:pt idx="504">
                  <c:v>4</c:v>
                </c:pt>
                <c:pt idx="505">
                  <c:v>0</c:v>
                </c:pt>
                <c:pt idx="506">
                  <c:v>3</c:v>
                </c:pt>
                <c:pt idx="507">
                  <c:v>3</c:v>
                </c:pt>
                <c:pt idx="508">
                  <c:v>0</c:v>
                </c:pt>
                <c:pt idx="509">
                  <c:v>3</c:v>
                </c:pt>
                <c:pt idx="510">
                  <c:v>4</c:v>
                </c:pt>
                <c:pt idx="511">
                  <c:v>1</c:v>
                </c:pt>
                <c:pt idx="512">
                  <c:v>6</c:v>
                </c:pt>
                <c:pt idx="513">
                  <c:v>6</c:v>
                </c:pt>
                <c:pt idx="514">
                  <c:v>8</c:v>
                </c:pt>
                <c:pt idx="515">
                  <c:v>2</c:v>
                </c:pt>
                <c:pt idx="516">
                  <c:v>86</c:v>
                </c:pt>
                <c:pt idx="517">
                  <c:v>40</c:v>
                </c:pt>
                <c:pt idx="518">
                  <c:v>0</c:v>
                </c:pt>
                <c:pt idx="519">
                  <c:v>3</c:v>
                </c:pt>
                <c:pt idx="520">
                  <c:v>3</c:v>
                </c:pt>
                <c:pt idx="521">
                  <c:v>0</c:v>
                </c:pt>
                <c:pt idx="522">
                  <c:v>0</c:v>
                </c:pt>
                <c:pt idx="523">
                  <c:v>4</c:v>
                </c:pt>
                <c:pt idx="524">
                  <c:v>5</c:v>
                </c:pt>
                <c:pt idx="525">
                  <c:v>5</c:v>
                </c:pt>
                <c:pt idx="526">
                  <c:v>7</c:v>
                </c:pt>
                <c:pt idx="527">
                  <c:v>8</c:v>
                </c:pt>
                <c:pt idx="528">
                  <c:v>2</c:v>
                </c:pt>
                <c:pt idx="529">
                  <c:v>0</c:v>
                </c:pt>
                <c:pt idx="530">
                  <c:v>17</c:v>
                </c:pt>
                <c:pt idx="531">
                  <c:v>5</c:v>
                </c:pt>
                <c:pt idx="532">
                  <c:v>0</c:v>
                </c:pt>
                <c:pt idx="533">
                  <c:v>4</c:v>
                </c:pt>
                <c:pt idx="534">
                  <c:v>2</c:v>
                </c:pt>
                <c:pt idx="535">
                  <c:v>5</c:v>
                </c:pt>
                <c:pt idx="536">
                  <c:v>2</c:v>
                </c:pt>
                <c:pt idx="537">
                  <c:v>17</c:v>
                </c:pt>
                <c:pt idx="538">
                  <c:v>18</c:v>
                </c:pt>
                <c:pt idx="539">
                  <c:v>5</c:v>
                </c:pt>
                <c:pt idx="540">
                  <c:v>4</c:v>
                </c:pt>
                <c:pt idx="541">
                  <c:v>0</c:v>
                </c:pt>
                <c:pt idx="542">
                  <c:v>0</c:v>
                </c:pt>
                <c:pt idx="543">
                  <c:v>8</c:v>
                </c:pt>
                <c:pt idx="544">
                  <c:v>13</c:v>
                </c:pt>
                <c:pt idx="545">
                  <c:v>14</c:v>
                </c:pt>
                <c:pt idx="546">
                  <c:v>10</c:v>
                </c:pt>
                <c:pt idx="547">
                  <c:v>13</c:v>
                </c:pt>
                <c:pt idx="548">
                  <c:v>5</c:v>
                </c:pt>
                <c:pt idx="549">
                  <c:v>0</c:v>
                </c:pt>
                <c:pt idx="550">
                  <c:v>4</c:v>
                </c:pt>
                <c:pt idx="551">
                  <c:v>25</c:v>
                </c:pt>
                <c:pt idx="552">
                  <c:v>2</c:v>
                </c:pt>
                <c:pt idx="553">
                  <c:v>8</c:v>
                </c:pt>
                <c:pt idx="554">
                  <c:v>16</c:v>
                </c:pt>
                <c:pt idx="555">
                  <c:v>14</c:v>
                </c:pt>
                <c:pt idx="556">
                  <c:v>9</c:v>
                </c:pt>
                <c:pt idx="557">
                  <c:v>8</c:v>
                </c:pt>
                <c:pt idx="558">
                  <c:v>27</c:v>
                </c:pt>
                <c:pt idx="559">
                  <c:v>11</c:v>
                </c:pt>
                <c:pt idx="560">
                  <c:v>7</c:v>
                </c:pt>
                <c:pt idx="561">
                  <c:v>9</c:v>
                </c:pt>
                <c:pt idx="562">
                  <c:v>8</c:v>
                </c:pt>
                <c:pt idx="563">
                  <c:v>12</c:v>
                </c:pt>
                <c:pt idx="564">
                  <c:v>3</c:v>
                </c:pt>
                <c:pt idx="565">
                  <c:v>34</c:v>
                </c:pt>
                <c:pt idx="566">
                  <c:v>19</c:v>
                </c:pt>
                <c:pt idx="567">
                  <c:v>7</c:v>
                </c:pt>
                <c:pt idx="568">
                  <c:v>11</c:v>
                </c:pt>
                <c:pt idx="569">
                  <c:v>3</c:v>
                </c:pt>
                <c:pt idx="570">
                  <c:v>14</c:v>
                </c:pt>
                <c:pt idx="571">
                  <c:v>5</c:v>
                </c:pt>
                <c:pt idx="572">
                  <c:v>5</c:v>
                </c:pt>
                <c:pt idx="573">
                  <c:v>10</c:v>
                </c:pt>
                <c:pt idx="574">
                  <c:v>11</c:v>
                </c:pt>
                <c:pt idx="575">
                  <c:v>11</c:v>
                </c:pt>
                <c:pt idx="576">
                  <c:v>2</c:v>
                </c:pt>
                <c:pt idx="577">
                  <c:v>1</c:v>
                </c:pt>
                <c:pt idx="578">
                  <c:v>2</c:v>
                </c:pt>
                <c:pt idx="579">
                  <c:v>9</c:v>
                </c:pt>
                <c:pt idx="580">
                  <c:v>7</c:v>
                </c:pt>
                <c:pt idx="581">
                  <c:v>0</c:v>
                </c:pt>
                <c:pt idx="582">
                  <c:v>5</c:v>
                </c:pt>
                <c:pt idx="583">
                  <c:v>8</c:v>
                </c:pt>
                <c:pt idx="584">
                  <c:v>10</c:v>
                </c:pt>
                <c:pt idx="585">
                  <c:v>1</c:v>
                </c:pt>
                <c:pt idx="586">
                  <c:v>13</c:v>
                </c:pt>
                <c:pt idx="587">
                  <c:v>3</c:v>
                </c:pt>
                <c:pt idx="588">
                  <c:v>2</c:v>
                </c:pt>
                <c:pt idx="589">
                  <c:v>5</c:v>
                </c:pt>
                <c:pt idx="590">
                  <c:v>2</c:v>
                </c:pt>
                <c:pt idx="591">
                  <c:v>5</c:v>
                </c:pt>
                <c:pt idx="592">
                  <c:v>4</c:v>
                </c:pt>
                <c:pt idx="593">
                  <c:v>0</c:v>
                </c:pt>
                <c:pt idx="594">
                  <c:v>8</c:v>
                </c:pt>
                <c:pt idx="595">
                  <c:v>4</c:v>
                </c:pt>
                <c:pt idx="596">
                  <c:v>12</c:v>
                </c:pt>
                <c:pt idx="597">
                  <c:v>42</c:v>
                </c:pt>
                <c:pt idx="598">
                  <c:v>15</c:v>
                </c:pt>
                <c:pt idx="599">
                  <c:v>7</c:v>
                </c:pt>
                <c:pt idx="600">
                  <c:v>5</c:v>
                </c:pt>
                <c:pt idx="601">
                  <c:v>66</c:v>
                </c:pt>
                <c:pt idx="602">
                  <c:v>13</c:v>
                </c:pt>
                <c:pt idx="603">
                  <c:v>6</c:v>
                </c:pt>
                <c:pt idx="604">
                  <c:v>3</c:v>
                </c:pt>
                <c:pt idx="605">
                  <c:v>1</c:v>
                </c:pt>
                <c:pt idx="606">
                  <c:v>1</c:v>
                </c:pt>
                <c:pt idx="607">
                  <c:v>4</c:v>
                </c:pt>
                <c:pt idx="608">
                  <c:v>7</c:v>
                </c:pt>
                <c:pt idx="609">
                  <c:v>6</c:v>
                </c:pt>
                <c:pt idx="610">
                  <c:v>8</c:v>
                </c:pt>
                <c:pt idx="611">
                  <c:v>8</c:v>
                </c:pt>
                <c:pt idx="612">
                  <c:v>1</c:v>
                </c:pt>
                <c:pt idx="613">
                  <c:v>5</c:v>
                </c:pt>
                <c:pt idx="614">
                  <c:v>7</c:v>
                </c:pt>
                <c:pt idx="615">
                  <c:v>8</c:v>
                </c:pt>
                <c:pt idx="616">
                  <c:v>3</c:v>
                </c:pt>
                <c:pt idx="617">
                  <c:v>6</c:v>
                </c:pt>
                <c:pt idx="618">
                  <c:v>11</c:v>
                </c:pt>
                <c:pt idx="619">
                  <c:v>11</c:v>
                </c:pt>
                <c:pt idx="620">
                  <c:v>6</c:v>
                </c:pt>
                <c:pt idx="621">
                  <c:v>16</c:v>
                </c:pt>
                <c:pt idx="622">
                  <c:v>12</c:v>
                </c:pt>
                <c:pt idx="623">
                  <c:v>11</c:v>
                </c:pt>
                <c:pt idx="624">
                  <c:v>4</c:v>
                </c:pt>
                <c:pt idx="625">
                  <c:v>4</c:v>
                </c:pt>
                <c:pt idx="626">
                  <c:v>4</c:v>
                </c:pt>
                <c:pt idx="627">
                  <c:v>7</c:v>
                </c:pt>
                <c:pt idx="628">
                  <c:v>3</c:v>
                </c:pt>
                <c:pt idx="629">
                  <c:v>26</c:v>
                </c:pt>
                <c:pt idx="630">
                  <c:v>3</c:v>
                </c:pt>
                <c:pt idx="631">
                  <c:v>2</c:v>
                </c:pt>
                <c:pt idx="632">
                  <c:v>3</c:v>
                </c:pt>
                <c:pt idx="633">
                  <c:v>10</c:v>
                </c:pt>
                <c:pt idx="634">
                  <c:v>1</c:v>
                </c:pt>
                <c:pt idx="635">
                  <c:v>2</c:v>
                </c:pt>
                <c:pt idx="636">
                  <c:v>5</c:v>
                </c:pt>
                <c:pt idx="637">
                  <c:v>6</c:v>
                </c:pt>
                <c:pt idx="638">
                  <c:v>10</c:v>
                </c:pt>
                <c:pt idx="639">
                  <c:v>1</c:v>
                </c:pt>
                <c:pt idx="640">
                  <c:v>1</c:v>
                </c:pt>
                <c:pt idx="641">
                  <c:v>2</c:v>
                </c:pt>
                <c:pt idx="642">
                  <c:v>9</c:v>
                </c:pt>
                <c:pt idx="643">
                  <c:v>10</c:v>
                </c:pt>
                <c:pt idx="644">
                  <c:v>15</c:v>
                </c:pt>
                <c:pt idx="645">
                  <c:v>8</c:v>
                </c:pt>
                <c:pt idx="646">
                  <c:v>4</c:v>
                </c:pt>
                <c:pt idx="647">
                  <c:v>5</c:v>
                </c:pt>
                <c:pt idx="648">
                  <c:v>16</c:v>
                </c:pt>
                <c:pt idx="649">
                  <c:v>5</c:v>
                </c:pt>
                <c:pt idx="650">
                  <c:v>1</c:v>
                </c:pt>
                <c:pt idx="651">
                  <c:v>6</c:v>
                </c:pt>
                <c:pt idx="652">
                  <c:v>4</c:v>
                </c:pt>
                <c:pt idx="653">
                  <c:v>3</c:v>
                </c:pt>
                <c:pt idx="654">
                  <c:v>0</c:v>
                </c:pt>
                <c:pt idx="655">
                  <c:v>2</c:v>
                </c:pt>
                <c:pt idx="656">
                  <c:v>14</c:v>
                </c:pt>
                <c:pt idx="657">
                  <c:v>10</c:v>
                </c:pt>
                <c:pt idx="658">
                  <c:v>5</c:v>
                </c:pt>
                <c:pt idx="659">
                  <c:v>1</c:v>
                </c:pt>
                <c:pt idx="660">
                  <c:v>3</c:v>
                </c:pt>
                <c:pt idx="661">
                  <c:v>10</c:v>
                </c:pt>
                <c:pt idx="662">
                  <c:v>9</c:v>
                </c:pt>
                <c:pt idx="663">
                  <c:v>3</c:v>
                </c:pt>
                <c:pt idx="664">
                  <c:v>7</c:v>
                </c:pt>
                <c:pt idx="665">
                  <c:v>25</c:v>
                </c:pt>
                <c:pt idx="666">
                  <c:v>1</c:v>
                </c:pt>
                <c:pt idx="667">
                  <c:v>3</c:v>
                </c:pt>
                <c:pt idx="668">
                  <c:v>3</c:v>
                </c:pt>
                <c:pt idx="669">
                  <c:v>1</c:v>
                </c:pt>
                <c:pt idx="670">
                  <c:v>2</c:v>
                </c:pt>
                <c:pt idx="671">
                  <c:v>0</c:v>
                </c:pt>
                <c:pt idx="672">
                  <c:v>5</c:v>
                </c:pt>
                <c:pt idx="673">
                  <c:v>16</c:v>
                </c:pt>
                <c:pt idx="674">
                  <c:v>24</c:v>
                </c:pt>
                <c:pt idx="675">
                  <c:v>13</c:v>
                </c:pt>
                <c:pt idx="676">
                  <c:v>0</c:v>
                </c:pt>
                <c:pt idx="677">
                  <c:v>3</c:v>
                </c:pt>
                <c:pt idx="678">
                  <c:v>6</c:v>
                </c:pt>
                <c:pt idx="679">
                  <c:v>8</c:v>
                </c:pt>
                <c:pt idx="680">
                  <c:v>1</c:v>
                </c:pt>
                <c:pt idx="681">
                  <c:v>3</c:v>
                </c:pt>
                <c:pt idx="682">
                  <c:v>0</c:v>
                </c:pt>
                <c:pt idx="683">
                  <c:v>1</c:v>
                </c:pt>
                <c:pt idx="684">
                  <c:v>2</c:v>
                </c:pt>
                <c:pt idx="685">
                  <c:v>2</c:v>
                </c:pt>
                <c:pt idx="686">
                  <c:v>7</c:v>
                </c:pt>
                <c:pt idx="687">
                  <c:v>1</c:v>
                </c:pt>
                <c:pt idx="688">
                  <c:v>10</c:v>
                </c:pt>
                <c:pt idx="689">
                  <c:v>8</c:v>
                </c:pt>
                <c:pt idx="690">
                  <c:v>8</c:v>
                </c:pt>
                <c:pt idx="691">
                  <c:v>3</c:v>
                </c:pt>
                <c:pt idx="692">
                  <c:v>4</c:v>
                </c:pt>
                <c:pt idx="693">
                  <c:v>4</c:v>
                </c:pt>
                <c:pt idx="694">
                  <c:v>4</c:v>
                </c:pt>
                <c:pt idx="695">
                  <c:v>8</c:v>
                </c:pt>
                <c:pt idx="696">
                  <c:v>14</c:v>
                </c:pt>
                <c:pt idx="697">
                  <c:v>23</c:v>
                </c:pt>
                <c:pt idx="698">
                  <c:v>4</c:v>
                </c:pt>
                <c:pt idx="699">
                  <c:v>2</c:v>
                </c:pt>
                <c:pt idx="700">
                  <c:v>6</c:v>
                </c:pt>
                <c:pt idx="701">
                  <c:v>4</c:v>
                </c:pt>
                <c:pt idx="702">
                  <c:v>12</c:v>
                </c:pt>
                <c:pt idx="703">
                  <c:v>18</c:v>
                </c:pt>
                <c:pt idx="704">
                  <c:v>28</c:v>
                </c:pt>
                <c:pt idx="705">
                  <c:v>6</c:v>
                </c:pt>
                <c:pt idx="706">
                  <c:v>44</c:v>
                </c:pt>
                <c:pt idx="707">
                  <c:v>14</c:v>
                </c:pt>
                <c:pt idx="708">
                  <c:v>16</c:v>
                </c:pt>
                <c:pt idx="709">
                  <c:v>8</c:v>
                </c:pt>
                <c:pt idx="710">
                  <c:v>3</c:v>
                </c:pt>
                <c:pt idx="711">
                  <c:v>30</c:v>
                </c:pt>
                <c:pt idx="712">
                  <c:v>7</c:v>
                </c:pt>
                <c:pt idx="713">
                  <c:v>12</c:v>
                </c:pt>
                <c:pt idx="714">
                  <c:v>12</c:v>
                </c:pt>
                <c:pt idx="715">
                  <c:v>1</c:v>
                </c:pt>
                <c:pt idx="716">
                  <c:v>7</c:v>
                </c:pt>
                <c:pt idx="717">
                  <c:v>13</c:v>
                </c:pt>
                <c:pt idx="718">
                  <c:v>1</c:v>
                </c:pt>
                <c:pt idx="719">
                  <c:v>4</c:v>
                </c:pt>
                <c:pt idx="720">
                  <c:v>4</c:v>
                </c:pt>
                <c:pt idx="721">
                  <c:v>3</c:v>
                </c:pt>
                <c:pt idx="722">
                  <c:v>7</c:v>
                </c:pt>
                <c:pt idx="723">
                  <c:v>2</c:v>
                </c:pt>
                <c:pt idx="724">
                  <c:v>15</c:v>
                </c:pt>
                <c:pt idx="725">
                  <c:v>9</c:v>
                </c:pt>
                <c:pt idx="726">
                  <c:v>9</c:v>
                </c:pt>
                <c:pt idx="727">
                  <c:v>11</c:v>
                </c:pt>
                <c:pt idx="728">
                  <c:v>18</c:v>
                </c:pt>
                <c:pt idx="729">
                  <c:v>14</c:v>
                </c:pt>
                <c:pt idx="730">
                  <c:v>13</c:v>
                </c:pt>
                <c:pt idx="731">
                  <c:v>2</c:v>
                </c:pt>
                <c:pt idx="732">
                  <c:v>85</c:v>
                </c:pt>
                <c:pt idx="733">
                  <c:v>40</c:v>
                </c:pt>
                <c:pt idx="734">
                  <c:v>3</c:v>
                </c:pt>
                <c:pt idx="735">
                  <c:v>4</c:v>
                </c:pt>
                <c:pt idx="736">
                  <c:v>1</c:v>
                </c:pt>
                <c:pt idx="737">
                  <c:v>3</c:v>
                </c:pt>
                <c:pt idx="738">
                  <c:v>7</c:v>
                </c:pt>
                <c:pt idx="739">
                  <c:v>22</c:v>
                </c:pt>
                <c:pt idx="740">
                  <c:v>13</c:v>
                </c:pt>
                <c:pt idx="741">
                  <c:v>2</c:v>
                </c:pt>
                <c:pt idx="742">
                  <c:v>3</c:v>
                </c:pt>
                <c:pt idx="743">
                  <c:v>6</c:v>
                </c:pt>
                <c:pt idx="744">
                  <c:v>4</c:v>
                </c:pt>
                <c:pt idx="745">
                  <c:v>3</c:v>
                </c:pt>
                <c:pt idx="746">
                  <c:v>5</c:v>
                </c:pt>
                <c:pt idx="747">
                  <c:v>2</c:v>
                </c:pt>
                <c:pt idx="748">
                  <c:v>6</c:v>
                </c:pt>
                <c:pt idx="749">
                  <c:v>9</c:v>
                </c:pt>
                <c:pt idx="750">
                  <c:v>6</c:v>
                </c:pt>
                <c:pt idx="751">
                  <c:v>15</c:v>
                </c:pt>
                <c:pt idx="752">
                  <c:v>7</c:v>
                </c:pt>
                <c:pt idx="753">
                  <c:v>19</c:v>
                </c:pt>
                <c:pt idx="754">
                  <c:v>9</c:v>
                </c:pt>
                <c:pt idx="755">
                  <c:v>4</c:v>
                </c:pt>
                <c:pt idx="756">
                  <c:v>7</c:v>
                </c:pt>
                <c:pt idx="757">
                  <c:v>6</c:v>
                </c:pt>
                <c:pt idx="758">
                  <c:v>5</c:v>
                </c:pt>
                <c:pt idx="759">
                  <c:v>3</c:v>
                </c:pt>
                <c:pt idx="760">
                  <c:v>27</c:v>
                </c:pt>
                <c:pt idx="761">
                  <c:v>13</c:v>
                </c:pt>
                <c:pt idx="762">
                  <c:v>14</c:v>
                </c:pt>
                <c:pt idx="763">
                  <c:v>8</c:v>
                </c:pt>
                <c:pt idx="764">
                  <c:v>6</c:v>
                </c:pt>
                <c:pt idx="765">
                  <c:v>2</c:v>
                </c:pt>
                <c:pt idx="766">
                  <c:v>3</c:v>
                </c:pt>
                <c:pt idx="767">
                  <c:v>5</c:v>
                </c:pt>
                <c:pt idx="768">
                  <c:v>11</c:v>
                </c:pt>
                <c:pt idx="769">
                  <c:v>2</c:v>
                </c:pt>
                <c:pt idx="770">
                  <c:v>7</c:v>
                </c:pt>
                <c:pt idx="771">
                  <c:v>5</c:v>
                </c:pt>
                <c:pt idx="772">
                  <c:v>3</c:v>
                </c:pt>
                <c:pt idx="773">
                  <c:v>10</c:v>
                </c:pt>
                <c:pt idx="774">
                  <c:v>17</c:v>
                </c:pt>
                <c:pt idx="775">
                  <c:v>51</c:v>
                </c:pt>
                <c:pt idx="776">
                  <c:v>1</c:v>
                </c:pt>
                <c:pt idx="777">
                  <c:v>4</c:v>
                </c:pt>
                <c:pt idx="778">
                  <c:v>0</c:v>
                </c:pt>
                <c:pt idx="779">
                  <c:v>2</c:v>
                </c:pt>
                <c:pt idx="780">
                  <c:v>8</c:v>
                </c:pt>
                <c:pt idx="781">
                  <c:v>3</c:v>
                </c:pt>
                <c:pt idx="782">
                  <c:v>8</c:v>
                </c:pt>
                <c:pt idx="783">
                  <c:v>3</c:v>
                </c:pt>
                <c:pt idx="784">
                  <c:v>4</c:v>
                </c:pt>
                <c:pt idx="785">
                  <c:v>7</c:v>
                </c:pt>
                <c:pt idx="786">
                  <c:v>12</c:v>
                </c:pt>
                <c:pt idx="787">
                  <c:v>36</c:v>
                </c:pt>
                <c:pt idx="788">
                  <c:v>38</c:v>
                </c:pt>
                <c:pt idx="789">
                  <c:v>6</c:v>
                </c:pt>
                <c:pt idx="790">
                  <c:v>12</c:v>
                </c:pt>
                <c:pt idx="791">
                  <c:v>13</c:v>
                </c:pt>
                <c:pt idx="792">
                  <c:v>4</c:v>
                </c:pt>
                <c:pt idx="793">
                  <c:v>18</c:v>
                </c:pt>
                <c:pt idx="794">
                  <c:v>17</c:v>
                </c:pt>
                <c:pt idx="795">
                  <c:v>24</c:v>
                </c:pt>
                <c:pt idx="796">
                  <c:v>48</c:v>
                </c:pt>
                <c:pt idx="797">
                  <c:v>44</c:v>
                </c:pt>
                <c:pt idx="798">
                  <c:v>49</c:v>
                </c:pt>
                <c:pt idx="799">
                  <c:v>66</c:v>
                </c:pt>
                <c:pt idx="800">
                  <c:v>26</c:v>
                </c:pt>
                <c:pt idx="801">
                  <c:v>24</c:v>
                </c:pt>
                <c:pt idx="802">
                  <c:v>35</c:v>
                </c:pt>
                <c:pt idx="803">
                  <c:v>22</c:v>
                </c:pt>
                <c:pt idx="804">
                  <c:v>4</c:v>
                </c:pt>
                <c:pt idx="805">
                  <c:v>6</c:v>
                </c:pt>
                <c:pt idx="806">
                  <c:v>9</c:v>
                </c:pt>
                <c:pt idx="807">
                  <c:v>12</c:v>
                </c:pt>
                <c:pt idx="808">
                  <c:v>4</c:v>
                </c:pt>
                <c:pt idx="809">
                  <c:v>6</c:v>
                </c:pt>
                <c:pt idx="810">
                  <c:v>5</c:v>
                </c:pt>
                <c:pt idx="811">
                  <c:v>0</c:v>
                </c:pt>
                <c:pt idx="812">
                  <c:v>4</c:v>
                </c:pt>
                <c:pt idx="813">
                  <c:v>9</c:v>
                </c:pt>
                <c:pt idx="814">
                  <c:v>7</c:v>
                </c:pt>
                <c:pt idx="815">
                  <c:v>10</c:v>
                </c:pt>
                <c:pt idx="816">
                  <c:v>4</c:v>
                </c:pt>
                <c:pt idx="817">
                  <c:v>10</c:v>
                </c:pt>
                <c:pt idx="818">
                  <c:v>0</c:v>
                </c:pt>
                <c:pt idx="819">
                  <c:v>5</c:v>
                </c:pt>
                <c:pt idx="820">
                  <c:v>1</c:v>
                </c:pt>
                <c:pt idx="821">
                  <c:v>9</c:v>
                </c:pt>
                <c:pt idx="822">
                  <c:v>12</c:v>
                </c:pt>
                <c:pt idx="823">
                  <c:v>6</c:v>
                </c:pt>
                <c:pt idx="824">
                  <c:v>12</c:v>
                </c:pt>
                <c:pt idx="825">
                  <c:v>4</c:v>
                </c:pt>
                <c:pt idx="826">
                  <c:v>3</c:v>
                </c:pt>
                <c:pt idx="827">
                  <c:v>6</c:v>
                </c:pt>
                <c:pt idx="828">
                  <c:v>1</c:v>
                </c:pt>
                <c:pt idx="829">
                  <c:v>5</c:v>
                </c:pt>
                <c:pt idx="830">
                  <c:v>1</c:v>
                </c:pt>
                <c:pt idx="831">
                  <c:v>2</c:v>
                </c:pt>
                <c:pt idx="832">
                  <c:v>5</c:v>
                </c:pt>
                <c:pt idx="833">
                  <c:v>14</c:v>
                </c:pt>
                <c:pt idx="834">
                  <c:v>18</c:v>
                </c:pt>
                <c:pt idx="835">
                  <c:v>14</c:v>
                </c:pt>
                <c:pt idx="836">
                  <c:v>1</c:v>
                </c:pt>
                <c:pt idx="837">
                  <c:v>1</c:v>
                </c:pt>
                <c:pt idx="838">
                  <c:v>1</c:v>
                </c:pt>
                <c:pt idx="839">
                  <c:v>5</c:v>
                </c:pt>
                <c:pt idx="840">
                  <c:v>1</c:v>
                </c:pt>
                <c:pt idx="841">
                  <c:v>1</c:v>
                </c:pt>
                <c:pt idx="842">
                  <c:v>0</c:v>
                </c:pt>
                <c:pt idx="843">
                  <c:v>16</c:v>
                </c:pt>
                <c:pt idx="844">
                  <c:v>24</c:v>
                </c:pt>
                <c:pt idx="845">
                  <c:v>5</c:v>
                </c:pt>
                <c:pt idx="846">
                  <c:v>24</c:v>
                </c:pt>
                <c:pt idx="847">
                  <c:v>32</c:v>
                </c:pt>
                <c:pt idx="848">
                  <c:v>2</c:v>
                </c:pt>
                <c:pt idx="849">
                  <c:v>3</c:v>
                </c:pt>
                <c:pt idx="850">
                  <c:v>8</c:v>
                </c:pt>
                <c:pt idx="851">
                  <c:v>8</c:v>
                </c:pt>
                <c:pt idx="852">
                  <c:v>5</c:v>
                </c:pt>
                <c:pt idx="853">
                  <c:v>3</c:v>
                </c:pt>
                <c:pt idx="854">
                  <c:v>3</c:v>
                </c:pt>
                <c:pt idx="855">
                  <c:v>8</c:v>
                </c:pt>
                <c:pt idx="856">
                  <c:v>1</c:v>
                </c:pt>
                <c:pt idx="857">
                  <c:v>9</c:v>
                </c:pt>
                <c:pt idx="858">
                  <c:v>1</c:v>
                </c:pt>
                <c:pt idx="859">
                  <c:v>10</c:v>
                </c:pt>
                <c:pt idx="860">
                  <c:v>2</c:v>
                </c:pt>
                <c:pt idx="861">
                  <c:v>10</c:v>
                </c:pt>
                <c:pt idx="862">
                  <c:v>0</c:v>
                </c:pt>
                <c:pt idx="863">
                  <c:v>0</c:v>
                </c:pt>
                <c:pt idx="864">
                  <c:v>26</c:v>
                </c:pt>
                <c:pt idx="865">
                  <c:v>2</c:v>
                </c:pt>
                <c:pt idx="866">
                  <c:v>0</c:v>
                </c:pt>
                <c:pt idx="867">
                  <c:v>0</c:v>
                </c:pt>
                <c:pt idx="868">
                  <c:v>4</c:v>
                </c:pt>
                <c:pt idx="869">
                  <c:v>60</c:v>
                </c:pt>
                <c:pt idx="870">
                  <c:v>49</c:v>
                </c:pt>
                <c:pt idx="871">
                  <c:v>7</c:v>
                </c:pt>
                <c:pt idx="872">
                  <c:v>4</c:v>
                </c:pt>
                <c:pt idx="873">
                  <c:v>0</c:v>
                </c:pt>
                <c:pt idx="874">
                  <c:v>5</c:v>
                </c:pt>
                <c:pt idx="875">
                  <c:v>13</c:v>
                </c:pt>
                <c:pt idx="876">
                  <c:v>3</c:v>
                </c:pt>
                <c:pt idx="877">
                  <c:v>0</c:v>
                </c:pt>
                <c:pt idx="878">
                  <c:v>16</c:v>
                </c:pt>
                <c:pt idx="879">
                  <c:v>2</c:v>
                </c:pt>
                <c:pt idx="880">
                  <c:v>6</c:v>
                </c:pt>
                <c:pt idx="881">
                  <c:v>3</c:v>
                </c:pt>
                <c:pt idx="882">
                  <c:v>0</c:v>
                </c:pt>
                <c:pt idx="883">
                  <c:v>2</c:v>
                </c:pt>
                <c:pt idx="884">
                  <c:v>3</c:v>
                </c:pt>
                <c:pt idx="885">
                  <c:v>4</c:v>
                </c:pt>
                <c:pt idx="886">
                  <c:v>4</c:v>
                </c:pt>
                <c:pt idx="887">
                  <c:v>0</c:v>
                </c:pt>
                <c:pt idx="888">
                  <c:v>0</c:v>
                </c:pt>
                <c:pt idx="889">
                  <c:v>0</c:v>
                </c:pt>
                <c:pt idx="890">
                  <c:v>31</c:v>
                </c:pt>
                <c:pt idx="891">
                  <c:v>26</c:v>
                </c:pt>
                <c:pt idx="892">
                  <c:v>6</c:v>
                </c:pt>
                <c:pt idx="893">
                  <c:v>6</c:v>
                </c:pt>
                <c:pt idx="894">
                  <c:v>3</c:v>
                </c:pt>
                <c:pt idx="895">
                  <c:v>4</c:v>
                </c:pt>
                <c:pt idx="896">
                  <c:v>5</c:v>
                </c:pt>
                <c:pt idx="897">
                  <c:v>5</c:v>
                </c:pt>
                <c:pt idx="898">
                  <c:v>15</c:v>
                </c:pt>
                <c:pt idx="899">
                  <c:v>11</c:v>
                </c:pt>
                <c:pt idx="900">
                  <c:v>15</c:v>
                </c:pt>
                <c:pt idx="901">
                  <c:v>4</c:v>
                </c:pt>
                <c:pt idx="902">
                  <c:v>3</c:v>
                </c:pt>
                <c:pt idx="903">
                  <c:v>2</c:v>
                </c:pt>
                <c:pt idx="904">
                  <c:v>4</c:v>
                </c:pt>
                <c:pt idx="905">
                  <c:v>6</c:v>
                </c:pt>
                <c:pt idx="906">
                  <c:v>6</c:v>
                </c:pt>
                <c:pt idx="907">
                  <c:v>4</c:v>
                </c:pt>
                <c:pt idx="908">
                  <c:v>3</c:v>
                </c:pt>
                <c:pt idx="909">
                  <c:v>5</c:v>
                </c:pt>
                <c:pt idx="910">
                  <c:v>4</c:v>
                </c:pt>
                <c:pt idx="911">
                  <c:v>1</c:v>
                </c:pt>
                <c:pt idx="912">
                  <c:v>7</c:v>
                </c:pt>
                <c:pt idx="913">
                  <c:v>21</c:v>
                </c:pt>
                <c:pt idx="914">
                  <c:v>25</c:v>
                </c:pt>
                <c:pt idx="915">
                  <c:v>35</c:v>
                </c:pt>
                <c:pt idx="916">
                  <c:v>38</c:v>
                </c:pt>
                <c:pt idx="917">
                  <c:v>0</c:v>
                </c:pt>
                <c:pt idx="918">
                  <c:v>5</c:v>
                </c:pt>
                <c:pt idx="919">
                  <c:v>2</c:v>
                </c:pt>
                <c:pt idx="920">
                  <c:v>11</c:v>
                </c:pt>
                <c:pt idx="921">
                  <c:v>7</c:v>
                </c:pt>
                <c:pt idx="922">
                  <c:v>8</c:v>
                </c:pt>
                <c:pt idx="923">
                  <c:v>3</c:v>
                </c:pt>
                <c:pt idx="924">
                  <c:v>8</c:v>
                </c:pt>
                <c:pt idx="925">
                  <c:v>4</c:v>
                </c:pt>
                <c:pt idx="926">
                  <c:v>2</c:v>
                </c:pt>
                <c:pt idx="927">
                  <c:v>9</c:v>
                </c:pt>
                <c:pt idx="928">
                  <c:v>2</c:v>
                </c:pt>
                <c:pt idx="929">
                  <c:v>5</c:v>
                </c:pt>
                <c:pt idx="930">
                  <c:v>10</c:v>
                </c:pt>
                <c:pt idx="931">
                  <c:v>18</c:v>
                </c:pt>
                <c:pt idx="932">
                  <c:v>11</c:v>
                </c:pt>
                <c:pt idx="933">
                  <c:v>1</c:v>
                </c:pt>
                <c:pt idx="934">
                  <c:v>3</c:v>
                </c:pt>
                <c:pt idx="935">
                  <c:v>7</c:v>
                </c:pt>
                <c:pt idx="936">
                  <c:v>5</c:v>
                </c:pt>
                <c:pt idx="937">
                  <c:v>6</c:v>
                </c:pt>
                <c:pt idx="938">
                  <c:v>5</c:v>
                </c:pt>
                <c:pt idx="939">
                  <c:v>6</c:v>
                </c:pt>
                <c:pt idx="940">
                  <c:v>5</c:v>
                </c:pt>
                <c:pt idx="941">
                  <c:v>32</c:v>
                </c:pt>
                <c:pt idx="942">
                  <c:v>1</c:v>
                </c:pt>
                <c:pt idx="943">
                  <c:v>6</c:v>
                </c:pt>
                <c:pt idx="944">
                  <c:v>5</c:v>
                </c:pt>
                <c:pt idx="945">
                  <c:v>3</c:v>
                </c:pt>
                <c:pt idx="946">
                  <c:v>2</c:v>
                </c:pt>
                <c:pt idx="947">
                  <c:v>12</c:v>
                </c:pt>
                <c:pt idx="948">
                  <c:v>4</c:v>
                </c:pt>
                <c:pt idx="949">
                  <c:v>3</c:v>
                </c:pt>
                <c:pt idx="950">
                  <c:v>2</c:v>
                </c:pt>
                <c:pt idx="951">
                  <c:v>5</c:v>
                </c:pt>
                <c:pt idx="952">
                  <c:v>9</c:v>
                </c:pt>
                <c:pt idx="953">
                  <c:v>4</c:v>
                </c:pt>
                <c:pt idx="954">
                  <c:v>4</c:v>
                </c:pt>
                <c:pt idx="955">
                  <c:v>5</c:v>
                </c:pt>
                <c:pt idx="956">
                  <c:v>5</c:v>
                </c:pt>
                <c:pt idx="957">
                  <c:v>10</c:v>
                </c:pt>
                <c:pt idx="958">
                  <c:v>12</c:v>
                </c:pt>
                <c:pt idx="959">
                  <c:v>2</c:v>
                </c:pt>
                <c:pt idx="960">
                  <c:v>3</c:v>
                </c:pt>
                <c:pt idx="961">
                  <c:v>4</c:v>
                </c:pt>
                <c:pt idx="962">
                  <c:v>1</c:v>
                </c:pt>
                <c:pt idx="963">
                  <c:v>7</c:v>
                </c:pt>
                <c:pt idx="964">
                  <c:v>4</c:v>
                </c:pt>
                <c:pt idx="965">
                  <c:v>4</c:v>
                </c:pt>
                <c:pt idx="966">
                  <c:v>13</c:v>
                </c:pt>
                <c:pt idx="967">
                  <c:v>7</c:v>
                </c:pt>
                <c:pt idx="968">
                  <c:v>5</c:v>
                </c:pt>
                <c:pt idx="969">
                  <c:v>3</c:v>
                </c:pt>
                <c:pt idx="970">
                  <c:v>3</c:v>
                </c:pt>
                <c:pt idx="971">
                  <c:v>10</c:v>
                </c:pt>
                <c:pt idx="972">
                  <c:v>6</c:v>
                </c:pt>
                <c:pt idx="973">
                  <c:v>10</c:v>
                </c:pt>
                <c:pt idx="974">
                  <c:v>6</c:v>
                </c:pt>
                <c:pt idx="975">
                  <c:v>6</c:v>
                </c:pt>
                <c:pt idx="976">
                  <c:v>10</c:v>
                </c:pt>
                <c:pt idx="977">
                  <c:v>3</c:v>
                </c:pt>
                <c:pt idx="978">
                  <c:v>3</c:v>
                </c:pt>
                <c:pt idx="979">
                  <c:v>1</c:v>
                </c:pt>
                <c:pt idx="980">
                  <c:v>13</c:v>
                </c:pt>
                <c:pt idx="981">
                  <c:v>8</c:v>
                </c:pt>
                <c:pt idx="982">
                  <c:v>3</c:v>
                </c:pt>
                <c:pt idx="983">
                  <c:v>3</c:v>
                </c:pt>
                <c:pt idx="984">
                  <c:v>1</c:v>
                </c:pt>
                <c:pt idx="985">
                  <c:v>1</c:v>
                </c:pt>
                <c:pt idx="986">
                  <c:v>4</c:v>
                </c:pt>
                <c:pt idx="987">
                  <c:v>1</c:v>
                </c:pt>
                <c:pt idx="988">
                  <c:v>4</c:v>
                </c:pt>
                <c:pt idx="989">
                  <c:v>9</c:v>
                </c:pt>
                <c:pt idx="990">
                  <c:v>5</c:v>
                </c:pt>
                <c:pt idx="991">
                  <c:v>0</c:v>
                </c:pt>
                <c:pt idx="992">
                  <c:v>3</c:v>
                </c:pt>
                <c:pt idx="993">
                  <c:v>12</c:v>
                </c:pt>
                <c:pt idx="994">
                  <c:v>22</c:v>
                </c:pt>
                <c:pt idx="995">
                  <c:v>17</c:v>
                </c:pt>
                <c:pt idx="996">
                  <c:v>16</c:v>
                </c:pt>
                <c:pt idx="997">
                  <c:v>2</c:v>
                </c:pt>
                <c:pt idx="998">
                  <c:v>2</c:v>
                </c:pt>
                <c:pt idx="999">
                  <c:v>5</c:v>
                </c:pt>
                <c:pt idx="1000">
                  <c:v>20</c:v>
                </c:pt>
                <c:pt idx="1001">
                  <c:v>3</c:v>
                </c:pt>
                <c:pt idx="1002">
                  <c:v>6</c:v>
                </c:pt>
                <c:pt idx="1003">
                  <c:v>12</c:v>
                </c:pt>
                <c:pt idx="1004">
                  <c:v>1</c:v>
                </c:pt>
                <c:pt idx="1005">
                  <c:v>6</c:v>
                </c:pt>
                <c:pt idx="1006">
                  <c:v>0</c:v>
                </c:pt>
                <c:pt idx="1007">
                  <c:v>2</c:v>
                </c:pt>
                <c:pt idx="1008">
                  <c:v>4</c:v>
                </c:pt>
                <c:pt idx="1009">
                  <c:v>23</c:v>
                </c:pt>
                <c:pt idx="1010">
                  <c:v>9</c:v>
                </c:pt>
                <c:pt idx="1011">
                  <c:v>2</c:v>
                </c:pt>
                <c:pt idx="1012">
                  <c:v>0</c:v>
                </c:pt>
                <c:pt idx="1013">
                  <c:v>4</c:v>
                </c:pt>
                <c:pt idx="1014">
                  <c:v>4</c:v>
                </c:pt>
                <c:pt idx="1015">
                  <c:v>3</c:v>
                </c:pt>
                <c:pt idx="1016">
                  <c:v>12</c:v>
                </c:pt>
                <c:pt idx="1017">
                  <c:v>2</c:v>
                </c:pt>
                <c:pt idx="1018">
                  <c:v>1</c:v>
                </c:pt>
                <c:pt idx="1019">
                  <c:v>9</c:v>
                </c:pt>
                <c:pt idx="1020">
                  <c:v>12</c:v>
                </c:pt>
                <c:pt idx="1021">
                  <c:v>3</c:v>
                </c:pt>
                <c:pt idx="1022">
                  <c:v>2</c:v>
                </c:pt>
                <c:pt idx="1023">
                  <c:v>3</c:v>
                </c:pt>
                <c:pt idx="1024">
                  <c:v>5</c:v>
                </c:pt>
                <c:pt idx="1025">
                  <c:v>1</c:v>
                </c:pt>
                <c:pt idx="1026">
                  <c:v>6</c:v>
                </c:pt>
                <c:pt idx="1027">
                  <c:v>5</c:v>
                </c:pt>
                <c:pt idx="1028">
                  <c:v>10</c:v>
                </c:pt>
                <c:pt idx="1029">
                  <c:v>15</c:v>
                </c:pt>
                <c:pt idx="1030">
                  <c:v>0</c:v>
                </c:pt>
                <c:pt idx="1031">
                  <c:v>3</c:v>
                </c:pt>
                <c:pt idx="1032">
                  <c:v>6</c:v>
                </c:pt>
                <c:pt idx="1033">
                  <c:v>7</c:v>
                </c:pt>
                <c:pt idx="1034">
                  <c:v>6</c:v>
                </c:pt>
                <c:pt idx="1035">
                  <c:v>6</c:v>
                </c:pt>
                <c:pt idx="1036">
                  <c:v>6</c:v>
                </c:pt>
                <c:pt idx="1037">
                  <c:v>3</c:v>
                </c:pt>
                <c:pt idx="1038">
                  <c:v>0</c:v>
                </c:pt>
                <c:pt idx="1039">
                  <c:v>4</c:v>
                </c:pt>
                <c:pt idx="1040">
                  <c:v>5</c:v>
                </c:pt>
                <c:pt idx="1041">
                  <c:v>1</c:v>
                </c:pt>
                <c:pt idx="1042">
                  <c:v>0</c:v>
                </c:pt>
                <c:pt idx="1043">
                  <c:v>0</c:v>
                </c:pt>
                <c:pt idx="1044">
                  <c:v>10</c:v>
                </c:pt>
                <c:pt idx="1045">
                  <c:v>6</c:v>
                </c:pt>
                <c:pt idx="1046">
                  <c:v>1</c:v>
                </c:pt>
                <c:pt idx="1047">
                  <c:v>9</c:v>
                </c:pt>
                <c:pt idx="1048">
                  <c:v>4</c:v>
                </c:pt>
                <c:pt idx="1049">
                  <c:v>1</c:v>
                </c:pt>
                <c:pt idx="1050">
                  <c:v>0</c:v>
                </c:pt>
                <c:pt idx="1051">
                  <c:v>9</c:v>
                </c:pt>
                <c:pt idx="1052">
                  <c:v>14</c:v>
                </c:pt>
                <c:pt idx="1053">
                  <c:v>1</c:v>
                </c:pt>
                <c:pt idx="1054">
                  <c:v>1</c:v>
                </c:pt>
                <c:pt idx="1055">
                  <c:v>6</c:v>
                </c:pt>
                <c:pt idx="1056">
                  <c:v>5</c:v>
                </c:pt>
                <c:pt idx="1057">
                  <c:v>5</c:v>
                </c:pt>
                <c:pt idx="1058">
                  <c:v>3</c:v>
                </c:pt>
                <c:pt idx="1059">
                  <c:v>11</c:v>
                </c:pt>
                <c:pt idx="1060">
                  <c:v>29</c:v>
                </c:pt>
                <c:pt idx="1061">
                  <c:v>12</c:v>
                </c:pt>
                <c:pt idx="1062">
                  <c:v>5</c:v>
                </c:pt>
                <c:pt idx="1063">
                  <c:v>3</c:v>
                </c:pt>
                <c:pt idx="1064">
                  <c:v>0</c:v>
                </c:pt>
                <c:pt idx="1065">
                  <c:v>1</c:v>
                </c:pt>
                <c:pt idx="1066">
                  <c:v>2</c:v>
                </c:pt>
                <c:pt idx="1067">
                  <c:v>1</c:v>
                </c:pt>
                <c:pt idx="1068">
                  <c:v>4</c:v>
                </c:pt>
                <c:pt idx="1069">
                  <c:v>6</c:v>
                </c:pt>
                <c:pt idx="1070">
                  <c:v>2</c:v>
                </c:pt>
                <c:pt idx="1071">
                  <c:v>8</c:v>
                </c:pt>
                <c:pt idx="1072">
                  <c:v>5</c:v>
                </c:pt>
                <c:pt idx="1073">
                  <c:v>6</c:v>
                </c:pt>
                <c:pt idx="1074">
                  <c:v>9</c:v>
                </c:pt>
                <c:pt idx="1075">
                  <c:v>3</c:v>
                </c:pt>
                <c:pt idx="1076">
                  <c:v>10</c:v>
                </c:pt>
                <c:pt idx="1077">
                  <c:v>3</c:v>
                </c:pt>
                <c:pt idx="1078">
                  <c:v>1</c:v>
                </c:pt>
                <c:pt idx="1079">
                  <c:v>3</c:v>
                </c:pt>
                <c:pt idx="1080">
                  <c:v>12</c:v>
                </c:pt>
                <c:pt idx="1081">
                  <c:v>6</c:v>
                </c:pt>
                <c:pt idx="1082">
                  <c:v>33</c:v>
                </c:pt>
                <c:pt idx="1083">
                  <c:v>3</c:v>
                </c:pt>
                <c:pt idx="1084">
                  <c:v>9</c:v>
                </c:pt>
                <c:pt idx="1085">
                  <c:v>9</c:v>
                </c:pt>
                <c:pt idx="1086">
                  <c:v>3</c:v>
                </c:pt>
                <c:pt idx="1087">
                  <c:v>11</c:v>
                </c:pt>
                <c:pt idx="1088">
                  <c:v>4</c:v>
                </c:pt>
                <c:pt idx="1089">
                  <c:v>9</c:v>
                </c:pt>
                <c:pt idx="1090">
                  <c:v>9</c:v>
                </c:pt>
                <c:pt idx="1091">
                  <c:v>33</c:v>
                </c:pt>
                <c:pt idx="1092">
                  <c:v>8</c:v>
                </c:pt>
                <c:pt idx="1093">
                  <c:v>5</c:v>
                </c:pt>
                <c:pt idx="1094">
                  <c:v>1</c:v>
                </c:pt>
                <c:pt idx="1095">
                  <c:v>2</c:v>
                </c:pt>
                <c:pt idx="1096">
                  <c:v>11</c:v>
                </c:pt>
                <c:pt idx="1097">
                  <c:v>6</c:v>
                </c:pt>
                <c:pt idx="1098">
                  <c:v>0</c:v>
                </c:pt>
                <c:pt idx="1099">
                  <c:v>0</c:v>
                </c:pt>
                <c:pt idx="1100">
                  <c:v>3</c:v>
                </c:pt>
                <c:pt idx="1101">
                  <c:v>5</c:v>
                </c:pt>
                <c:pt idx="1102">
                  <c:v>3</c:v>
                </c:pt>
                <c:pt idx="1103">
                  <c:v>0</c:v>
                </c:pt>
                <c:pt idx="1104">
                  <c:v>7</c:v>
                </c:pt>
                <c:pt idx="1105">
                  <c:v>1</c:v>
                </c:pt>
                <c:pt idx="1106">
                  <c:v>0</c:v>
                </c:pt>
                <c:pt idx="1107">
                  <c:v>0</c:v>
                </c:pt>
                <c:pt idx="1108">
                  <c:v>0</c:v>
                </c:pt>
                <c:pt idx="1109">
                  <c:v>1</c:v>
                </c:pt>
                <c:pt idx="1110">
                  <c:v>7</c:v>
                </c:pt>
                <c:pt idx="1111">
                  <c:v>3</c:v>
                </c:pt>
                <c:pt idx="1112">
                  <c:v>6</c:v>
                </c:pt>
                <c:pt idx="1113">
                  <c:v>2</c:v>
                </c:pt>
                <c:pt idx="1114">
                  <c:v>10</c:v>
                </c:pt>
                <c:pt idx="1115">
                  <c:v>3</c:v>
                </c:pt>
                <c:pt idx="1116">
                  <c:v>4</c:v>
                </c:pt>
                <c:pt idx="1117">
                  <c:v>11</c:v>
                </c:pt>
                <c:pt idx="1118">
                  <c:v>2</c:v>
                </c:pt>
                <c:pt idx="1119">
                  <c:v>7</c:v>
                </c:pt>
                <c:pt idx="1120">
                  <c:v>1</c:v>
                </c:pt>
                <c:pt idx="1121">
                  <c:v>0</c:v>
                </c:pt>
                <c:pt idx="1122">
                  <c:v>1</c:v>
                </c:pt>
                <c:pt idx="1123">
                  <c:v>6</c:v>
                </c:pt>
                <c:pt idx="1124">
                  <c:v>0</c:v>
                </c:pt>
                <c:pt idx="1125">
                  <c:v>0</c:v>
                </c:pt>
                <c:pt idx="1126">
                  <c:v>1</c:v>
                </c:pt>
                <c:pt idx="1127">
                  <c:v>2</c:v>
                </c:pt>
                <c:pt idx="1128">
                  <c:v>0</c:v>
                </c:pt>
                <c:pt idx="1129">
                  <c:v>3</c:v>
                </c:pt>
                <c:pt idx="1130">
                  <c:v>1</c:v>
                </c:pt>
                <c:pt idx="1131">
                  <c:v>1</c:v>
                </c:pt>
                <c:pt idx="1132">
                  <c:v>0</c:v>
                </c:pt>
                <c:pt idx="1133">
                  <c:v>0</c:v>
                </c:pt>
                <c:pt idx="1134">
                  <c:v>4</c:v>
                </c:pt>
                <c:pt idx="1135">
                  <c:v>0</c:v>
                </c:pt>
                <c:pt idx="1136">
                  <c:v>1</c:v>
                </c:pt>
                <c:pt idx="1137">
                  <c:v>1</c:v>
                </c:pt>
                <c:pt idx="1138">
                  <c:v>2</c:v>
                </c:pt>
                <c:pt idx="1139">
                  <c:v>4</c:v>
                </c:pt>
                <c:pt idx="1140">
                  <c:v>2</c:v>
                </c:pt>
                <c:pt idx="1141">
                  <c:v>5</c:v>
                </c:pt>
                <c:pt idx="1142">
                  <c:v>1</c:v>
                </c:pt>
                <c:pt idx="1143">
                  <c:v>3</c:v>
                </c:pt>
                <c:pt idx="1144">
                  <c:v>5</c:v>
                </c:pt>
                <c:pt idx="1145">
                  <c:v>0</c:v>
                </c:pt>
                <c:pt idx="1146">
                  <c:v>2</c:v>
                </c:pt>
                <c:pt idx="1147">
                  <c:v>6</c:v>
                </c:pt>
                <c:pt idx="1148">
                  <c:v>5</c:v>
                </c:pt>
                <c:pt idx="1149">
                  <c:v>7</c:v>
                </c:pt>
                <c:pt idx="1150">
                  <c:v>21</c:v>
                </c:pt>
                <c:pt idx="1151">
                  <c:v>14</c:v>
                </c:pt>
                <c:pt idx="1152">
                  <c:v>11</c:v>
                </c:pt>
                <c:pt idx="1153">
                  <c:v>45</c:v>
                </c:pt>
                <c:pt idx="1154">
                  <c:v>1</c:v>
                </c:pt>
                <c:pt idx="1155">
                  <c:v>0</c:v>
                </c:pt>
                <c:pt idx="1156">
                  <c:v>8</c:v>
                </c:pt>
                <c:pt idx="1157">
                  <c:v>2</c:v>
                </c:pt>
                <c:pt idx="1158">
                  <c:v>3</c:v>
                </c:pt>
                <c:pt idx="1159">
                  <c:v>1</c:v>
                </c:pt>
                <c:pt idx="1160">
                  <c:v>5</c:v>
                </c:pt>
                <c:pt idx="1161">
                  <c:v>5</c:v>
                </c:pt>
                <c:pt idx="1162">
                  <c:v>12</c:v>
                </c:pt>
                <c:pt idx="1163">
                  <c:v>0</c:v>
                </c:pt>
                <c:pt idx="1164">
                  <c:v>2</c:v>
                </c:pt>
                <c:pt idx="1165">
                  <c:v>7</c:v>
                </c:pt>
                <c:pt idx="1166">
                  <c:v>5</c:v>
                </c:pt>
                <c:pt idx="1167">
                  <c:v>2</c:v>
                </c:pt>
                <c:pt idx="1168">
                  <c:v>6</c:v>
                </c:pt>
                <c:pt idx="1169">
                  <c:v>2</c:v>
                </c:pt>
                <c:pt idx="1170">
                  <c:v>1</c:v>
                </c:pt>
                <c:pt idx="1171">
                  <c:v>1</c:v>
                </c:pt>
                <c:pt idx="1172">
                  <c:v>3</c:v>
                </c:pt>
                <c:pt idx="1173">
                  <c:v>3</c:v>
                </c:pt>
                <c:pt idx="1174">
                  <c:v>1</c:v>
                </c:pt>
                <c:pt idx="1175">
                  <c:v>0</c:v>
                </c:pt>
                <c:pt idx="1176">
                  <c:v>1</c:v>
                </c:pt>
                <c:pt idx="1177">
                  <c:v>2</c:v>
                </c:pt>
                <c:pt idx="1178">
                  <c:v>1</c:v>
                </c:pt>
                <c:pt idx="1179">
                  <c:v>4</c:v>
                </c:pt>
                <c:pt idx="1180">
                  <c:v>5</c:v>
                </c:pt>
                <c:pt idx="1181">
                  <c:v>3</c:v>
                </c:pt>
                <c:pt idx="1182">
                  <c:v>9</c:v>
                </c:pt>
                <c:pt idx="1183">
                  <c:v>4</c:v>
                </c:pt>
                <c:pt idx="1184">
                  <c:v>10</c:v>
                </c:pt>
                <c:pt idx="1185">
                  <c:v>0</c:v>
                </c:pt>
                <c:pt idx="1186">
                  <c:v>1</c:v>
                </c:pt>
                <c:pt idx="1187">
                  <c:v>1</c:v>
                </c:pt>
                <c:pt idx="1188">
                  <c:v>9</c:v>
                </c:pt>
                <c:pt idx="1189">
                  <c:v>12</c:v>
                </c:pt>
                <c:pt idx="1190">
                  <c:v>0</c:v>
                </c:pt>
                <c:pt idx="1191">
                  <c:v>24</c:v>
                </c:pt>
                <c:pt idx="1192">
                  <c:v>10</c:v>
                </c:pt>
                <c:pt idx="1193">
                  <c:v>10</c:v>
                </c:pt>
                <c:pt idx="1194">
                  <c:v>1</c:v>
                </c:pt>
                <c:pt idx="1195">
                  <c:v>2</c:v>
                </c:pt>
                <c:pt idx="1196">
                  <c:v>12</c:v>
                </c:pt>
                <c:pt idx="1197">
                  <c:v>0</c:v>
                </c:pt>
                <c:pt idx="1198">
                  <c:v>2</c:v>
                </c:pt>
                <c:pt idx="1199">
                  <c:v>4</c:v>
                </c:pt>
                <c:pt idx="1200">
                  <c:v>3</c:v>
                </c:pt>
                <c:pt idx="1201">
                  <c:v>11</c:v>
                </c:pt>
                <c:pt idx="1202">
                  <c:v>1</c:v>
                </c:pt>
                <c:pt idx="1203">
                  <c:v>0</c:v>
                </c:pt>
                <c:pt idx="1204">
                  <c:v>2</c:v>
                </c:pt>
                <c:pt idx="1205">
                  <c:v>1</c:v>
                </c:pt>
                <c:pt idx="1206">
                  <c:v>12</c:v>
                </c:pt>
                <c:pt idx="1207">
                  <c:v>0</c:v>
                </c:pt>
                <c:pt idx="1208">
                  <c:v>5</c:v>
                </c:pt>
                <c:pt idx="1209">
                  <c:v>1</c:v>
                </c:pt>
                <c:pt idx="1210">
                  <c:v>2</c:v>
                </c:pt>
                <c:pt idx="1211">
                  <c:v>4</c:v>
                </c:pt>
                <c:pt idx="1212">
                  <c:v>1</c:v>
                </c:pt>
                <c:pt idx="1213">
                  <c:v>1</c:v>
                </c:pt>
                <c:pt idx="1214">
                  <c:v>1</c:v>
                </c:pt>
                <c:pt idx="1215">
                  <c:v>7</c:v>
                </c:pt>
                <c:pt idx="1216">
                  <c:v>1</c:v>
                </c:pt>
                <c:pt idx="1217">
                  <c:v>2</c:v>
                </c:pt>
                <c:pt idx="1218">
                  <c:v>6</c:v>
                </c:pt>
                <c:pt idx="1219">
                  <c:v>28</c:v>
                </c:pt>
                <c:pt idx="1220">
                  <c:v>22</c:v>
                </c:pt>
                <c:pt idx="1221">
                  <c:v>3</c:v>
                </c:pt>
                <c:pt idx="1222">
                  <c:v>4</c:v>
                </c:pt>
                <c:pt idx="1223">
                  <c:v>1</c:v>
                </c:pt>
                <c:pt idx="1224">
                  <c:v>1</c:v>
                </c:pt>
                <c:pt idx="1225">
                  <c:v>37</c:v>
                </c:pt>
                <c:pt idx="1226">
                  <c:v>26</c:v>
                </c:pt>
                <c:pt idx="1227">
                  <c:v>3</c:v>
                </c:pt>
                <c:pt idx="1228">
                  <c:v>2</c:v>
                </c:pt>
                <c:pt idx="1229">
                  <c:v>2</c:v>
                </c:pt>
                <c:pt idx="1230">
                  <c:v>7</c:v>
                </c:pt>
                <c:pt idx="1231">
                  <c:v>3</c:v>
                </c:pt>
                <c:pt idx="1232">
                  <c:v>10</c:v>
                </c:pt>
                <c:pt idx="1233">
                  <c:v>7</c:v>
                </c:pt>
                <c:pt idx="1234">
                  <c:v>5</c:v>
                </c:pt>
                <c:pt idx="1235">
                  <c:v>2</c:v>
                </c:pt>
                <c:pt idx="1236">
                  <c:v>0</c:v>
                </c:pt>
                <c:pt idx="1237">
                  <c:v>9</c:v>
                </c:pt>
                <c:pt idx="1238">
                  <c:v>30</c:v>
                </c:pt>
                <c:pt idx="1239">
                  <c:v>25</c:v>
                </c:pt>
                <c:pt idx="1240">
                  <c:v>4</c:v>
                </c:pt>
                <c:pt idx="1241">
                  <c:v>4</c:v>
                </c:pt>
                <c:pt idx="1242">
                  <c:v>1</c:v>
                </c:pt>
                <c:pt idx="1243">
                  <c:v>2</c:v>
                </c:pt>
                <c:pt idx="1244">
                  <c:v>1</c:v>
                </c:pt>
                <c:pt idx="1245">
                  <c:v>0</c:v>
                </c:pt>
                <c:pt idx="1246">
                  <c:v>3</c:v>
                </c:pt>
                <c:pt idx="1247">
                  <c:v>2</c:v>
                </c:pt>
                <c:pt idx="1248">
                  <c:v>0</c:v>
                </c:pt>
                <c:pt idx="1249">
                  <c:v>0</c:v>
                </c:pt>
                <c:pt idx="1250">
                  <c:v>6</c:v>
                </c:pt>
                <c:pt idx="1251">
                  <c:v>14</c:v>
                </c:pt>
                <c:pt idx="1252">
                  <c:v>6</c:v>
                </c:pt>
                <c:pt idx="1253">
                  <c:v>1</c:v>
                </c:pt>
                <c:pt idx="1254">
                  <c:v>2</c:v>
                </c:pt>
                <c:pt idx="1255">
                  <c:v>0</c:v>
                </c:pt>
                <c:pt idx="1256">
                  <c:v>0</c:v>
                </c:pt>
                <c:pt idx="1257">
                  <c:v>7</c:v>
                </c:pt>
                <c:pt idx="1258">
                  <c:v>4</c:v>
                </c:pt>
                <c:pt idx="1259">
                  <c:v>24</c:v>
                </c:pt>
                <c:pt idx="1260">
                  <c:v>5</c:v>
                </c:pt>
                <c:pt idx="1261">
                  <c:v>3</c:v>
                </c:pt>
                <c:pt idx="1262">
                  <c:v>1</c:v>
                </c:pt>
                <c:pt idx="1263">
                  <c:v>1</c:v>
                </c:pt>
                <c:pt idx="1264">
                  <c:v>1</c:v>
                </c:pt>
                <c:pt idx="1265">
                  <c:v>4</c:v>
                </c:pt>
                <c:pt idx="1266">
                  <c:v>3</c:v>
                </c:pt>
                <c:pt idx="1267">
                  <c:v>2</c:v>
                </c:pt>
                <c:pt idx="1268">
                  <c:v>0</c:v>
                </c:pt>
                <c:pt idx="1269">
                  <c:v>3</c:v>
                </c:pt>
                <c:pt idx="1270">
                  <c:v>4</c:v>
                </c:pt>
                <c:pt idx="1271">
                  <c:v>19</c:v>
                </c:pt>
                <c:pt idx="1272">
                  <c:v>20</c:v>
                </c:pt>
                <c:pt idx="1273">
                  <c:v>1</c:v>
                </c:pt>
                <c:pt idx="1274">
                  <c:v>4</c:v>
                </c:pt>
                <c:pt idx="1275">
                  <c:v>0</c:v>
                </c:pt>
                <c:pt idx="1276">
                  <c:v>4</c:v>
                </c:pt>
                <c:pt idx="1277">
                  <c:v>1</c:v>
                </c:pt>
                <c:pt idx="1278">
                  <c:v>2</c:v>
                </c:pt>
                <c:pt idx="1279">
                  <c:v>2</c:v>
                </c:pt>
                <c:pt idx="1280">
                  <c:v>2</c:v>
                </c:pt>
                <c:pt idx="1281">
                  <c:v>11</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15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37.5"/>
      </c:valAx>
      <c:valAx>
        <c:axId val="48650112"/>
        <c:scaling>
          <c:orientation val="minMax"/>
          <c:max val="46297"/>
          <c:min val="44927"/>
        </c:scaling>
        <c:delete val="0"/>
        <c:axPos val="b"/>
        <c:numFmt formatCode="yyyy"/>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65"/>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3.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 · упоминания</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4</c:v>
                </c:pt>
                <c:pt idx="1">
                  <c:v>4</c:v>
                </c:pt>
                <c:pt idx="2">
                  <c:v>4</c:v>
                </c:pt>
                <c:pt idx="3">
                  <c:v>3</c:v>
                </c:pt>
                <c:pt idx="4">
                  <c:v>3</c:v>
                </c:pt>
                <c:pt idx="5">
                  <c:v>3</c:v>
                </c:pt>
                <c:pt idx="6">
                  <c:v>4</c:v>
                </c:pt>
                <c:pt idx="7">
                  <c:v>4</c:v>
                </c:pt>
                <c:pt idx="8">
                  <c:v>5</c:v>
                </c:pt>
                <c:pt idx="9">
                  <c:v>4</c:v>
                </c:pt>
                <c:pt idx="10">
                  <c:v>3</c:v>
                </c:pt>
                <c:pt idx="11">
                  <c:v>3</c:v>
                </c:pt>
                <c:pt idx="12">
                  <c:v>3</c:v>
                </c:pt>
                <c:pt idx="13">
                  <c:v>4</c:v>
                </c:pt>
                <c:pt idx="14">
                  <c:v>4</c:v>
                </c:pt>
                <c:pt idx="15">
                  <c:v>5</c:v>
                </c:pt>
                <c:pt idx="16">
                  <c:v>4</c:v>
                </c:pt>
                <c:pt idx="17">
                  <c:v>3</c:v>
                </c:pt>
                <c:pt idx="18">
                  <c:v>3</c:v>
                </c:pt>
                <c:pt idx="19">
                  <c:v>3</c:v>
                </c:pt>
                <c:pt idx="20">
                  <c:v>4</c:v>
                </c:pt>
                <c:pt idx="21">
                  <c:v>4</c:v>
                </c:pt>
                <c:pt idx="22">
                  <c:v>5</c:v>
                </c:pt>
                <c:pt idx="23">
                  <c:v>4</c:v>
                </c:pt>
                <c:pt idx="24">
                  <c:v>3</c:v>
                </c:pt>
                <c:pt idx="25">
                  <c:v>3</c:v>
                </c:pt>
                <c:pt idx="26">
                  <c:v>3</c:v>
                </c:pt>
                <c:pt idx="27">
                  <c:v>4</c:v>
                </c:pt>
                <c:pt idx="28">
                  <c:v>4</c:v>
                </c:pt>
                <c:pt idx="29">
                  <c:v>4</c:v>
                </c:pt>
                <c:pt idx="30">
                  <c:v>3</c:v>
                </c:pt>
              </c:numCache>
            </c:numRef>
          </c:yVal>
        </c:ser>
        <c:ser>
          <c:idx val="1"/>
          <c:order val="1"/>
          <c:tx>
            <c:v>Нижняя граница 80%</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3</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2</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Средний прогноз</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1.3267</c:v>
                </c:pt>
                <c:pt idx="1">
                  <c:v>1.5204</c:v>
                </c:pt>
                <c:pt idx="2">
                  <c:v>1.2674</c:v>
                </c:pt>
                <c:pt idx="3">
                  <c:v>1.0991</c:v>
                </c:pt>
                <c:pt idx="4">
                  <c:v>1.1198</c:v>
                </c:pt>
                <c:pt idx="5">
                  <c:v>1.0475</c:v>
                </c:pt>
                <c:pt idx="6">
                  <c:v>1.2011</c:v>
                </c:pt>
                <c:pt idx="7">
                  <c:v>1.3129</c:v>
                </c:pt>
                <c:pt idx="8">
                  <c:v>1.5192</c:v>
                </c:pt>
                <c:pt idx="9">
                  <c:v>1.2572</c:v>
                </c:pt>
                <c:pt idx="10">
                  <c:v>1.1274</c:v>
                </c:pt>
                <c:pt idx="11">
                  <c:v>1.1028</c:v>
                </c:pt>
                <c:pt idx="12">
                  <c:v>1.0299</c:v>
                </c:pt>
                <c:pt idx="13">
                  <c:v>1.1846</c:v>
                </c:pt>
                <c:pt idx="14">
                  <c:v>1.3109</c:v>
                </c:pt>
                <c:pt idx="15">
                  <c:v>1.5247</c:v>
                </c:pt>
                <c:pt idx="16">
                  <c:v>1.2315</c:v>
                </c:pt>
                <c:pt idx="17">
                  <c:v>1.0893</c:v>
                </c:pt>
                <c:pt idx="18">
                  <c:v>1.1111</c:v>
                </c:pt>
                <c:pt idx="19">
                  <c:v>1.0484</c:v>
                </c:pt>
                <c:pt idx="20">
                  <c:v>1.1769</c:v>
                </c:pt>
                <c:pt idx="21">
                  <c:v>1.3299</c:v>
                </c:pt>
                <c:pt idx="22">
                  <c:v>1.5235</c:v>
                </c:pt>
                <c:pt idx="23">
                  <c:v>1.2454</c:v>
                </c:pt>
                <c:pt idx="24">
                  <c:v>1.0761</c:v>
                </c:pt>
                <c:pt idx="25">
                  <c:v>1.1167</c:v>
                </c:pt>
                <c:pt idx="26">
                  <c:v>1.0436</c:v>
                </c:pt>
                <c:pt idx="27">
                  <c:v>1.2019</c:v>
                </c:pt>
                <c:pt idx="28">
                  <c:v>1.3106</c:v>
                </c:pt>
                <c:pt idx="29">
                  <c:v>1.3895</c:v>
                </c:pt>
                <c:pt idx="30">
                  <c:v>1.1167</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d.m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4.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 · упоминания</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7</c:v>
                </c:pt>
                <c:pt idx="1">
                  <c:v>9</c:v>
                </c:pt>
                <c:pt idx="2">
                  <c:v>7</c:v>
                </c:pt>
                <c:pt idx="3">
                  <c:v>6</c:v>
                </c:pt>
                <c:pt idx="4">
                  <c:v>6</c:v>
                </c:pt>
                <c:pt idx="5">
                  <c:v>6</c:v>
                </c:pt>
                <c:pt idx="6">
                  <c:v>6</c:v>
                </c:pt>
                <c:pt idx="7">
                  <c:v>6</c:v>
                </c:pt>
                <c:pt idx="8">
                  <c:v>9</c:v>
                </c:pt>
                <c:pt idx="9">
                  <c:v>7</c:v>
                </c:pt>
                <c:pt idx="10">
                  <c:v>6</c:v>
                </c:pt>
                <c:pt idx="11">
                  <c:v>6</c:v>
                </c:pt>
                <c:pt idx="12">
                  <c:v>6</c:v>
                </c:pt>
                <c:pt idx="13">
                  <c:v>6</c:v>
                </c:pt>
                <c:pt idx="14">
                  <c:v>6</c:v>
                </c:pt>
                <c:pt idx="15">
                  <c:v>9</c:v>
                </c:pt>
                <c:pt idx="16">
                  <c:v>7</c:v>
                </c:pt>
                <c:pt idx="17">
                  <c:v>6</c:v>
                </c:pt>
                <c:pt idx="18">
                  <c:v>6</c:v>
                </c:pt>
                <c:pt idx="19">
                  <c:v>6</c:v>
                </c:pt>
                <c:pt idx="20">
                  <c:v>6</c:v>
                </c:pt>
                <c:pt idx="21">
                  <c:v>6</c:v>
                </c:pt>
                <c:pt idx="22">
                  <c:v>9</c:v>
                </c:pt>
                <c:pt idx="23">
                  <c:v>7</c:v>
                </c:pt>
                <c:pt idx="24">
                  <c:v>6</c:v>
                </c:pt>
                <c:pt idx="25">
                  <c:v>6</c:v>
                </c:pt>
                <c:pt idx="26">
                  <c:v>5</c:v>
                </c:pt>
                <c:pt idx="27">
                  <c:v>6</c:v>
                </c:pt>
                <c:pt idx="28">
                  <c:v>6</c:v>
                </c:pt>
                <c:pt idx="29">
                  <c:v>8</c:v>
                </c:pt>
                <c:pt idx="30">
                  <c:v>6</c:v>
                </c:pt>
              </c:numCache>
            </c:numRef>
          </c:yVal>
        </c:ser>
        <c:ser>
          <c:idx val="1"/>
          <c:order val="1"/>
          <c:tx>
            <c:v>Нижняя граница 80%</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27</c:v>
                </c:pt>
                <c:pt idx="1">
                  <c:v>23</c:v>
                </c:pt>
                <c:pt idx="2">
                  <c:v>0</c:v>
                </c:pt>
                <c:pt idx="3">
                  <c:v>0</c:v>
                </c:pt>
                <c:pt idx="4">
                  <c:v>0</c:v>
                </c:pt>
                <c:pt idx="5">
                  <c:v>0</c:v>
                </c:pt>
                <c:pt idx="6">
                  <c:v>0</c:v>
                </c:pt>
                <c:pt idx="7">
                  <c:v>0</c:v>
                </c:pt>
                <c:pt idx="8">
                  <c:v>1</c:v>
                </c:pt>
                <c:pt idx="9">
                  <c:v>0</c:v>
                </c:pt>
                <c:pt idx="10">
                  <c:v>0</c:v>
                </c:pt>
                <c:pt idx="11">
                  <c:v>0</c:v>
                </c:pt>
                <c:pt idx="12">
                  <c:v>3</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4</c:v>
                </c:pt>
                <c:pt idx="33">
                  <c:v>1</c:v>
                </c:pt>
                <c:pt idx="34">
                  <c:v>3</c:v>
                </c:pt>
                <c:pt idx="35">
                  <c:v>0</c:v>
                </c:pt>
                <c:pt idx="36">
                  <c:v>3</c:v>
                </c:pt>
                <c:pt idx="37">
                  <c:v>0</c:v>
                </c:pt>
                <c:pt idx="38">
                  <c:v>0</c:v>
                </c:pt>
                <c:pt idx="39">
                  <c:v>1</c:v>
                </c:pt>
                <c:pt idx="40">
                  <c:v>1</c:v>
                </c:pt>
                <c:pt idx="41">
                  <c:v>1</c:v>
                </c:pt>
                <c:pt idx="42">
                  <c:v>1</c:v>
                </c:pt>
                <c:pt idx="43">
                  <c:v>7</c:v>
                </c:pt>
              </c:numCache>
            </c:numRef>
          </c:yVal>
        </c:ser>
        <c:ser>
          <c:idx val="3"/>
          <c:order val="3"/>
          <c:tx>
            <c:v>Средний прогноз</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2.1359</c:v>
                </c:pt>
                <c:pt idx="1">
                  <c:v>3.0896</c:v>
                </c:pt>
                <c:pt idx="2">
                  <c:v>2.3031</c:v>
                </c:pt>
                <c:pt idx="3">
                  <c:v>1.9209</c:v>
                </c:pt>
                <c:pt idx="4">
                  <c:v>2.0192</c:v>
                </c:pt>
                <c:pt idx="5">
                  <c:v>1.8073</c:v>
                </c:pt>
                <c:pt idx="6">
                  <c:v>1.8765</c:v>
                </c:pt>
                <c:pt idx="7">
                  <c:v>2.0911</c:v>
                </c:pt>
                <c:pt idx="8">
                  <c:v>3.0574</c:v>
                </c:pt>
                <c:pt idx="9">
                  <c:v>2.2763</c:v>
                </c:pt>
                <c:pt idx="10">
                  <c:v>1.9397</c:v>
                </c:pt>
                <c:pt idx="11">
                  <c:v>1.9487</c:v>
                </c:pt>
                <c:pt idx="12">
                  <c:v>1.8148</c:v>
                </c:pt>
                <c:pt idx="13">
                  <c:v>1.8252</c:v>
                </c:pt>
                <c:pt idx="14">
                  <c:v>2.0955</c:v>
                </c:pt>
                <c:pt idx="15">
                  <c:v>3.0614</c:v>
                </c:pt>
                <c:pt idx="16">
                  <c:v>2.272</c:v>
                </c:pt>
                <c:pt idx="17">
                  <c:v>1.9065</c:v>
                </c:pt>
                <c:pt idx="18">
                  <c:v>1.9923</c:v>
                </c:pt>
                <c:pt idx="19">
                  <c:v>1.8128</c:v>
                </c:pt>
                <c:pt idx="20">
                  <c:v>1.8824</c:v>
                </c:pt>
                <c:pt idx="21">
                  <c:v>2.1025</c:v>
                </c:pt>
                <c:pt idx="22">
                  <c:v>3.0732</c:v>
                </c:pt>
                <c:pt idx="23">
                  <c:v>2.2584</c:v>
                </c:pt>
                <c:pt idx="24">
                  <c:v>1.9206</c:v>
                </c:pt>
                <c:pt idx="25">
                  <c:v>1.9545</c:v>
                </c:pt>
                <c:pt idx="26">
                  <c:v>1.773</c:v>
                </c:pt>
                <c:pt idx="27">
                  <c:v>1.8623</c:v>
                </c:pt>
                <c:pt idx="28">
                  <c:v>2.0788</c:v>
                </c:pt>
                <c:pt idx="29">
                  <c:v>2.7941</c:v>
                </c:pt>
                <c:pt idx="30">
                  <c:v>2.1369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3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10"/>
      </c:valAx>
      <c:valAx>
        <c:axId val="48650112"/>
        <c:scaling>
          <c:orientation val="minMax"/>
          <c:max val="46328"/>
          <c:min val="46249"/>
        </c:scaling>
        <c:delete val="0"/>
        <c:axPos val="b"/>
        <c:numFmt formatCode="dd.m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5.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Ленин · записи с упоминанием</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E8CEBF"/>
            </ns1:solidFill>
            <ns1:ln w="19050">
              <ns1:solidFill>
                <ns1:srgbClr val="E8CEBF"/>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2</c:v>
                </c:pt>
                <c:pt idx="1">
                  <c:v>3</c:v>
                </c:pt>
                <c:pt idx="2">
                  <c:v>2</c:v>
                </c:pt>
                <c:pt idx="3">
                  <c:v>2</c:v>
                </c:pt>
                <c:pt idx="4">
                  <c:v>2</c:v>
                </c:pt>
                <c:pt idx="5">
                  <c:v>2</c:v>
                </c:pt>
                <c:pt idx="6">
                  <c:v>2</c:v>
                </c:pt>
                <c:pt idx="7">
                  <c:v>2</c:v>
                </c:pt>
                <c:pt idx="8">
                  <c:v>3</c:v>
                </c:pt>
                <c:pt idx="9">
                  <c:v>2</c:v>
                </c:pt>
                <c:pt idx="10">
                  <c:v>2</c:v>
                </c:pt>
                <c:pt idx="11">
                  <c:v>2</c:v>
                </c:pt>
                <c:pt idx="12">
                  <c:v>2</c:v>
                </c:pt>
                <c:pt idx="13">
                  <c:v>2</c:v>
                </c:pt>
                <c:pt idx="14">
                  <c:v>2</c:v>
                </c:pt>
                <c:pt idx="15">
                  <c:v>3</c:v>
                </c:pt>
                <c:pt idx="16">
                  <c:v>2</c:v>
                </c:pt>
                <c:pt idx="17">
                  <c:v>2</c:v>
                </c:pt>
                <c:pt idx="18">
                  <c:v>2</c:v>
                </c:pt>
                <c:pt idx="19">
                  <c:v>2</c:v>
                </c:pt>
                <c:pt idx="20">
                  <c:v>2</c:v>
                </c:pt>
                <c:pt idx="21">
                  <c:v>2</c:v>
                </c:pt>
                <c:pt idx="22">
                  <c:v>3</c:v>
                </c:pt>
                <c:pt idx="23">
                  <c:v>2</c:v>
                </c:pt>
                <c:pt idx="24">
                  <c:v>2</c:v>
                </c:pt>
                <c:pt idx="25">
                  <c:v>2</c:v>
                </c:pt>
                <c:pt idx="26">
                  <c:v>2</c:v>
                </c:pt>
                <c:pt idx="27">
                  <c:v>2</c:v>
                </c:pt>
                <c:pt idx="28">
                  <c:v>2</c:v>
                </c:pt>
                <c:pt idx="29">
                  <c:v>2</c:v>
                </c:pt>
                <c:pt idx="30">
                  <c:v>2</c:v>
                </c:pt>
              </c:numCache>
            </c:numRef>
          </c:yVal>
        </c:ser>
        <c:ser>
          <c:idx val="1"/>
          <c:order val="1"/>
          <c:tx>
            <c:v>Нижняя граница 80%</c:v>
          </c:tx>
          <c:spPr>
            <ns1:solidFill>
              <ns1:srgbClr val="E8CEBF"/>
            </ns1:solidFill>
            <ns1:ln w="19050">
              <ns1:solidFill>
                <ns1:srgbClr val="E8CEBF"/>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2</c:v>
                </c:pt>
                <c:pt idx="1">
                  <c:v>1</c:v>
                </c:pt>
                <c:pt idx="2">
                  <c:v>0</c:v>
                </c:pt>
                <c:pt idx="3">
                  <c:v>0</c:v>
                </c:pt>
                <c:pt idx="4">
                  <c:v>0</c:v>
                </c:pt>
                <c:pt idx="5">
                  <c:v>1</c:v>
                </c:pt>
                <c:pt idx="6">
                  <c:v>0</c:v>
                </c:pt>
                <c:pt idx="7">
                  <c:v>0</c:v>
                </c:pt>
                <c:pt idx="8">
                  <c:v>1</c:v>
                </c:pt>
                <c:pt idx="9">
                  <c:v>0</c:v>
                </c:pt>
                <c:pt idx="10">
                  <c:v>0</c:v>
                </c:pt>
                <c:pt idx="11">
                  <c:v>0</c:v>
                </c:pt>
                <c:pt idx="12">
                  <c:v>1</c:v>
                </c:pt>
                <c:pt idx="13">
                  <c:v>1</c:v>
                </c:pt>
                <c:pt idx="14">
                  <c:v>1</c:v>
                </c:pt>
                <c:pt idx="15">
                  <c:v>1</c:v>
                </c:pt>
                <c:pt idx="16">
                  <c:v>1</c:v>
                </c:pt>
                <c:pt idx="17">
                  <c:v>0</c:v>
                </c:pt>
                <c:pt idx="18">
                  <c:v>0</c:v>
                </c:pt>
                <c:pt idx="19">
                  <c:v>1</c:v>
                </c:pt>
                <c:pt idx="20">
                  <c:v>1</c:v>
                </c:pt>
                <c:pt idx="21">
                  <c:v>1</c:v>
                </c:pt>
                <c:pt idx="22">
                  <c:v>3</c:v>
                </c:pt>
                <c:pt idx="23">
                  <c:v>1</c:v>
                </c:pt>
                <c:pt idx="24">
                  <c:v>1</c:v>
                </c:pt>
                <c:pt idx="25">
                  <c:v>2</c:v>
                </c:pt>
                <c:pt idx="26">
                  <c:v>0</c:v>
                </c:pt>
                <c:pt idx="27">
                  <c:v>0</c:v>
                </c:pt>
                <c:pt idx="28">
                  <c:v>1</c:v>
                </c:pt>
                <c:pt idx="29">
                  <c:v>0</c:v>
                </c:pt>
                <c:pt idx="30">
                  <c:v>1</c:v>
                </c:pt>
                <c:pt idx="31">
                  <c:v>1</c:v>
                </c:pt>
                <c:pt idx="32">
                  <c:v>0</c:v>
                </c:pt>
                <c:pt idx="33">
                  <c:v>0</c:v>
                </c:pt>
                <c:pt idx="34">
                  <c:v>0</c:v>
                </c:pt>
                <c:pt idx="35">
                  <c:v>0</c:v>
                </c:pt>
                <c:pt idx="36">
                  <c:v>0</c:v>
                </c:pt>
                <c:pt idx="37">
                  <c:v>1</c:v>
                </c:pt>
                <c:pt idx="38">
                  <c:v>1</c:v>
                </c:pt>
                <c:pt idx="39">
                  <c:v>2</c:v>
                </c:pt>
                <c:pt idx="40">
                  <c:v>1</c:v>
                </c:pt>
                <c:pt idx="41">
                  <c:v>0</c:v>
                </c:pt>
                <c:pt idx="42">
                  <c:v>0</c:v>
                </c:pt>
                <c:pt idx="43">
                  <c:v>1</c:v>
                </c:pt>
              </c:numCache>
            </c:numRef>
          </c:yVal>
        </c:ser>
        <c:ser>
          <c:idx val="3"/>
          <c:order val="3"/>
          <c:tx>
            <c:v>Средний прогноз</c:v>
          </c:tx>
          <c:spPr>
            <ns1:solidFill>
              <ns1:srgbClr val="B46A48"/>
            </ns1:solidFill>
            <ns1:ln w="23813">
              <ns1:solidFill>
                <ns1:srgbClr val="B46A4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0.815</c:v>
                </c:pt>
                <c:pt idx="1">
                  <c:v>0.8715</c:v>
                </c:pt>
                <c:pt idx="2">
                  <c:v>0.7662</c:v>
                </c:pt>
                <c:pt idx="3">
                  <c:v>0.7435</c:v>
                </c:pt>
                <c:pt idx="4">
                  <c:v>0.8053</c:v>
                </c:pt>
                <c:pt idx="5">
                  <c:v>0.6963</c:v>
                </c:pt>
                <c:pt idx="6">
                  <c:v>0.7637</c:v>
                </c:pt>
                <c:pt idx="7">
                  <c:v>0.7983</c:v>
                </c:pt>
                <c:pt idx="8">
                  <c:v>0.8585</c:v>
                </c:pt>
                <c:pt idx="9">
                  <c:v>0.7696</c:v>
                </c:pt>
                <c:pt idx="10">
                  <c:v>0.7713</c:v>
                </c:pt>
                <c:pt idx="11">
                  <c:v>0.7853</c:v>
                </c:pt>
                <c:pt idx="12">
                  <c:v>0.6874</c:v>
                </c:pt>
                <c:pt idx="13">
                  <c:v>0.7694</c:v>
                </c:pt>
                <c:pt idx="14">
                  <c:v>0.8028</c:v>
                </c:pt>
                <c:pt idx="15">
                  <c:v>0.8718</c:v>
                </c:pt>
                <c:pt idx="16">
                  <c:v>0.7558</c:v>
                </c:pt>
                <c:pt idx="17">
                  <c:v>0.7536</c:v>
                </c:pt>
                <c:pt idx="18">
                  <c:v>0.7946</c:v>
                </c:pt>
                <c:pt idx="19">
                  <c:v>0.6936</c:v>
                </c:pt>
                <c:pt idx="20">
                  <c:v>0.76</c:v>
                </c:pt>
                <c:pt idx="21">
                  <c:v>0.8046</c:v>
                </c:pt>
                <c:pt idx="22">
                  <c:v>0.8641</c:v>
                </c:pt>
                <c:pt idx="23">
                  <c:v>0.7542</c:v>
                </c:pt>
                <c:pt idx="24">
                  <c:v>0.7386</c:v>
                </c:pt>
                <c:pt idx="25">
                  <c:v>0.7949</c:v>
                </c:pt>
                <c:pt idx="26">
                  <c:v>0.6917</c:v>
                </c:pt>
                <c:pt idx="27">
                  <c:v>0.7741</c:v>
                </c:pt>
                <c:pt idx="28">
                  <c:v>0.7992</c:v>
                </c:pt>
                <c:pt idx="29">
                  <c:v>0.8271</c:v>
                </c:pt>
                <c:pt idx="30">
                  <c:v>0.7153</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d.m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6.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Сталин · записи с упоминанием</ns1:t>
            </ns1:r>
          </ns1:p>
        </c:rich>
      </c:tx>
      <c:overlay val="0"/>
      <c:txPr>
        <ns1:bodyPr anchorCtr="1"/>
        <ns1:lstStyle/>
        <ns1:p>
          <ns1:pPr>
            <ns1:defRPr sz="1875">
              <ns1:solidFill>
                <ns1:srgbClr val="243C45"/>
              </ns1:solidFill>
              <ns1:latin typeface="Arial"/>
              <ns1:ea typeface="Arial"/>
              <ns1:cs typeface="Arial"/>
            </ns1:defRPr>
          </ns1:pPr>
        </ns1:p>
      </c:txPr>
    </c:title>
    <c:plotArea>
      <c:scatterChart>
        <c:scatterStyle val="line"/>
        <c:varyColors val="0"/>
        <c:ser>
          <c:idx val="0"/>
          <c:order val="0"/>
          <c:tx>
            <c:v>Верхняя граница 80%</c:v>
          </c:tx>
          <c:spPr>
            <ns1:solidFill>
              <ns1:srgbClr val="BDD8D4"/>
            </ns1:solidFill>
            <ns1:ln w="19050">
              <ns1:solidFill>
                <ns1:srgbClr val="BDD8D4"/>
              </ns1:solidFill>
            </ns1:ln>
          </c:spPr>
          <c:marker>
            <c:symbol val="none"/>
          </c:marker>
          <c:xVal>
            <c:numRef>
              <c:f>'Chart Data'!$A$2:$A$32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Data'!$B$2:$B$32</c:f>
              <c:numCache>
                <c:formatCode>0</c:formatCode>
                <c:ptCount val="31"/>
                <c:pt idx="0">
                  <c:v>3</c:v>
                </c:pt>
                <c:pt idx="1">
                  <c:v>4</c:v>
                </c:pt>
                <c:pt idx="2">
                  <c:v>3</c:v>
                </c:pt>
                <c:pt idx="3">
                  <c:v>3</c:v>
                </c:pt>
                <c:pt idx="4">
                  <c:v>4</c:v>
                </c:pt>
                <c:pt idx="5">
                  <c:v>3</c:v>
                </c:pt>
                <c:pt idx="6">
                  <c:v>3</c:v>
                </c:pt>
                <c:pt idx="7">
                  <c:v>3</c:v>
                </c:pt>
                <c:pt idx="8">
                  <c:v>4</c:v>
                </c:pt>
                <c:pt idx="9">
                  <c:v>3</c:v>
                </c:pt>
                <c:pt idx="10">
                  <c:v>3</c:v>
                </c:pt>
                <c:pt idx="11">
                  <c:v>3</c:v>
                </c:pt>
                <c:pt idx="12">
                  <c:v>3</c:v>
                </c:pt>
                <c:pt idx="13">
                  <c:v>3</c:v>
                </c:pt>
                <c:pt idx="14">
                  <c:v>3</c:v>
                </c:pt>
                <c:pt idx="15">
                  <c:v>4</c:v>
                </c:pt>
                <c:pt idx="16">
                  <c:v>3</c:v>
                </c:pt>
                <c:pt idx="17">
                  <c:v>3</c:v>
                </c:pt>
                <c:pt idx="18">
                  <c:v>3</c:v>
                </c:pt>
                <c:pt idx="19">
                  <c:v>3</c:v>
                </c:pt>
                <c:pt idx="20">
                  <c:v>3</c:v>
                </c:pt>
                <c:pt idx="21">
                  <c:v>3</c:v>
                </c:pt>
                <c:pt idx="22">
                  <c:v>4</c:v>
                </c:pt>
                <c:pt idx="23">
                  <c:v>3</c:v>
                </c:pt>
                <c:pt idx="24">
                  <c:v>3</c:v>
                </c:pt>
                <c:pt idx="25">
                  <c:v>3</c:v>
                </c:pt>
                <c:pt idx="26">
                  <c:v>3</c:v>
                </c:pt>
                <c:pt idx="27">
                  <c:v>3</c:v>
                </c:pt>
                <c:pt idx="28">
                  <c:v>3</c:v>
                </c:pt>
                <c:pt idx="29">
                  <c:v>4</c:v>
                </c:pt>
                <c:pt idx="30">
                  <c:v>4</c:v>
                </c:pt>
              </c:numCache>
            </c:numRef>
          </c:yVal>
        </c:ser>
        <c:ser>
          <c:idx val="1"/>
          <c:order val="1"/>
          <c:tx>
            <c:v>Нижняя граница 80%</c:v>
          </c:tx>
          <c:spPr>
            <ns1:solidFill>
              <ns1:srgbClr val="BDD8D4"/>
            </ns1:solidFill>
            <ns1:ln w="19050">
              <ns1:solidFill>
                <ns1:srgbClr val="BDD8D4"/>
              </ns1:solidFill>
            </ns1:ln>
          </c:spPr>
          <c:marker>
            <c:symbol val="none"/>
          </c:marker>
          <c:xVal>
            <c:numRef>
              <c:f>'Chart Data'!$C$2:$C$32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Data'!$D$2:$D$32</c:f>
              <c:numCache>
                <c:formatCode>0</c:formatCode>
                <c:ptCount val="3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numCache>
            </c:numRef>
          </c:yVal>
        </c:ser>
        <c:ser>
          <c:idx val="2"/>
          <c:order val="2"/>
          <c:tx>
            <c:v>Наблюдения</c:v>
          </c:tx>
          <c:spPr>
            <ns1:solidFill>
              <ns1:srgbClr val="718087"/>
            </ns1:solidFill>
            <ns1:ln w="14288">
              <ns1:solidFill>
                <ns1:srgbClr val="718087"/>
              </ns1:solidFill>
            </ns1:ln>
          </c:spPr>
          <c:marker>
            <c:symbol val="none"/>
          </c:marker>
          <c:xVal>
            <c:numRef>
              <c:f>'Chart Data'!$E$2:$E$45</c:f>
              <c:numCache>
                <c:formatCode>General</c:formatCode>
                <c:ptCount val="44"/>
                <c:pt idx="0">
                  <c:v>46249</c:v>
                </c:pt>
                <c:pt idx="1">
                  <c:v>46250</c:v>
                </c:pt>
                <c:pt idx="2">
                  <c:v>46251</c:v>
                </c:pt>
                <c:pt idx="3">
                  <c:v>46252</c:v>
                </c:pt>
                <c:pt idx="4">
                  <c:v>46253</c:v>
                </c:pt>
                <c:pt idx="5">
                  <c:v>46254</c:v>
                </c:pt>
                <c:pt idx="6">
                  <c:v>46258</c:v>
                </c:pt>
                <c:pt idx="7">
                  <c:v>46259</c:v>
                </c:pt>
                <c:pt idx="8">
                  <c:v>46260</c:v>
                </c:pt>
                <c:pt idx="9">
                  <c:v>46261</c:v>
                </c:pt>
                <c:pt idx="10">
                  <c:v>46262</c:v>
                </c:pt>
                <c:pt idx="11">
                  <c:v>46263</c:v>
                </c:pt>
                <c:pt idx="12">
                  <c:v>46264</c:v>
                </c:pt>
                <c:pt idx="13">
                  <c:v>46265</c:v>
                </c:pt>
                <c:pt idx="14">
                  <c:v>46266</c:v>
                </c:pt>
                <c:pt idx="15">
                  <c:v>46267</c:v>
                </c:pt>
                <c:pt idx="16">
                  <c:v>46268</c:v>
                </c:pt>
                <c:pt idx="17">
                  <c:v>46269</c:v>
                </c:pt>
                <c:pt idx="18">
                  <c:v>46270</c:v>
                </c:pt>
                <c:pt idx="19">
                  <c:v>46271</c:v>
                </c:pt>
                <c:pt idx="20">
                  <c:v>46272</c:v>
                </c:pt>
                <c:pt idx="21">
                  <c:v>46273</c:v>
                </c:pt>
                <c:pt idx="22">
                  <c:v>46276</c:v>
                </c:pt>
                <c:pt idx="23">
                  <c:v>46277</c:v>
                </c:pt>
                <c:pt idx="24">
                  <c:v>46278</c:v>
                </c:pt>
                <c:pt idx="25">
                  <c:v>46279</c:v>
                </c:pt>
                <c:pt idx="26">
                  <c:v>46280</c:v>
                </c:pt>
                <c:pt idx="27">
                  <c:v>46281</c:v>
                </c:pt>
                <c:pt idx="28">
                  <c:v>46282</c:v>
                </c:pt>
                <c:pt idx="29">
                  <c:v>46283</c:v>
                </c:pt>
                <c:pt idx="30">
                  <c:v>46284</c:v>
                </c:pt>
                <c:pt idx="31">
                  <c:v>46285</c:v>
                </c:pt>
                <c:pt idx="32">
                  <c:v>46286</c:v>
                </c:pt>
                <c:pt idx="33">
                  <c:v>46287</c:v>
                </c:pt>
                <c:pt idx="34">
                  <c:v>46288</c:v>
                </c:pt>
                <c:pt idx="35">
                  <c:v>46289</c:v>
                </c:pt>
                <c:pt idx="36">
                  <c:v>46290</c:v>
                </c:pt>
                <c:pt idx="37">
                  <c:v>46291</c:v>
                </c:pt>
                <c:pt idx="38">
                  <c:v>46292</c:v>
                </c:pt>
                <c:pt idx="39">
                  <c:v>46293</c:v>
                </c:pt>
                <c:pt idx="40">
                  <c:v>46294</c:v>
                </c:pt>
                <c:pt idx="41">
                  <c:v>46295</c:v>
                </c:pt>
                <c:pt idx="42">
                  <c:v>46296</c:v>
                </c:pt>
                <c:pt idx="43">
                  <c:v>46297</c:v>
                </c:pt>
              </c:numCache>
            </c:numRef>
          </c:xVal>
          <c:yVal>
            <c:numRef>
              <c:f>'Chart Data'!$F$2:$F$45</c:f>
              <c:numCache>
                <c:formatCode>0</c:formatCode>
                <c:ptCount val="44"/>
                <c:pt idx="0">
                  <c:v>6</c:v>
                </c:pt>
                <c:pt idx="1">
                  <c:v>5</c:v>
                </c:pt>
                <c:pt idx="2">
                  <c:v>0</c:v>
                </c:pt>
                <c:pt idx="3">
                  <c:v>0</c:v>
                </c:pt>
                <c:pt idx="4">
                  <c:v>0</c:v>
                </c:pt>
                <c:pt idx="5">
                  <c:v>0</c:v>
                </c:pt>
                <c:pt idx="6">
                  <c:v>0</c:v>
                </c:pt>
                <c:pt idx="7">
                  <c:v>0</c:v>
                </c:pt>
                <c:pt idx="8">
                  <c:v>1</c:v>
                </c:pt>
                <c:pt idx="9">
                  <c:v>0</c:v>
                </c:pt>
                <c:pt idx="10">
                  <c:v>0</c:v>
                </c:pt>
                <c:pt idx="11">
                  <c:v>0</c:v>
                </c:pt>
                <c:pt idx="12">
                  <c:v>2</c:v>
                </c:pt>
                <c:pt idx="13">
                  <c:v>1</c:v>
                </c:pt>
                <c:pt idx="14">
                  <c:v>2</c:v>
                </c:pt>
                <c:pt idx="15">
                  <c:v>0</c:v>
                </c:pt>
                <c:pt idx="16">
                  <c:v>0</c:v>
                </c:pt>
                <c:pt idx="17">
                  <c:v>0</c:v>
                </c:pt>
                <c:pt idx="18">
                  <c:v>0</c:v>
                </c:pt>
                <c:pt idx="19">
                  <c:v>1</c:v>
                </c:pt>
                <c:pt idx="20">
                  <c:v>4</c:v>
                </c:pt>
                <c:pt idx="21">
                  <c:v>2</c:v>
                </c:pt>
                <c:pt idx="22">
                  <c:v>3</c:v>
                </c:pt>
                <c:pt idx="23">
                  <c:v>1</c:v>
                </c:pt>
                <c:pt idx="24">
                  <c:v>0</c:v>
                </c:pt>
                <c:pt idx="25">
                  <c:v>1</c:v>
                </c:pt>
                <c:pt idx="26">
                  <c:v>1</c:v>
                </c:pt>
                <c:pt idx="27">
                  <c:v>0</c:v>
                </c:pt>
                <c:pt idx="28">
                  <c:v>2</c:v>
                </c:pt>
                <c:pt idx="29">
                  <c:v>0</c:v>
                </c:pt>
                <c:pt idx="30">
                  <c:v>0</c:v>
                </c:pt>
                <c:pt idx="31">
                  <c:v>0</c:v>
                </c:pt>
                <c:pt idx="32">
                  <c:v>1</c:v>
                </c:pt>
                <c:pt idx="33">
                  <c:v>1</c:v>
                </c:pt>
                <c:pt idx="34">
                  <c:v>3</c:v>
                </c:pt>
                <c:pt idx="35">
                  <c:v>0</c:v>
                </c:pt>
                <c:pt idx="36">
                  <c:v>3</c:v>
                </c:pt>
                <c:pt idx="37">
                  <c:v>0</c:v>
                </c:pt>
                <c:pt idx="38">
                  <c:v>0</c:v>
                </c:pt>
                <c:pt idx="39">
                  <c:v>1</c:v>
                </c:pt>
                <c:pt idx="40">
                  <c:v>1</c:v>
                </c:pt>
                <c:pt idx="41">
                  <c:v>1</c:v>
                </c:pt>
                <c:pt idx="42">
                  <c:v>1</c:v>
                </c:pt>
                <c:pt idx="43">
                  <c:v>2</c:v>
                </c:pt>
              </c:numCache>
            </c:numRef>
          </c:yVal>
        </c:ser>
        <c:ser>
          <c:idx val="3"/>
          <c:order val="3"/>
          <c:tx>
            <c:v>Средний прогноз</c:v>
          </c:tx>
          <c:spPr>
            <ns1:solidFill>
              <ns1:srgbClr val="277978"/>
            </ns1:solidFill>
            <ns1:ln w="23813">
              <ns1:solidFill>
                <ns1:srgbClr val="277978"/>
              </ns1:solidFill>
            </ns1:ln>
          </c:spPr>
          <c:marker>
            <c:symbol val="none"/>
          </c:marker>
          <c:xVal>
            <c:numRef>
              <c:f>'Chart Data'!$G$2:$G$32</c:f>
              <c:numCache>
                <c:formatCode>General</c:formatCode>
                <c:ptCount val="31"/>
                <c:pt idx="0">
                  <c:v>46298</c:v>
                </c:pt>
                <c:pt idx="1">
                  <c:v>46299</c:v>
                </c:pt>
                <c:pt idx="2">
                  <c:v>46300</c:v>
                </c:pt>
                <c:pt idx="3">
                  <c:v>46301</c:v>
                </c:pt>
                <c:pt idx="4">
                  <c:v>46302</c:v>
                </c:pt>
                <c:pt idx="5">
                  <c:v>46303</c:v>
                </c:pt>
                <c:pt idx="6">
                  <c:v>46304</c:v>
                </c:pt>
                <c:pt idx="7">
                  <c:v>46305</c:v>
                </c:pt>
                <c:pt idx="8">
                  <c:v>46306</c:v>
                </c:pt>
                <c:pt idx="9">
                  <c:v>46307</c:v>
                </c:pt>
                <c:pt idx="10">
                  <c:v>46308</c:v>
                </c:pt>
                <c:pt idx="11">
                  <c:v>46309</c:v>
                </c:pt>
                <c:pt idx="12">
                  <c:v>46310</c:v>
                </c:pt>
                <c:pt idx="13">
                  <c:v>46311</c:v>
                </c:pt>
                <c:pt idx="14">
                  <c:v>46312</c:v>
                </c:pt>
                <c:pt idx="15">
                  <c:v>46313</c:v>
                </c:pt>
                <c:pt idx="16">
                  <c:v>46314</c:v>
                </c:pt>
                <c:pt idx="17">
                  <c:v>46315</c:v>
                </c:pt>
                <c:pt idx="18">
                  <c:v>46316</c:v>
                </c:pt>
                <c:pt idx="19">
                  <c:v>46317</c:v>
                </c:pt>
                <c:pt idx="20">
                  <c:v>46318</c:v>
                </c:pt>
                <c:pt idx="21">
                  <c:v>46319</c:v>
                </c:pt>
                <c:pt idx="22">
                  <c:v>46320</c:v>
                </c:pt>
                <c:pt idx="23">
                  <c:v>46321</c:v>
                </c:pt>
                <c:pt idx="24">
                  <c:v>46322</c:v>
                </c:pt>
                <c:pt idx="25">
                  <c:v>46323</c:v>
                </c:pt>
                <c:pt idx="26">
                  <c:v>46324</c:v>
                </c:pt>
                <c:pt idx="27">
                  <c:v>46325</c:v>
                </c:pt>
                <c:pt idx="28">
                  <c:v>46326</c:v>
                </c:pt>
                <c:pt idx="29">
                  <c:v>46327</c:v>
                </c:pt>
                <c:pt idx="30">
                  <c:v>46328</c:v>
                </c:pt>
              </c:numCache>
            </c:numRef>
          </c:xVal>
          <c:yVal>
            <c:numRef>
              <c:f>'Chart Data'!$H$2:$H$32</c:f>
              <c:numCache>
                <c:formatCode>0</c:formatCode>
                <c:ptCount val="31"/>
                <c:pt idx="0">
                  <c:v>1.0334</c:v>
                </c:pt>
                <c:pt idx="1">
                  <c:v>1.3436</c:v>
                </c:pt>
                <c:pt idx="2">
                  <c:v>1.202</c:v>
                </c:pt>
                <c:pt idx="3">
                  <c:v>1.1429</c:v>
                </c:pt>
                <c:pt idx="4">
                  <c:v>1.2337</c:v>
                </c:pt>
                <c:pt idx="5">
                  <c:v>1.0668</c:v>
                </c:pt>
                <c:pt idx="6">
                  <c:v>1.0532</c:v>
                </c:pt>
                <c:pt idx="7">
                  <c:v>1.0173</c:v>
                </c:pt>
                <c:pt idx="8">
                  <c:v>1.3509</c:v>
                </c:pt>
                <c:pt idx="9">
                  <c:v>1.1914</c:v>
                </c:pt>
                <c:pt idx="10">
                  <c:v>1.1464</c:v>
                </c:pt>
                <c:pt idx="11">
                  <c:v>1.1909</c:v>
                </c:pt>
                <c:pt idx="12">
                  <c:v>1.0633</c:v>
                </c:pt>
                <c:pt idx="13">
                  <c:v>1.0414</c:v>
                </c:pt>
                <c:pt idx="14">
                  <c:v>1.0278</c:v>
                </c:pt>
                <c:pt idx="15">
                  <c:v>1.3552</c:v>
                </c:pt>
                <c:pt idx="16">
                  <c:v>1.193</c:v>
                </c:pt>
                <c:pt idx="17">
                  <c:v>1.1446</c:v>
                </c:pt>
                <c:pt idx="18">
                  <c:v>1.2143</c:v>
                </c:pt>
                <c:pt idx="19">
                  <c:v>1.0719</c:v>
                </c:pt>
                <c:pt idx="20">
                  <c:v>1.059</c:v>
                </c:pt>
                <c:pt idx="21">
                  <c:v>1.0312</c:v>
                </c:pt>
                <c:pt idx="22">
                  <c:v>1.3513</c:v>
                </c:pt>
                <c:pt idx="23">
                  <c:v>1.1839</c:v>
                </c:pt>
                <c:pt idx="24">
                  <c:v>1.1394</c:v>
                </c:pt>
                <c:pt idx="25">
                  <c:v>1.201</c:v>
                </c:pt>
                <c:pt idx="26">
                  <c:v>1.0469</c:v>
                </c:pt>
                <c:pt idx="27">
                  <c:v>1.045</c:v>
                </c:pt>
                <c:pt idx="28">
                  <c:v>1.0111</c:v>
                </c:pt>
                <c:pt idx="29">
                  <c:v>1.4874</c:v>
                </c:pt>
                <c:pt idx="30">
                  <c:v>1.3219</c:v>
                </c:pt>
              </c:numCache>
            </c:numRef>
          </c:yVal>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majorUnit val="2"/>
      </c:valAx>
      <c:valAx>
        <c:axId val="48650112"/>
        <c:scaling>
          <c:orientation val="minMax"/>
          <c:max val="46328"/>
          <c:min val="46249"/>
        </c:scaling>
        <c:delete val="0"/>
        <c:axPos val="b"/>
        <c:numFmt formatCode="dd.mm"/>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majorUnit val="3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7.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Нормированный CRPS</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Нормированный CRPS</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Смесь</c:v>
                </c:pt>
              </c:strCache>
            </c:strRef>
          </c:cat>
          <c:val>
            <c:numRef>
              <c:f>'Chart Data'!$B$2:$B$6</c:f>
              <c:numCache>
                <c:formatCode>0.0</c:formatCode>
                <c:ptCount val="5"/>
                <c:pt idx="0">
                  <c:v>0.5056</c:v>
                </c:pt>
                <c:pt idx="1">
                  <c:v>0.4711</c:v>
                </c:pt>
                <c:pt idx="2">
                  <c:v>0.4542</c:v>
                </c:pt>
                <c:pt idx="3">
                  <c:v>0.4546</c:v>
                </c:pt>
                <c:pt idx="4">
                  <c:v>0.4609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0.65"/>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2"/>
      </c:valAx>
      <c:spPr>
        <ns1:solidFill>
          <ns1:srgbClr val="FCFBF8"/>
        </ns1:solidFill>
      </c:spPr>
    </c:plotArea>
    <c:plotVisOnly val="1"/>
  </c:chart>
  <c:spPr>
    <ns1:solidFill>
      <ns1:srgbClr val="FCFBF8"/>
    </ns1:solidFill>
  </c:spPr>
  <c:externalData r:id="rIdWorkbook">
    <c:autoUpdate val="0"/>
  </c:externalData>
</c:chartSpace>
</file>

<file path=ppt/slides/charts/chart8.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RMSE, число за день</ns1:t>
            </ns1:r>
          </ns1:p>
        </c:rich>
      </c:tx>
      <c:overlay val="0"/>
      <c:txPr>
        <ns1:bodyPr anchorCtr="1"/>
        <ns1:lstStyle/>
        <ns1:p>
          <ns1:pPr>
            <ns1:defRPr sz="1875">
              <ns1:solidFill>
                <ns1:srgbClr val="243C45"/>
              </ns1:solidFill>
              <ns1:latin typeface="Arial"/>
              <ns1:ea typeface="Arial"/>
              <ns1:cs typeface="Arial"/>
            </ns1:defRPr>
          </ns1:pPr>
        </ns1:p>
      </c:txPr>
    </c:title>
    <c:plotArea>
      <c:barChart>
        <c:barDir val="bar"/>
        <c:grouping val="clustered"/>
        <c:varyColors val="0"/>
        <c:ser>
          <c:idx val="0"/>
          <c:order val="0"/>
          <c:tx>
            <c:v>RMSE, число за день</c:v>
          </c:tx>
          <c:spPr>
            <ns1:solidFill>
              <ns1:srgbClr val="AFB9BA"/>
            </ns1:solidFill>
          </c:spPr>
          <c:invertIfNegative val="0"/>
          <c:dPt>
            <c:idx val="2"/>
            <c:invertIfNegative val="0"/>
            <c:spPr>
              <ns1:solidFill>
                <ns1:srgbClr val="277978"/>
              </ns1:solidFill>
            </c:spPr>
          </c:dPt>
          <c:cat>
            <c:strRef>
              <c:f>'Chart Data'!$A$2:$A$6</c:f>
              <c:strCache>
                <c:ptCount val="5"/>
                <c:pt idx="0">
                  <c:v>M1</c:v>
                </c:pt>
                <c:pt idx="1">
                  <c:v>M2</c:v>
                </c:pt>
                <c:pt idx="2">
                  <c:v>M3</c:v>
                </c:pt>
                <c:pt idx="3">
                  <c:v>M4</c:v>
                </c:pt>
                <c:pt idx="4">
                  <c:v>Смесь</c:v>
                </c:pt>
              </c:strCache>
            </c:strRef>
          </c:cat>
          <c:val>
            <c:numRef>
              <c:f>'Chart Data'!$B$2:$B$6</c:f>
              <c:numCache>
                <c:formatCode>0.0</c:formatCode>
                <c:ptCount val="5"/>
                <c:pt idx="0">
                  <c:v>2.4242</c:v>
                </c:pt>
                <c:pt idx="1">
                  <c:v>2.4275</c:v>
                </c:pt>
                <c:pt idx="2">
                  <c:v>2.3829</c:v>
                </c:pt>
                <c:pt idx="3">
                  <c:v>2.3859</c:v>
                </c:pt>
                <c:pt idx="4">
                  <c:v>2.3869</c:v>
                </c:pt>
              </c:numCache>
            </c:numRef>
          </c:val>
        </c:ser>
        <c:dLbls>
          <c:numFmt formatCode="0.000" sourceLinked="0"/>
          <c:txPr>
            <ns1:bodyPr anchorCtr="1"/>
            <ns1:lstStyle/>
            <ns1:p>
              <ns1:pPr>
                <ns1:defRPr sz="1725">
                  <ns1:solidFill>
                    <ns1:srgbClr val="243C45"/>
                  </ns1:solidFill>
                  <ns1:latin typeface="Arial"/>
                  <ns1:ea typeface="Arial"/>
                  <ns1:cs typeface="Arial"/>
                </ns1:defRPr>
              </ns1:pPr>
            </ns1: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ns1:ln w="0">
            <ns1:noFill/>
          </ns1:ln>
        </c:spPr>
        <c:txPr>
          <ns1:bodyPr anchorCtr="1"/>
          <ns1:lstStyle/>
          <ns1:p>
            <ns1:pPr>
              <ns1:defRPr sz="1800">
                <ns1:solidFill>
                  <ns1:srgbClr val="243C45"/>
                </ns1:solidFill>
                <ns1:latin typeface="Arial"/>
                <ns1:ea typeface="Arial"/>
                <ns1:cs typeface="Arial"/>
              </ns1:defRPr>
            </ns1:pPr>
          </ns1:p>
        </c:txPr>
        <c:crossAx val="48672768"/>
      </c:catAx>
      <c:valAx>
        <c:axId val="48672768"/>
        <c:scaling>
          <c:orientation val="minMax"/>
          <c:max val="3"/>
          <c:min val="0"/>
        </c:scaling>
        <c:delete val="0"/>
        <c:axPos val="b"/>
        <c:majorGridlines>
          <c:spPr>
            <ns1:ln w="5715">
              <ns1:solidFill>
                <ns1:srgbClr val="DFE4E1"/>
              </ns1:solidFill>
            </ns1:ln>
          </c:spPr>
        </c:majorGridlines>
        <c:numFmt formatCode="0.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0.5"/>
      </c:valAx>
      <c:spPr>
        <ns1:solidFill>
          <ns1:srgbClr val="FCFBF8"/>
        </ns1:solidFill>
      </c:spPr>
    </c:plotArea>
    <c:plotVisOnly val="1"/>
  </c:chart>
  <c:spPr>
    <ns1:solidFill>
      <ns1:srgbClr val="FCFBF8"/>
    </ns1:solidFill>
  </c:spPr>
  <c:externalData r:id="rIdWorkbook">
    <c:autoUpdate val="0"/>
  </c:externalData>
</c:chartSpace>
</file>

<file path=ppt/slides/charts/chart9.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80%-е интервалы, покрытие в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Заявленный уровень</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Смесь</c:v>
                </c:pt>
              </c:strCache>
            </c:strRef>
          </c:cat>
          <c:val>
            <c:numRef>
              <c:f>'Chart Data'!$B$2:$B$6</c:f>
              <c:numCache>
                <c:formatCode>0</c:formatCode>
                <c:ptCount val="5"/>
                <c:pt idx="0">
                  <c:v>80</c:v>
                </c:pt>
                <c:pt idx="1">
                  <c:v>80</c:v>
                </c:pt>
                <c:pt idx="2">
                  <c:v>80</c:v>
                </c:pt>
                <c:pt idx="3">
                  <c:v>80</c:v>
                </c:pt>
                <c:pt idx="4">
                  <c:v>80</c:v>
                </c:pt>
              </c:numCache>
            </c:numRef>
          </c:val>
          <c:smooth val="0"/>
        </c:ser>
        <c:ser>
          <c:idx val="1"/>
          <c:order val="1"/>
          <c:tx>
            <c:v>Фактическое покрытие</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Смесь</c:v>
                </c:pt>
              </c:strCache>
            </c:strRef>
          </c:cat>
          <c:val>
            <c:numRef>
              <c:f>'Chart Data'!$D$2:$D$6</c:f>
              <c:numCache>
                <c:formatCode>0</c:formatCode>
                <c:ptCount val="5"/>
                <c:pt idx="0">
                  <c:v>37.8571</c:v>
                </c:pt>
                <c:pt idx="1">
                  <c:v>52.1429</c:v>
                </c:pt>
                <c:pt idx="2">
                  <c:v>72.1429</c:v>
                </c:pt>
                <c:pt idx="3">
                  <c:v>77.8571</c:v>
                </c:pt>
                <c:pt idx="4">
                  <c:v>70.7143</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charts/chart10.xml><?xml version="1.0" encoding="utf-8"?>
<c:chartSpace xmlns:c="http://schemas.openxmlformats.org/drawingml/2006/chart" xmlns:ns1="http://schemas.openxmlformats.org/drawingml/2006/main" xmlns:r="http://schemas.openxmlformats.org/officeDocument/2006/relationships">
  <c:lang val="en-US"/>
  <c:chart>
    <c:title>
      <c:tx>
        <c:rich>
          <ns1:bodyPr/>
          <ns1:lstStyle/>
          <ns1:p>
            <ns1:r>
              <ns1:rPr sz="1875">
                <ns1:solidFill>
                  <ns1:srgbClr val="243C45"/>
                </ns1:solidFill>
                <ns1:latin typeface="Arial"/>
                <ns1:ea typeface="Arial"/>
                <ns1:cs typeface="Arial"/>
              </ns1:rPr>
              <ns1:t>95%-е интервалы, покрытие в %</ns1:t>
            </ns1:r>
          </ns1:p>
        </c:rich>
      </c:tx>
      <c:overlay val="0"/>
      <c:txPr>
        <ns1:bodyPr anchorCtr="1"/>
        <ns1:lstStyle/>
        <ns1:p>
          <ns1:pPr>
            <ns1:defRPr sz="1875">
              <ns1:solidFill>
                <ns1:srgbClr val="243C45"/>
              </ns1:solidFill>
              <ns1:latin typeface="Arial"/>
              <ns1:ea typeface="Arial"/>
              <ns1:cs typeface="Arial"/>
            </ns1:defRPr>
          </ns1:pPr>
        </ns1:p>
      </c:txPr>
    </c:title>
    <c:plotArea>
      <c:lineChart>
        <c:grouping val="standard"/>
        <c:varyColors val="0"/>
        <c:ser>
          <c:idx val="0"/>
          <c:order val="0"/>
          <c:tx>
            <c:v>Заявленный уровень</c:v>
          </c:tx>
          <c:spPr>
            <ns1:solidFill>
              <ns1:srgbClr val="AFB9BA"/>
            </ns1:solidFill>
            <ns1:ln w="14288">
              <ns1:solidFill>
                <ns1:srgbClr val="AFB9BA"/>
              </ns1:solidFill>
            </ns1:ln>
          </c:spPr>
          <c:marker>
            <c:symbol val="none"/>
          </c:marker>
          <c:cat>
            <c:strRef>
              <c:f>'Chart Data'!$A$2:$A$6</c:f>
              <c:strCache>
                <c:ptCount val="5"/>
                <c:pt idx="0">
                  <c:v>M1</c:v>
                </c:pt>
                <c:pt idx="1">
                  <c:v>M2</c:v>
                </c:pt>
                <c:pt idx="2">
                  <c:v>M3</c:v>
                </c:pt>
                <c:pt idx="3">
                  <c:v>M4</c:v>
                </c:pt>
                <c:pt idx="4">
                  <c:v>Смесь</c:v>
                </c:pt>
              </c:strCache>
            </c:strRef>
          </c:cat>
          <c:val>
            <c:numRef>
              <c:f>'Chart Data'!$B$2:$B$6</c:f>
              <c:numCache>
                <c:formatCode>0</c:formatCode>
                <c:ptCount val="5"/>
                <c:pt idx="0">
                  <c:v>95</c:v>
                </c:pt>
                <c:pt idx="1">
                  <c:v>95</c:v>
                </c:pt>
                <c:pt idx="2">
                  <c:v>95</c:v>
                </c:pt>
                <c:pt idx="3">
                  <c:v>95</c:v>
                </c:pt>
                <c:pt idx="4">
                  <c:v>95</c:v>
                </c:pt>
              </c:numCache>
            </c:numRef>
          </c:val>
          <c:smooth val="0"/>
        </c:ser>
        <c:ser>
          <c:idx val="1"/>
          <c:order val="1"/>
          <c:tx>
            <c:v>Фактическое покрытие</c:v>
          </c:tx>
          <c:spPr>
            <ns1:solidFill>
              <ns1:srgbClr val="277978"/>
            </ns1:solidFill>
            <ns1:ln w="28575">
              <ns1:solidFill>
                <ns1:srgbClr val="277978"/>
              </ns1:solidFill>
            </ns1:ln>
          </c:spPr>
          <c:marker>
            <c:symbol val="circle"/>
            <c:size val="8"/>
            <c:spPr>
              <ns1:solidFill>
                <ns1:srgbClr val="277978"/>
              </ns1:solidFill>
            </c:spPr>
          </c:marker>
          <c:dLbls>
            <c:numFmt formatCode="0.0" sourceLinked="0"/>
            <c:txPr>
              <ns1:bodyPr anchorCtr="1"/>
              <ns1:lstStyle/>
              <ns1:p>
                <ns1:pPr>
                  <ns1:defRPr sz="1725">
                    <ns1:solidFill>
                      <ns1:srgbClr val="243C45"/>
                    </ns1:solidFill>
                  </ns1:defRPr>
                </ns1:pPr>
              </ns1:p>
            </c:txPr>
            <c:dLblPos val="b"/>
            <c:showLegendKey val="0"/>
            <c:showVal val="1"/>
            <c:showCatName val="0"/>
            <c:showSerName val="0"/>
            <c:showPercent val="0"/>
            <c:showBubbleSize val="0"/>
            <c:showLeaderLines val="0"/>
          </c:dLbls>
          <c:cat>
            <c:strRef>
              <c:f>'Chart Data'!$C$2:$C$6</c:f>
              <c:strCache>
                <c:ptCount val="5"/>
                <c:pt idx="0">
                  <c:v>M1</c:v>
                </c:pt>
                <c:pt idx="1">
                  <c:v>M2</c:v>
                </c:pt>
                <c:pt idx="2">
                  <c:v>M3</c:v>
                </c:pt>
                <c:pt idx="3">
                  <c:v>M4</c:v>
                </c:pt>
                <c:pt idx="4">
                  <c:v>Смесь</c:v>
                </c:pt>
              </c:strCache>
            </c:strRef>
          </c:cat>
          <c:val>
            <c:numRef>
              <c:f>'Chart Data'!$D$2:$D$6</c:f>
              <c:numCache>
                <c:formatCode>0</c:formatCode>
                <c:ptCount val="5"/>
                <c:pt idx="0">
                  <c:v>54.6429</c:v>
                </c:pt>
                <c:pt idx="1">
                  <c:v>77.1429</c:v>
                </c:pt>
                <c:pt idx="2">
                  <c:v>90</c:v>
                </c:pt>
                <c:pt idx="3">
                  <c:v>91.7857</c:v>
                </c:pt>
                <c:pt idx="4">
                  <c:v>90</c:v>
                </c:pt>
              </c:numCache>
            </c:numRef>
          </c:val>
          <c:smooth val="0"/>
        </c:ser>
        <c:dLbls>
          <c:txPr>
            <ns1:bodyPr anchorCtr="1"/>
            <ns1:lstStyle/>
            <ns1:p>
              <ns1:pPr>
                <ns1:defRPr>
                  <ns1:latin typeface="Arial"/>
                  <ns1:ea typeface="Arial"/>
                  <ns1:cs typeface="Arial"/>
                </ns1:defRPr>
              </ns1:pPr>
            </ns1: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ns1:ln w="5715">
            <ns1:solidFill>
              <ns1:srgbClr val="DFE4E1"/>
            </ns1:solidFill>
          </ns1:ln>
        </c:spPr>
        <c:txPr>
          <ns1:bodyPr anchorCtr="1"/>
          <ns1:lstStyle/>
          <ns1:p>
            <ns1:pPr>
              <ns1:defRPr sz="1425">
                <ns1:solidFill>
                  <ns1:srgbClr val="718087"/>
                </ns1:solidFill>
                <ns1:latin typeface="Arial"/>
                <ns1:ea typeface="Arial"/>
                <ns1:cs typeface="Arial"/>
              </ns1:defRPr>
            </ns1:pPr>
          </ns1:p>
        </c:txPr>
        <c:crossAx val="48672768"/>
      </c:catAx>
      <c:valAx>
        <c:axId val="48672768"/>
        <c:scaling>
          <c:orientation val="minMax"/>
          <c:max val="100"/>
          <c:min val="0"/>
        </c:scaling>
        <c:delete val="0"/>
        <c:axPos val="l"/>
        <c:majorGridlines>
          <c:spPr>
            <ns1:ln w="5715">
              <ns1:solidFill>
                <ns1:srgbClr val="DFE4E1"/>
              </ns1:solidFill>
            </ns1:ln>
          </c:spPr>
        </c:majorGridlines>
        <c:numFmt formatCode="0"/>
        <c:majorTickMark val="none"/>
        <c:minorTickMark val="none"/>
        <c:spPr>
          <ns1:ln w="9525">
            <ns1:solidFill>
              <ns1:srgbClr val="D4D4D4"/>
            </ns1:solidFill>
            <ns1:prstDash val="solid"/>
          </ns1:ln>
        </c:spPr>
        <c:txPr>
          <ns1:bodyPr anchorCtr="1"/>
          <ns1:lstStyle/>
          <ns1:p>
            <ns1:pPr>
              <ns1:defRPr sz="1500">
                <ns1:solidFill>
                  <ns1:srgbClr val="718087"/>
                </ns1:solidFill>
                <ns1:latin typeface="Arial"/>
                <ns1:ea typeface="Arial"/>
                <ns1:cs typeface="Arial"/>
              </ns1:defRPr>
            </ns1:pPr>
          </ns1:p>
        </c:txPr>
        <c:crossAx val="48650112"/>
        <c:crossBetween val="between"/>
        <c:majorUnit val="20"/>
      </c:valAx>
      <c:spPr>
        <ns1:solidFill>
          <ns1:srgbClr val="FCFBF8"/>
        </ns1:solidFill>
      </c:spPr>
    </c:plotArea>
    <c:plotVisOnly val="1"/>
    <c:dispBlanksAs val="gap"/>
  </c:chart>
  <c:spPr>
    <ns1:solidFill>
      <ns1:srgbClr val="FCFBF8"/>
    </ns1:solidFill>
  </c:spPr>
  <c:externalData r:id="rIdWorkbook">
    <c:autoUpdate val="0"/>
  </c:externalData>
</c:chartSpace>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page-number">
            <a:extLst xmlns:a="http://schemas.openxmlformats.org/drawingml/2006/main">
              <a:ext uri="{FF2B5EF4-FFF2-40B4-BE49-F238E27FC236}">
                <a16:creationId xmlns:a16="http://schemas.microsoft.com/office/drawing/2014/main" id="{EADCF5CF-1318-45ED-8F80-D7216611CD79}"/>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01</a:t>
            </a:r>
          </a:p>
        </p:txBody>
      </p:sp>
      <p:sp>
        <p:nvSpPr>
          <p:cNvPr id="2" name="project-label">
            <a:extLst xmlns:a="http://schemas.openxmlformats.org/drawingml/2006/main">
              <a:ext uri="{FF2B5EF4-FFF2-40B4-BE49-F238E27FC236}">
                <a16:creationId xmlns:a16="http://schemas.microsoft.com/office/drawing/2014/main" id="{657FFA28-EDB0-49EE-A560-43BB5D2A889B}"/>
              </a:ext>
            </a:extLst>
          </p:cNvPr>
          <p:cNvSpPr>
            <a:spLocks xmlns:a="http://schemas.openxmlformats.org/drawingml/2006/main" noGrp="1"/>
          </p:cNvSpPr>
          <p:nvPr/>
        </p:nvSpPr>
        <p:spPr>
          <a:xfrm xmlns:a="http://schemas.openxmlformats.org/drawingml/2006/main">
            <a:off x="685800" y="6667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ПРОЕКТ ПО ПРОГНОЗИРОВАНИЮ</a:t>
            </a:r>
          </a:p>
        </p:txBody>
      </p:sp>
      <p:sp>
        <p:nvSpPr>
          <p:cNvPr id="3" name="main-title">
            <a:extLst xmlns:a="http://schemas.openxmlformats.org/drawingml/2006/main">
              <a:ext uri="{FF2B5EF4-FFF2-40B4-BE49-F238E27FC236}">
                <a16:creationId xmlns:a16="http://schemas.microsoft.com/office/drawing/2014/main" id="{D5E8C396-92B5-40C8-BAA8-B452451D94E6}"/>
              </a:ext>
            </a:extLst>
          </p:cNvPr>
          <p:cNvSpPr>
            <a:spLocks xmlns:a="http://schemas.openxmlformats.org/drawingml/2006/main" noGrp="1"/>
          </p:cNvSpPr>
          <p:nvPr/>
        </p:nvSpPr>
        <p:spPr>
          <a:xfrm xmlns:a="http://schemas.openxmlformats.org/drawingml/2006/main">
            <a:off x="685800" y="14954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5100" b="0">
                <a:solidFill>
                  <a:srgbClr val="243C45"/>
                </a:solidFill>
                <a:latin typeface="Arial"/>
                <a:ea typeface="Arial"/>
                <a:cs typeface="Arial"/>
              </a:defRPr>
            </a:defPPr>
            <a:lvl1pPr>
              <a:defRPr sz="5100" b="0">
                <a:solidFill>
                  <a:srgbClr val="243C45"/>
                </a:solidFill>
                <a:latin typeface="Arial"/>
                <a:ea typeface="Arial"/>
                <a:cs typeface="Arial"/>
              </a:defRPr>
            </a:lvl1pPr>
            <a:lvl2pPr>
              <a:defRPr sz="5100" b="0">
                <a:solidFill>
                  <a:srgbClr val="243C45"/>
                </a:solidFill>
                <a:latin typeface="Arial"/>
                <a:ea typeface="Arial"/>
                <a:cs typeface="Arial"/>
              </a:defRPr>
            </a:lvl2pPr>
            <a:lvl3pPr>
              <a:defRPr sz="5100" b="0">
                <a:solidFill>
                  <a:srgbClr val="243C45"/>
                </a:solidFill>
                <a:latin typeface="Arial"/>
                <a:ea typeface="Arial"/>
                <a:cs typeface="Arial"/>
              </a:defRPr>
            </a:lvl3pPr>
            <a:lvl4pPr>
              <a:defRPr sz="5100" b="0">
                <a:solidFill>
                  <a:srgbClr val="243C45"/>
                </a:solidFill>
                <a:latin typeface="Arial"/>
                <a:ea typeface="Arial"/>
                <a:cs typeface="Arial"/>
              </a:defRPr>
            </a:lvl4pPr>
            <a:lvl5pPr>
              <a:defRPr sz="5100" b="0">
                <a:solidFill>
                  <a:srgbClr val="243C45"/>
                </a:solidFill>
                <a:latin typeface="Arial"/>
                <a:ea typeface="Arial"/>
                <a:cs typeface="Arial"/>
              </a:defRPr>
            </a:lvl5pPr>
            <a:lvl6pPr>
              <a:defRPr sz="5100" b="0">
                <a:solidFill>
                  <a:srgbClr val="243C45"/>
                </a:solidFill>
                <a:latin typeface="Arial"/>
                <a:ea typeface="Arial"/>
                <a:cs typeface="Arial"/>
              </a:defRPr>
            </a:lvl6pPr>
            <a:lvl7pPr>
              <a:defRPr sz="5100" b="0">
                <a:solidFill>
                  <a:srgbClr val="243C45"/>
                </a:solidFill>
                <a:latin typeface="Arial"/>
                <a:ea typeface="Arial"/>
                <a:cs typeface="Arial"/>
              </a:defRPr>
            </a:lvl7pPr>
            <a:lvl8pPr>
              <a:defRPr sz="5100" b="0">
                <a:solidFill>
                  <a:srgbClr val="243C45"/>
                </a:solidFill>
                <a:latin typeface="Arial"/>
                <a:ea typeface="Arial"/>
                <a:cs typeface="Arial"/>
              </a:defRPr>
            </a:lvl8pPr>
            <a:lvl9pPr>
              <a:defRPr sz="5100" b="0">
                <a:solidFill>
                  <a:srgbClr val="243C45"/>
                </a:solidFill>
                <a:latin typeface="Arial"/>
                <a:ea typeface="Arial"/>
                <a:cs typeface="Arial"/>
              </a:defRPr>
            </a:lvl9pPr>
          </a:lstStyle>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Ленин и Сталин</a:t>
            </a:r>
          </a:p>
          <a:p xmlns:a="http://schemas.openxmlformats.org/drawingml/2006/main">
            <a:pPr>
              <a:defRPr sz="5100" b="0">
                <a:solidFill>
                  <a:srgbClr val="243C45"/>
                </a:solidFill>
                <a:latin typeface="Arial"/>
                <a:ea typeface="Arial"/>
                <a:cs typeface="Arial"/>
              </a:defRPr>
            </a:pPr>
            <a:r>
              <a:rPr sz="5100" b="0">
                <a:solidFill>
                  <a:srgbClr val="243C45"/>
                </a:solidFill>
                <a:latin typeface="Arial"/>
                <a:ea typeface="Arial"/>
                <a:cs typeface="Arial"/>
              </a:rPr>
              <a:t>в телеэфире</a:t>
            </a:r>
          </a:p>
        </p:txBody>
      </p:sp>
      <p:sp>
        <p:nvSpPr>
          <p:cNvPr id="4" name="motivation">
            <a:extLst xmlns:a="http://schemas.openxmlformats.org/drawingml/2006/main">
              <a:ext uri="{FF2B5EF4-FFF2-40B4-BE49-F238E27FC236}">
                <a16:creationId xmlns:a16="http://schemas.microsoft.com/office/drawing/2014/main" id="{ABBB7117-3A5C-4B37-9E07-A64314726E41}"/>
              </a:ext>
            </a:extLst>
          </p:cNvPr>
          <p:cNvSpPr>
            <a:spLocks xmlns:a="http://schemas.openxmlformats.org/drawingml/2006/main" noGrp="1"/>
          </p:cNvSpPr>
          <p:nvPr/>
        </p:nvSpPr>
        <p:spPr>
          <a:xfrm xmlns:a="http://schemas.openxmlformats.org/drawingml/2006/main">
            <a:off x="723900" y="34766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43C45"/>
                </a:solidFill>
                <a:latin typeface="Arial"/>
                <a:ea typeface="Arial"/>
                <a:cs typeface="Arial"/>
              </a:defRPr>
            </a:defPPr>
            <a:lvl1pPr>
              <a:defRPr sz="2250" b="0">
                <a:solidFill>
                  <a:srgbClr val="243C45"/>
                </a:solidFill>
                <a:latin typeface="Arial"/>
                <a:ea typeface="Arial"/>
                <a:cs typeface="Arial"/>
              </a:defRPr>
            </a:lvl1pPr>
            <a:lvl2pPr>
              <a:defRPr sz="2250" b="0">
                <a:solidFill>
                  <a:srgbClr val="243C45"/>
                </a:solidFill>
                <a:latin typeface="Arial"/>
                <a:ea typeface="Arial"/>
                <a:cs typeface="Arial"/>
              </a:defRPr>
            </a:lvl2pPr>
            <a:lvl3pPr>
              <a:defRPr sz="2250" b="0">
                <a:solidFill>
                  <a:srgbClr val="243C45"/>
                </a:solidFill>
                <a:latin typeface="Arial"/>
                <a:ea typeface="Arial"/>
                <a:cs typeface="Arial"/>
              </a:defRPr>
            </a:lvl3pPr>
            <a:lvl4pPr>
              <a:defRPr sz="2250" b="0">
                <a:solidFill>
                  <a:srgbClr val="243C45"/>
                </a:solidFill>
                <a:latin typeface="Arial"/>
                <a:ea typeface="Arial"/>
                <a:cs typeface="Arial"/>
              </a:defRPr>
            </a:lvl4pPr>
            <a:lvl5pPr>
              <a:defRPr sz="2250" b="0">
                <a:solidFill>
                  <a:srgbClr val="243C45"/>
                </a:solidFill>
                <a:latin typeface="Arial"/>
                <a:ea typeface="Arial"/>
                <a:cs typeface="Arial"/>
              </a:defRPr>
            </a:lvl5pPr>
            <a:lvl6pPr>
              <a:defRPr sz="2250" b="0">
                <a:solidFill>
                  <a:srgbClr val="243C45"/>
                </a:solidFill>
                <a:latin typeface="Arial"/>
                <a:ea typeface="Arial"/>
                <a:cs typeface="Arial"/>
              </a:defRPr>
            </a:lvl6pPr>
            <a:lvl7pPr>
              <a:defRPr sz="2250" b="0">
                <a:solidFill>
                  <a:srgbClr val="243C45"/>
                </a:solidFill>
                <a:latin typeface="Arial"/>
                <a:ea typeface="Arial"/>
                <a:cs typeface="Arial"/>
              </a:defRPr>
            </a:lvl7pPr>
            <a:lvl8pPr>
              <a:defRPr sz="2250" b="0">
                <a:solidFill>
                  <a:srgbClr val="243C45"/>
                </a:solidFill>
                <a:latin typeface="Arial"/>
                <a:ea typeface="Arial"/>
                <a:cs typeface="Arial"/>
              </a:defRPr>
            </a:lvl8pPr>
            <a:lvl9pPr>
              <a:defRPr sz="2250" b="0">
                <a:solidFill>
                  <a:srgbClr val="243C45"/>
                </a:solidFill>
                <a:latin typeface="Arial"/>
                <a:ea typeface="Arial"/>
                <a:cs typeface="Arial"/>
              </a:defRPr>
            </a:lvl9pPr>
          </a:lstStyle>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Прогнозируем присутствие советских лидеров</a:t>
            </a:r>
          </a:p>
          <a:p xmlns:a="http://schemas.openxmlformats.org/drawingml/2006/main">
            <a:pPr>
              <a:defRPr sz="2250" b="0">
                <a:solidFill>
                  <a:srgbClr val="243C45"/>
                </a:solidFill>
                <a:latin typeface="Arial"/>
                <a:ea typeface="Arial"/>
                <a:cs typeface="Arial"/>
              </a:defRPr>
            </a:pPr>
            <a:r>
              <a:rPr sz="2250" b="0">
                <a:solidFill>
                  <a:srgbClr val="243C45"/>
                </a:solidFill>
                <a:latin typeface="Arial"/>
                <a:ea typeface="Arial"/>
                <a:cs typeface="Arial"/>
              </a:rPr>
              <a:t>в телевизионной риторике</a:t>
            </a:r>
          </a:p>
        </p:txBody>
      </p:sp>
      <p:sp>
        <p:nvSpPr>
          <p:cNvPr id="5" name="targets">
            <a:extLst xmlns:a="http://schemas.openxmlformats.org/drawingml/2006/main">
              <a:ext uri="{FF2B5EF4-FFF2-40B4-BE49-F238E27FC236}">
                <a16:creationId xmlns:a16="http://schemas.microsoft.com/office/drawing/2014/main" id="{05785D01-05EC-4B90-B9AD-BE30472686AB}"/>
              </a:ext>
            </a:extLst>
          </p:cNvPr>
          <p:cNvSpPr>
            <a:spLocks xmlns:a="http://schemas.openxmlformats.org/drawingml/2006/main" noGrp="1"/>
          </p:cNvSpPr>
          <p:nvPr/>
        </p:nvSpPr>
        <p:spPr>
          <a:xfrm xmlns:a="http://schemas.openxmlformats.org/drawingml/2006/main">
            <a:off x="723900" y="45434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243C45"/>
                </a:solidFill>
                <a:latin typeface="Arial"/>
                <a:ea typeface="Arial"/>
                <a:cs typeface="Arial"/>
              </a:defRPr>
            </a:defPPr>
            <a:lvl1pPr>
              <a:defRPr sz="1875" b="0">
                <a:solidFill>
                  <a:srgbClr val="243C45"/>
                </a:solidFill>
                <a:latin typeface="Arial"/>
                <a:ea typeface="Arial"/>
                <a:cs typeface="Arial"/>
              </a:defRPr>
            </a:lvl1pPr>
            <a:lvl2pPr>
              <a:defRPr sz="1875" b="0">
                <a:solidFill>
                  <a:srgbClr val="243C45"/>
                </a:solidFill>
                <a:latin typeface="Arial"/>
                <a:ea typeface="Arial"/>
                <a:cs typeface="Arial"/>
              </a:defRPr>
            </a:lvl2pPr>
            <a:lvl3pPr>
              <a:defRPr sz="1875" b="0">
                <a:solidFill>
                  <a:srgbClr val="243C45"/>
                </a:solidFill>
                <a:latin typeface="Arial"/>
                <a:ea typeface="Arial"/>
                <a:cs typeface="Arial"/>
              </a:defRPr>
            </a:lvl3pPr>
            <a:lvl4pPr>
              <a:defRPr sz="1875" b="0">
                <a:solidFill>
                  <a:srgbClr val="243C45"/>
                </a:solidFill>
                <a:latin typeface="Arial"/>
                <a:ea typeface="Arial"/>
                <a:cs typeface="Arial"/>
              </a:defRPr>
            </a:lvl4pPr>
            <a:lvl5pPr>
              <a:defRPr sz="1875" b="0">
                <a:solidFill>
                  <a:srgbClr val="243C45"/>
                </a:solidFill>
                <a:latin typeface="Arial"/>
                <a:ea typeface="Arial"/>
                <a:cs typeface="Arial"/>
              </a:defRPr>
            </a:lvl5pPr>
            <a:lvl6pPr>
              <a:defRPr sz="1875" b="0">
                <a:solidFill>
                  <a:srgbClr val="243C45"/>
                </a:solidFill>
                <a:latin typeface="Arial"/>
                <a:ea typeface="Arial"/>
                <a:cs typeface="Arial"/>
              </a:defRPr>
            </a:lvl6pPr>
            <a:lvl7pPr>
              <a:defRPr sz="1875" b="0">
                <a:solidFill>
                  <a:srgbClr val="243C45"/>
                </a:solidFill>
                <a:latin typeface="Arial"/>
                <a:ea typeface="Arial"/>
                <a:cs typeface="Arial"/>
              </a:defRPr>
            </a:lvl7pPr>
            <a:lvl8pPr>
              <a:defRPr sz="1875" b="0">
                <a:solidFill>
                  <a:srgbClr val="243C45"/>
                </a:solidFill>
                <a:latin typeface="Arial"/>
                <a:ea typeface="Arial"/>
                <a:cs typeface="Arial"/>
              </a:defRPr>
            </a:lvl8pPr>
            <a:lvl9pPr>
              <a:defRPr sz="1875" b="0">
                <a:solidFill>
                  <a:srgbClr val="243C45"/>
                </a:solidFill>
                <a:latin typeface="Arial"/>
                <a:ea typeface="Arial"/>
                <a:cs typeface="Arial"/>
              </a:defRPr>
            </a:lvl9pPr>
          </a:lstStyle>
          <a:p xmlns:a="http://schemas.openxmlformats.org/drawingml/2006/main">
            <a:pPr>
              <a:defRPr sz="1875" b="0">
                <a:solidFill>
                  <a:srgbClr val="243C45"/>
                </a:solidFill>
                <a:latin typeface="Arial"/>
                <a:ea typeface="Arial"/>
                <a:cs typeface="Arial"/>
              </a:defRPr>
            </a:pPr>
            <a:r>
              <a:rPr sz="1875" b="0">
                <a:solidFill>
                  <a:srgbClr val="243C45"/>
                </a:solidFill>
                <a:latin typeface="Arial"/>
                <a:ea typeface="Arial"/>
                <a:cs typeface="Arial"/>
              </a:rPr>
              <a:t>Число упоминаний фамилии и число записей с упоминанием</a:t>
            </a:r>
          </a:p>
        </p:txBody>
      </p:sp>
      <p:sp>
        <p:nvSpPr>
          <p:cNvPr id="6" name="forecast-period">
            <a:extLst xmlns:a="http://schemas.openxmlformats.org/drawingml/2006/main">
              <a:ext uri="{FF2B5EF4-FFF2-40B4-BE49-F238E27FC236}">
                <a16:creationId xmlns:a16="http://schemas.microsoft.com/office/drawing/2014/main" id="{8CD39300-EE99-46C8-8A44-52D3A1178265}"/>
              </a:ext>
            </a:extLst>
          </p:cNvPr>
          <p:cNvSpPr>
            <a:spLocks xmlns:a="http://schemas.openxmlformats.org/drawingml/2006/main" noGrp="1"/>
          </p:cNvSpPr>
          <p:nvPr/>
        </p:nvSpPr>
        <p:spPr>
          <a:xfrm xmlns:a="http://schemas.openxmlformats.org/drawingml/2006/main">
            <a:off x="723900" y="51911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250" b="0">
                <a:solidFill>
                  <a:srgbClr val="277978"/>
                </a:solidFill>
                <a:latin typeface="Arial"/>
                <a:ea typeface="Arial"/>
                <a:cs typeface="Arial"/>
              </a:defRPr>
            </a:defPPr>
            <a:lvl1pPr>
              <a:defRPr sz="2250" b="0">
                <a:solidFill>
                  <a:srgbClr val="277978"/>
                </a:solidFill>
                <a:latin typeface="Arial"/>
                <a:ea typeface="Arial"/>
                <a:cs typeface="Arial"/>
              </a:defRPr>
            </a:lvl1pPr>
            <a:lvl2pPr>
              <a:defRPr sz="2250" b="0">
                <a:solidFill>
                  <a:srgbClr val="277978"/>
                </a:solidFill>
                <a:latin typeface="Arial"/>
                <a:ea typeface="Arial"/>
                <a:cs typeface="Arial"/>
              </a:defRPr>
            </a:lvl2pPr>
            <a:lvl3pPr>
              <a:defRPr sz="2250" b="0">
                <a:solidFill>
                  <a:srgbClr val="277978"/>
                </a:solidFill>
                <a:latin typeface="Arial"/>
                <a:ea typeface="Arial"/>
                <a:cs typeface="Arial"/>
              </a:defRPr>
            </a:lvl3pPr>
            <a:lvl4pPr>
              <a:defRPr sz="2250" b="0">
                <a:solidFill>
                  <a:srgbClr val="277978"/>
                </a:solidFill>
                <a:latin typeface="Arial"/>
                <a:ea typeface="Arial"/>
                <a:cs typeface="Arial"/>
              </a:defRPr>
            </a:lvl4pPr>
            <a:lvl5pPr>
              <a:defRPr sz="2250" b="0">
                <a:solidFill>
                  <a:srgbClr val="277978"/>
                </a:solidFill>
                <a:latin typeface="Arial"/>
                <a:ea typeface="Arial"/>
                <a:cs typeface="Arial"/>
              </a:defRPr>
            </a:lvl5pPr>
            <a:lvl6pPr>
              <a:defRPr sz="2250" b="0">
                <a:solidFill>
                  <a:srgbClr val="277978"/>
                </a:solidFill>
                <a:latin typeface="Arial"/>
                <a:ea typeface="Arial"/>
                <a:cs typeface="Arial"/>
              </a:defRPr>
            </a:lvl6pPr>
            <a:lvl7pPr>
              <a:defRPr sz="2250" b="0">
                <a:solidFill>
                  <a:srgbClr val="277978"/>
                </a:solidFill>
                <a:latin typeface="Arial"/>
                <a:ea typeface="Arial"/>
                <a:cs typeface="Arial"/>
              </a:defRPr>
            </a:lvl7pPr>
            <a:lvl8pPr>
              <a:defRPr sz="2250" b="0">
                <a:solidFill>
                  <a:srgbClr val="277978"/>
                </a:solidFill>
                <a:latin typeface="Arial"/>
                <a:ea typeface="Arial"/>
                <a:cs typeface="Arial"/>
              </a:defRPr>
            </a:lvl8pPr>
            <a:lvl9pPr>
              <a:defRPr sz="2250" b="0">
                <a:solidFill>
                  <a:srgbClr val="277978"/>
                </a:solidFill>
                <a:latin typeface="Arial"/>
                <a:ea typeface="Arial"/>
                <a:cs typeface="Arial"/>
              </a:defRPr>
            </a:lvl9pPr>
          </a:lstStyle>
          <a:p xmlns:a="http://schemas.openxmlformats.org/drawingml/2006/main">
            <a:pPr>
              <a:defRPr sz="2250" b="0">
                <a:solidFill>
                  <a:srgbClr val="277978"/>
                </a:solidFill>
                <a:latin typeface="Arial"/>
                <a:ea typeface="Arial"/>
                <a:cs typeface="Arial"/>
              </a:defRPr>
            </a:pPr>
            <a:r>
              <a:rPr sz="2250" b="0">
                <a:solidFill>
                  <a:srgbClr val="277978"/>
                </a:solidFill>
                <a:latin typeface="Arial"/>
                <a:ea typeface="Arial"/>
                <a:cs typeface="Arial"/>
              </a:rPr>
              <a:t>3 октября – 2 ноября 2026</a:t>
            </a:r>
          </a:p>
        </p:txBody>
      </p:sp>
      <p:sp>
        <p:nvSpPr>
          <p:cNvPr id="7" name="team">
            <a:extLst xmlns:a="http://schemas.openxmlformats.org/drawingml/2006/main">
              <a:ext uri="{FF2B5EF4-FFF2-40B4-BE49-F238E27FC236}">
                <a16:creationId xmlns:a16="http://schemas.microsoft.com/office/drawing/2014/main" id="{D2757473-B7F0-4F50-B205-29B11485A8B1}"/>
              </a:ext>
            </a:extLst>
          </p:cNvPr>
          <p:cNvSpPr>
            <a:spLocks xmlns:a="http://schemas.openxmlformats.org/drawingml/2006/main" noGrp="1"/>
          </p:cNvSpPr>
          <p:nvPr/>
        </p:nvSpPr>
        <p:spPr>
          <a:xfrm xmlns:a="http://schemas.openxmlformats.org/drawingml/2006/main">
            <a:off x="723900" y="5972175"/>
            <a:ext cx="923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Купча Софья, Пальцева Ксения</a:t>
            </a:r>
          </a:p>
        </p:txBody>
      </p:sp>
    </p:spTree>
    <p:extLst>
      <p:ext uri="{BB962C8B-B14F-4D97-AF65-F5344CB8AC3E}">
        <p14:creationId xmlns:p14="http://schemas.microsoft.com/office/powerpoint/2010/main" val="1371244245"/>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2BBF61A-483B-4682-A1B1-2BEF0D2D27EB}"/>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Динамика упоминаний в архиве</a:t>
            </a:r>
          </a:p>
        </p:txBody>
      </p:sp>
      <p:sp>
        <p:nvSpPr>
          <p:cNvPr id="2" name="page-number">
            <a:extLst xmlns:a="http://schemas.openxmlformats.org/drawingml/2006/main">
              <a:ext uri="{FF2B5EF4-FFF2-40B4-BE49-F238E27FC236}">
                <a16:creationId xmlns:a16="http://schemas.microsoft.com/office/drawing/2014/main" id="{31ACD94F-DBF8-48E3-9463-2071F0372262}"/>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02</a:t>
            </a:r>
          </a:p>
        </p:txBody>
      </p:sp>
      <p:sp>
        <p:nvSpPr>
          <p:cNvPr id="3" name="source">
            <a:extLst xmlns:a="http://schemas.openxmlformats.org/drawingml/2006/main">
              <a:ext uri="{FF2B5EF4-FFF2-40B4-BE49-F238E27FC236}">
                <a16:creationId xmlns:a16="http://schemas.microsoft.com/office/drawing/2014/main" id="{49598DC7-5229-4642-BA9F-F2D4A6C5E53E}"/>
              </a:ext>
            </a:extLst>
          </p:cNvPr>
          <p:cNvSpPr>
            <a:spLocks xmlns:a="http://schemas.openxmlformats.org/drawingml/2006/main" noGrp="1"/>
          </p:cNvSpPr>
          <p:nvPr/>
        </p:nvSpPr>
        <p:spPr>
          <a:xfrm xmlns:a="http://schemas.openxmlformats.org/drawingml/2006/main">
            <a:off x="685800" y="12001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Четыре канала, 2023 – 2 октября 2026. Число упоминаний за день</a:t>
            </a:r>
          </a:p>
        </p:txBody>
      </p:sp>
      <p:sp>
        <p:nvSpPr>
          <p:cNvPr id="4" name="coverage">
            <a:extLst xmlns:a="http://schemas.openxmlformats.org/drawingml/2006/main">
              <a:ext uri="{FF2B5EF4-FFF2-40B4-BE49-F238E27FC236}">
                <a16:creationId xmlns:a16="http://schemas.microsoft.com/office/drawing/2014/main" id="{25AD1004-BF91-4F62-B4BE-F1B8E9BB49DB}"/>
              </a:ext>
            </a:extLst>
          </p:cNvPr>
          <p:cNvSpPr>
            <a:spLocks xmlns:a="http://schemas.openxmlformats.org/drawingml/2006/main" noGrp="1"/>
          </p:cNvSpPr>
          <p:nvPr/>
        </p:nvSpPr>
        <p:spPr>
          <a:xfrm xmlns:a="http://schemas.openxmlformats.org/drawingml/2006/main">
            <a:off x="685800" y="17145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243C45"/>
                </a:solidFill>
                <a:latin typeface="Arial"/>
                <a:ea typeface="Arial"/>
                <a:cs typeface="Arial"/>
              </a:defRPr>
            </a:defPPr>
            <a:lvl1pPr>
              <a:defRPr sz="1800" b="0">
                <a:solidFill>
                  <a:srgbClr val="243C45"/>
                </a:solidFill>
                <a:latin typeface="Arial"/>
                <a:ea typeface="Arial"/>
                <a:cs typeface="Arial"/>
              </a:defRPr>
            </a:lvl1pPr>
            <a:lvl2pPr>
              <a:defRPr sz="1800" b="0">
                <a:solidFill>
                  <a:srgbClr val="243C45"/>
                </a:solidFill>
                <a:latin typeface="Arial"/>
                <a:ea typeface="Arial"/>
                <a:cs typeface="Arial"/>
              </a:defRPr>
            </a:lvl2pPr>
            <a:lvl3pPr>
              <a:defRPr sz="1800" b="0">
                <a:solidFill>
                  <a:srgbClr val="243C45"/>
                </a:solidFill>
                <a:latin typeface="Arial"/>
                <a:ea typeface="Arial"/>
                <a:cs typeface="Arial"/>
              </a:defRPr>
            </a:lvl3pPr>
            <a:lvl4pPr>
              <a:defRPr sz="1800" b="0">
                <a:solidFill>
                  <a:srgbClr val="243C45"/>
                </a:solidFill>
                <a:latin typeface="Arial"/>
                <a:ea typeface="Arial"/>
                <a:cs typeface="Arial"/>
              </a:defRPr>
            </a:lvl4pPr>
            <a:lvl5pPr>
              <a:defRPr sz="1800" b="0">
                <a:solidFill>
                  <a:srgbClr val="243C45"/>
                </a:solidFill>
                <a:latin typeface="Arial"/>
                <a:ea typeface="Arial"/>
                <a:cs typeface="Arial"/>
              </a:defRPr>
            </a:lvl5pPr>
            <a:lvl6pPr>
              <a:defRPr sz="1800" b="0">
                <a:solidFill>
                  <a:srgbClr val="243C45"/>
                </a:solidFill>
                <a:latin typeface="Arial"/>
                <a:ea typeface="Arial"/>
                <a:cs typeface="Arial"/>
              </a:defRPr>
            </a:lvl6pPr>
            <a:lvl7pPr>
              <a:defRPr sz="1800" b="0">
                <a:solidFill>
                  <a:srgbClr val="243C45"/>
                </a:solidFill>
                <a:latin typeface="Arial"/>
                <a:ea typeface="Arial"/>
                <a:cs typeface="Arial"/>
              </a:defRPr>
            </a:lvl7pPr>
            <a:lvl8pPr>
              <a:defRPr sz="1800" b="0">
                <a:solidFill>
                  <a:srgbClr val="243C45"/>
                </a:solidFill>
                <a:latin typeface="Arial"/>
                <a:ea typeface="Arial"/>
                <a:cs typeface="Arial"/>
              </a:defRPr>
            </a:lvl8pPr>
            <a:lvl9pPr>
              <a:defRPr sz="1800" b="0">
                <a:solidFill>
                  <a:srgbClr val="243C45"/>
                </a:solidFill>
                <a:latin typeface="Arial"/>
                <a:ea typeface="Arial"/>
                <a:cs typeface="Arial"/>
              </a:defRPr>
            </a:lvl9pPr>
          </a:lstStyle>
          <a:p xmlns:a="http://schemas.openxmlformats.org/drawingml/2006/main">
            <a:pPr>
              <a:defRPr sz="1800" b="0">
                <a:solidFill>
                  <a:srgbClr val="243C45"/>
                </a:solidFill>
                <a:latin typeface="Arial"/>
                <a:ea typeface="Arial"/>
                <a:cs typeface="Arial"/>
              </a:defRPr>
            </a:pPr>
            <a:r>
              <a:rPr sz="1800" b="0">
                <a:solidFill>
                  <a:srgbClr val="243C45"/>
                </a:solidFill>
                <a:latin typeface="Arial"/>
                <a:ea typeface="Arial"/>
                <a:cs typeface="Arial"/>
              </a:rPr>
              <a:t>5 334 из 5 484 полных дней канала. Неполные дни оставляем пропусками.</a:t>
            </a:r>
          </a:p>
        </p:txBody>
      </p:sp>
      <p:graphicFrame>
        <p:nvGraphicFramePr>
          <p:cNvPr id="5" name="Chart">
            <a:extLst xmlns:a="http://schemas.openxmlformats.org/drawingml/2006/main">
              <a:ext uri="{FF2B5EF4-FFF2-40B4-BE49-F238E27FC236}">
                <a16:creationId xmlns:a16="http://schemas.microsoft.com/office/drawing/2014/main" id="{DFCE21A0-E86D-4461-847C-B4D41392E458}"/>
              </a:ext>
            </a:extLst>
          </p:cNvPr>
          <p:cNvGraphicFramePr/>
          <p:nvPr/>
        </p:nvGraphicFramePr>
        <p:xfrm>
          <a:off xmlns:a="http://schemas.openxmlformats.org/drawingml/2006/main" x="571500"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c0f7ffb1fe9a43f5"/>
          </a:graphicData>
        </a:graphic>
      </p:graphicFrame>
      <p:graphicFrame>
        <p:nvGraphicFramePr>
          <p:cNvPr id="6" name="Chart">
            <a:extLst xmlns:a="http://schemas.openxmlformats.org/drawingml/2006/main">
              <a:ext uri="{FF2B5EF4-FFF2-40B4-BE49-F238E27FC236}">
                <a16:creationId xmlns:a16="http://schemas.microsoft.com/office/drawing/2014/main" id="{8FFD72FE-25FB-4CF1-AF5E-8DE9E8E98E1E}"/>
              </a:ext>
            </a:extLst>
          </p:cNvPr>
          <p:cNvGraphicFramePr/>
          <p:nvPr/>
        </p:nvGraphicFramePr>
        <p:xfrm>
          <a:off xmlns:a="http://schemas.openxmlformats.org/drawingml/2006/main" x="6238875" y="2333625"/>
          <a:ext xmlns:a="http://schemas.openxmlformats.org/drawingml/2006/main" cx="5381625" cy="2971800"/>
        </p:xfrm>
        <a:graphic xmlns:a="http://schemas.openxmlformats.org/drawingml/2006/main">
          <a:graphicData uri="http://schemas.openxmlformats.org/drawingml/2006/chart">
            <c:chart xmlns:r="http://schemas.openxmlformats.org/officeDocument/2006/relationships" xmlns:c="http://schemas.openxmlformats.org/drawingml/2006/chart" r:id="R7e62a1cf93c0435b"/>
          </a:graphicData>
        </a:graphic>
      </p:graphicFrame>
      <p:sp>
        <p:nvSpPr>
          <p:cNvPr id="7" name="legend-raw">
            <a:extLst xmlns:a="http://schemas.openxmlformats.org/drawingml/2006/main">
              <a:ext uri="{FF2B5EF4-FFF2-40B4-BE49-F238E27FC236}">
                <a16:creationId xmlns:a16="http://schemas.microsoft.com/office/drawing/2014/main" id="{F40DBF3F-ED31-4FB2-97E5-65E6C7EDAD8F}"/>
              </a:ext>
            </a:extLst>
          </p:cNvPr>
          <p:cNvSpPr>
            <a:spLocks xmlns:a="http://schemas.openxmlformats.org/drawingml/2006/main" noGrp="1"/>
          </p:cNvSpPr>
          <p:nvPr/>
        </p:nvSpPr>
        <p:spPr>
          <a:xfrm xmlns:a="http://schemas.openxmlformats.org/drawingml/2006/main">
            <a:off x="742950" y="54483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Серый: все найденные фамильные формы</a:t>
            </a:r>
          </a:p>
        </p:txBody>
      </p:sp>
      <p:sp>
        <p:nvSpPr>
          <p:cNvPr id="8" name="legend-clean">
            <a:extLst xmlns:a="http://schemas.openxmlformats.org/drawingml/2006/main">
              <a:ext uri="{FF2B5EF4-FFF2-40B4-BE49-F238E27FC236}">
                <a16:creationId xmlns:a16="http://schemas.microsoft.com/office/drawing/2014/main" id="{1CEE8D58-891F-4A61-B45D-C9D56DA1B6E6}"/>
              </a:ext>
            </a:extLst>
          </p:cNvPr>
          <p:cNvSpPr>
            <a:spLocks xmlns:a="http://schemas.openxmlformats.org/drawingml/2006/main" noGrp="1"/>
          </p:cNvSpPr>
          <p:nvPr/>
        </p:nvSpPr>
        <p:spPr>
          <a:xfrm xmlns:a="http://schemas.openxmlformats.org/drawingml/2006/main">
            <a:off x="742950" y="58007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Цвет: контексты исторического лица после очистки</a:t>
            </a:r>
          </a:p>
        </p:txBody>
      </p:sp>
    </p:spTree>
    <p:extLst>
      <p:ext uri="{BB962C8B-B14F-4D97-AF65-F5344CB8AC3E}">
        <p14:creationId xmlns:p14="http://schemas.microsoft.com/office/powerpoint/2010/main" val="157081098"/>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9A3BE69B-6746-489C-ACBF-2252395E8063}"/>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Наблюдения и прогноз с интервалами</a:t>
            </a:r>
          </a:p>
        </p:txBody>
      </p:sp>
      <p:sp>
        <p:nvSpPr>
          <p:cNvPr id="2" name="page-number">
            <a:extLst xmlns:a="http://schemas.openxmlformats.org/drawingml/2006/main">
              <a:ext uri="{FF2B5EF4-FFF2-40B4-BE49-F238E27FC236}">
                <a16:creationId xmlns:a16="http://schemas.microsoft.com/office/drawing/2014/main" id="{467D4007-2138-4500-830C-1CC575D3EC7F}"/>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03</a:t>
            </a:r>
          </a:p>
        </p:txBody>
      </p:sp>
      <p:sp>
        <p:nvSpPr>
          <p:cNvPr id="3" name="scope">
            <a:extLst xmlns:a="http://schemas.openxmlformats.org/drawingml/2006/main">
              <a:ext uri="{FF2B5EF4-FFF2-40B4-BE49-F238E27FC236}">
                <a16:creationId xmlns:a16="http://schemas.microsoft.com/office/drawing/2014/main" id="{B079A662-7BA5-454C-B83C-7AA4D360FD7E}"/>
              </a:ext>
            </a:extLst>
          </p:cNvPr>
          <p:cNvSpPr>
            <a:spLocks xmlns:a="http://schemas.openxmlformats.org/drawingml/2006/main" noGrp="1"/>
          </p:cNvSpPr>
          <p:nvPr/>
        </p:nvSpPr>
        <p:spPr>
          <a:xfrm xmlns:a="http://schemas.openxmlformats.org/drawingml/2006/main">
            <a:off x="685800" y="117157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718087"/>
                </a:solidFill>
                <a:latin typeface="Arial"/>
                <a:ea typeface="Arial"/>
                <a:cs typeface="Arial"/>
              </a:defRPr>
            </a:defPPr>
            <a:lvl1pPr>
              <a:defRPr sz="1950" b="0">
                <a:solidFill>
                  <a:srgbClr val="718087"/>
                </a:solidFill>
                <a:latin typeface="Arial"/>
                <a:ea typeface="Arial"/>
                <a:cs typeface="Arial"/>
              </a:defRPr>
            </a:lvl1pPr>
            <a:lvl2pPr>
              <a:defRPr sz="1950" b="0">
                <a:solidFill>
                  <a:srgbClr val="718087"/>
                </a:solidFill>
                <a:latin typeface="Arial"/>
                <a:ea typeface="Arial"/>
                <a:cs typeface="Arial"/>
              </a:defRPr>
            </a:lvl2pPr>
            <a:lvl3pPr>
              <a:defRPr sz="1950" b="0">
                <a:solidFill>
                  <a:srgbClr val="718087"/>
                </a:solidFill>
                <a:latin typeface="Arial"/>
                <a:ea typeface="Arial"/>
                <a:cs typeface="Arial"/>
              </a:defRPr>
            </a:lvl3pPr>
            <a:lvl4pPr>
              <a:defRPr sz="1950" b="0">
                <a:solidFill>
                  <a:srgbClr val="718087"/>
                </a:solidFill>
                <a:latin typeface="Arial"/>
                <a:ea typeface="Arial"/>
                <a:cs typeface="Arial"/>
              </a:defRPr>
            </a:lvl4pPr>
            <a:lvl5pPr>
              <a:defRPr sz="1950" b="0">
                <a:solidFill>
                  <a:srgbClr val="718087"/>
                </a:solidFill>
                <a:latin typeface="Arial"/>
                <a:ea typeface="Arial"/>
                <a:cs typeface="Arial"/>
              </a:defRPr>
            </a:lvl5pPr>
            <a:lvl6pPr>
              <a:defRPr sz="1950" b="0">
                <a:solidFill>
                  <a:srgbClr val="718087"/>
                </a:solidFill>
                <a:latin typeface="Arial"/>
                <a:ea typeface="Arial"/>
                <a:cs typeface="Arial"/>
              </a:defRPr>
            </a:lvl6pPr>
            <a:lvl7pPr>
              <a:defRPr sz="1950" b="0">
                <a:solidFill>
                  <a:srgbClr val="718087"/>
                </a:solidFill>
                <a:latin typeface="Arial"/>
                <a:ea typeface="Arial"/>
                <a:cs typeface="Arial"/>
              </a:defRPr>
            </a:lvl7pPr>
            <a:lvl8pPr>
              <a:defRPr sz="1950" b="0">
                <a:solidFill>
                  <a:srgbClr val="718087"/>
                </a:solidFill>
                <a:latin typeface="Arial"/>
                <a:ea typeface="Arial"/>
                <a:cs typeface="Arial"/>
              </a:defRPr>
            </a:lvl8pPr>
            <a:lvl9pPr>
              <a:defRPr sz="1950" b="0">
                <a:solidFill>
                  <a:srgbClr val="718087"/>
                </a:solidFill>
                <a:latin typeface="Arial"/>
                <a:ea typeface="Arial"/>
                <a:cs typeface="Arial"/>
              </a:defRPr>
            </a:lvl9pPr>
          </a:lstStyle>
          <a:p xmlns:a="http://schemas.openxmlformats.org/drawingml/2006/main">
            <a:pPr>
              <a:defRPr sz="1950" b="0">
                <a:solidFill>
                  <a:srgbClr val="718087"/>
                </a:solidFill>
                <a:latin typeface="Arial"/>
                <a:ea typeface="Arial"/>
                <a:cs typeface="Arial"/>
              </a:defRPr>
            </a:pPr>
            <a:r>
              <a:rPr sz="1950" b="0">
                <a:solidFill>
                  <a:srgbClr val="718087"/>
                </a:solidFill>
                <a:latin typeface="Arial"/>
                <a:ea typeface="Arial"/>
                <a:cs typeface="Arial"/>
              </a:rPr>
              <a:t>Россия 24. Пример двух целей для Ленина и Сталина, модель M3</a:t>
            </a:r>
          </a:p>
        </p:txBody>
      </p:sp>
      <p:sp>
        <p:nvSpPr>
          <p:cNvPr id="4" name="key">
            <a:extLst xmlns:a="http://schemas.openxmlformats.org/drawingml/2006/main">
              <a:ext uri="{FF2B5EF4-FFF2-40B4-BE49-F238E27FC236}">
                <a16:creationId xmlns:a16="http://schemas.microsoft.com/office/drawing/2014/main" id="{F28B3947-0802-498D-A78B-B65BBA3CF82B}"/>
              </a:ext>
            </a:extLst>
          </p:cNvPr>
          <p:cNvSpPr>
            <a:spLocks xmlns:a="http://schemas.openxmlformats.org/drawingml/2006/main" noGrp="1"/>
          </p:cNvSpPr>
          <p:nvPr/>
        </p:nvSpPr>
        <p:spPr>
          <a:xfrm xmlns:a="http://schemas.openxmlformats.org/drawingml/2006/main">
            <a:off x="685800" y="160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Серый: факт. Цвет: среднее. Светлые линии: границы 80%-го интервала.</a:t>
            </a:r>
          </a:p>
        </p:txBody>
      </p:sp>
      <p:graphicFrame>
        <p:nvGraphicFramePr>
          <p:cNvPr id="5" name="Chart">
            <a:extLst xmlns:a="http://schemas.openxmlformats.org/drawingml/2006/main">
              <a:ext uri="{FF2B5EF4-FFF2-40B4-BE49-F238E27FC236}">
                <a16:creationId xmlns:a16="http://schemas.microsoft.com/office/drawing/2014/main" id="{DCD8840D-7510-4837-AAE4-61C883329B6E}"/>
              </a:ext>
            </a:extLst>
          </p:cNvPr>
          <p:cNvGraphicFramePr/>
          <p:nvPr/>
        </p:nvGraphicFramePr>
        <p:xfrm>
          <a:off xmlns:a="http://schemas.openxmlformats.org/drawingml/2006/main" x="571500"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3c5cf22b23c74f8f"/>
          </a:graphicData>
        </a:graphic>
      </p:graphicFrame>
      <p:graphicFrame>
        <p:nvGraphicFramePr>
          <p:cNvPr id="6" name="Chart">
            <a:extLst xmlns:a="http://schemas.openxmlformats.org/drawingml/2006/main">
              <a:ext uri="{FF2B5EF4-FFF2-40B4-BE49-F238E27FC236}">
                <a16:creationId xmlns:a16="http://schemas.microsoft.com/office/drawing/2014/main" id="{095DA65A-242B-480C-87BD-577F3BD15369}"/>
              </a:ext>
            </a:extLst>
          </p:cNvPr>
          <p:cNvGraphicFramePr/>
          <p:nvPr/>
        </p:nvGraphicFramePr>
        <p:xfrm>
          <a:off xmlns:a="http://schemas.openxmlformats.org/drawingml/2006/main" x="6238875" y="210502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694e1cdc2af7427e"/>
          </a:graphicData>
        </a:graphic>
      </p:graphicFrame>
      <p:graphicFrame>
        <p:nvGraphicFramePr>
          <p:cNvPr id="7" name="Chart">
            <a:extLst xmlns:a="http://schemas.openxmlformats.org/drawingml/2006/main">
              <a:ext uri="{FF2B5EF4-FFF2-40B4-BE49-F238E27FC236}">
                <a16:creationId xmlns:a16="http://schemas.microsoft.com/office/drawing/2014/main" id="{EF8D7B50-F3C0-42F8-854B-F4E8BAAF95D5}"/>
              </a:ext>
            </a:extLst>
          </p:cNvPr>
          <p:cNvGraphicFramePr/>
          <p:nvPr/>
        </p:nvGraphicFramePr>
        <p:xfrm>
          <a:off xmlns:a="http://schemas.openxmlformats.org/drawingml/2006/main" x="571500"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ffd5968538dc48bd"/>
          </a:graphicData>
        </a:graphic>
      </p:graphicFrame>
      <p:graphicFrame>
        <p:nvGraphicFramePr>
          <p:cNvPr id="8" name="Chart">
            <a:extLst xmlns:a="http://schemas.openxmlformats.org/drawingml/2006/main">
              <a:ext uri="{FF2B5EF4-FFF2-40B4-BE49-F238E27FC236}">
                <a16:creationId xmlns:a16="http://schemas.microsoft.com/office/drawing/2014/main" id="{36C11D04-BAB0-4ECA-BEA3-AA5DAE16E90B}"/>
              </a:ext>
            </a:extLst>
          </p:cNvPr>
          <p:cNvGraphicFramePr/>
          <p:nvPr/>
        </p:nvGraphicFramePr>
        <p:xfrm>
          <a:off xmlns:a="http://schemas.openxmlformats.org/drawingml/2006/main" x="6238875" y="4029075"/>
          <a:ext xmlns:a="http://schemas.openxmlformats.org/drawingml/2006/main" cx="5381625" cy="1828800"/>
        </p:xfrm>
        <a:graphic xmlns:a="http://schemas.openxmlformats.org/drawingml/2006/main">
          <a:graphicData uri="http://schemas.openxmlformats.org/drawingml/2006/chart">
            <c:chart xmlns:r="http://schemas.openxmlformats.org/officeDocument/2006/relationships" xmlns:c="http://schemas.openxmlformats.org/drawingml/2006/chart" r:id="R52824fef8a9a4409"/>
          </a:graphicData>
        </a:graphic>
      </p:graphicFrame>
      <p:sp>
        <p:nvSpPr>
          <p:cNvPr id="9" name="forecast-note">
            <a:extLst xmlns:a="http://schemas.openxmlformats.org/drawingml/2006/main">
              <a:ext uri="{FF2B5EF4-FFF2-40B4-BE49-F238E27FC236}">
                <a16:creationId xmlns:a16="http://schemas.microsoft.com/office/drawing/2014/main" id="{57340796-6007-49F4-9583-8F1D6B93D957}"/>
              </a:ext>
            </a:extLst>
          </p:cNvPr>
          <p:cNvSpPr>
            <a:spLocks xmlns:a="http://schemas.openxmlformats.org/drawingml/2006/main" noGrp="1"/>
          </p:cNvSpPr>
          <p:nvPr/>
        </p:nvSpPr>
        <p:spPr>
          <a:xfrm xmlns:a="http://schemas.openxmlformats.org/drawingml/2006/main">
            <a:off x="704850" y="6067425"/>
            <a:ext cx="10810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650" b="0">
                <a:solidFill>
                  <a:srgbClr val="718087"/>
                </a:solidFill>
                <a:latin typeface="Arial"/>
                <a:ea typeface="Arial"/>
                <a:cs typeface="Arial"/>
              </a:defRPr>
            </a:defPPr>
            <a:lvl1pPr>
              <a:defRPr sz="1650" b="0">
                <a:solidFill>
                  <a:srgbClr val="718087"/>
                </a:solidFill>
                <a:latin typeface="Arial"/>
                <a:ea typeface="Arial"/>
                <a:cs typeface="Arial"/>
              </a:defRPr>
            </a:lvl1pPr>
            <a:lvl2pPr>
              <a:defRPr sz="1650" b="0">
                <a:solidFill>
                  <a:srgbClr val="718087"/>
                </a:solidFill>
                <a:latin typeface="Arial"/>
                <a:ea typeface="Arial"/>
                <a:cs typeface="Arial"/>
              </a:defRPr>
            </a:lvl2pPr>
            <a:lvl3pPr>
              <a:defRPr sz="1650" b="0">
                <a:solidFill>
                  <a:srgbClr val="718087"/>
                </a:solidFill>
                <a:latin typeface="Arial"/>
                <a:ea typeface="Arial"/>
                <a:cs typeface="Arial"/>
              </a:defRPr>
            </a:lvl3pPr>
            <a:lvl4pPr>
              <a:defRPr sz="1650" b="0">
                <a:solidFill>
                  <a:srgbClr val="718087"/>
                </a:solidFill>
                <a:latin typeface="Arial"/>
                <a:ea typeface="Arial"/>
                <a:cs typeface="Arial"/>
              </a:defRPr>
            </a:lvl4pPr>
            <a:lvl5pPr>
              <a:defRPr sz="1650" b="0">
                <a:solidFill>
                  <a:srgbClr val="718087"/>
                </a:solidFill>
                <a:latin typeface="Arial"/>
                <a:ea typeface="Arial"/>
                <a:cs typeface="Arial"/>
              </a:defRPr>
            </a:lvl5pPr>
            <a:lvl6pPr>
              <a:defRPr sz="1650" b="0">
                <a:solidFill>
                  <a:srgbClr val="718087"/>
                </a:solidFill>
                <a:latin typeface="Arial"/>
                <a:ea typeface="Arial"/>
                <a:cs typeface="Arial"/>
              </a:defRPr>
            </a:lvl6pPr>
            <a:lvl7pPr>
              <a:defRPr sz="1650" b="0">
                <a:solidFill>
                  <a:srgbClr val="718087"/>
                </a:solidFill>
                <a:latin typeface="Arial"/>
                <a:ea typeface="Arial"/>
                <a:cs typeface="Arial"/>
              </a:defRPr>
            </a:lvl7pPr>
            <a:lvl8pPr>
              <a:defRPr sz="1650" b="0">
                <a:solidFill>
                  <a:srgbClr val="718087"/>
                </a:solidFill>
                <a:latin typeface="Arial"/>
                <a:ea typeface="Arial"/>
                <a:cs typeface="Arial"/>
              </a:defRPr>
            </a:lvl8pPr>
            <a:lvl9pPr>
              <a:defRPr sz="1650" b="0">
                <a:solidFill>
                  <a:srgbClr val="718087"/>
                </a:solidFill>
                <a:latin typeface="Arial"/>
                <a:ea typeface="Arial"/>
                <a:cs typeface="Arial"/>
              </a:defRPr>
            </a:lvl9pPr>
          </a:lstStyle>
          <a:p xmlns:a="http://schemas.openxmlformats.org/drawingml/2006/main">
            <a:pPr>
              <a:defRPr sz="1650" b="0">
                <a:solidFill>
                  <a:srgbClr val="718087"/>
                </a:solidFill>
                <a:latin typeface="Arial"/>
                <a:ea typeface="Arial"/>
                <a:cs typeface="Arial"/>
              </a:defRPr>
            </a:pPr>
            <a:r>
              <a:rPr sz="1650" b="0">
                <a:solidFill>
                  <a:srgbClr val="718087"/>
                </a:solidFill>
                <a:latin typeface="Arial"/>
                <a:ea typeface="Arial"/>
                <a:cs typeface="Arial"/>
              </a:rPr>
              <a:t>Прогноз: 3 октября – 2 ноября 2026. Модель учитывает только информацию до 2 октября.</a:t>
            </a:r>
          </a:p>
        </p:txBody>
      </p:sp>
    </p:spTree>
    <p:extLst>
      <p:ext uri="{BB962C8B-B14F-4D97-AF65-F5344CB8AC3E}">
        <p14:creationId xmlns:p14="http://schemas.microsoft.com/office/powerpoint/2010/main" val="250578347"/>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223DD90-6487-4B76-A230-9D6C5AAD73EC}"/>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Качество дневного прогноза</a:t>
            </a:r>
          </a:p>
        </p:txBody>
      </p:sp>
      <p:sp>
        <p:nvSpPr>
          <p:cNvPr id="2" name="page-number">
            <a:extLst xmlns:a="http://schemas.openxmlformats.org/drawingml/2006/main">
              <a:ext uri="{FF2B5EF4-FFF2-40B4-BE49-F238E27FC236}">
                <a16:creationId xmlns:a16="http://schemas.microsoft.com/office/drawing/2014/main" id="{AA6D1061-490E-4C14-8A74-C87E77CDB796}"/>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04</a:t>
            </a:r>
          </a:p>
        </p:txBody>
      </p:sp>
      <p:sp>
        <p:nvSpPr>
          <p:cNvPr id="3" name="test">
            <a:extLst xmlns:a="http://schemas.openxmlformats.org/drawingml/2006/main">
              <a:ext uri="{FF2B5EF4-FFF2-40B4-BE49-F238E27FC236}">
                <a16:creationId xmlns:a16="http://schemas.microsoft.com/office/drawing/2014/main" id="{77B6F9BB-94C1-4409-9548-9F774F1EA22A}"/>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Внешний тест: январь 2025 – сентябрь 2026, 21 месяц. Меньше — лучше.</a:t>
            </a:r>
          </a:p>
        </p:txBody>
      </p:sp>
      <p:sp>
        <p:nvSpPr>
          <p:cNvPr id="4" name="hierarchy">
            <a:extLst xmlns:a="http://schemas.openxmlformats.org/drawingml/2006/main">
              <a:ext uri="{FF2B5EF4-FFF2-40B4-BE49-F238E27FC236}">
                <a16:creationId xmlns:a16="http://schemas.microsoft.com/office/drawing/2014/main" id="{203C7F6E-59E1-4B65-9D69-C16BDD8C0028}"/>
              </a:ext>
            </a:extLst>
          </p:cNvPr>
          <p:cNvSpPr>
            <a:spLocks xmlns:a="http://schemas.openxmlformats.org/drawingml/2006/main" noGrp="1"/>
          </p:cNvSpPr>
          <p:nvPr/>
        </p:nvSpPr>
        <p:spPr>
          <a:xfrm xmlns:a="http://schemas.openxmlformats.org/drawingml/2006/main">
            <a:off x="685800" y="170497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Совместная схема: p(N) × p(B | N) × p(C | B),   C = B + E</a:t>
            </a:r>
          </a:p>
        </p:txBody>
      </p:sp>
      <p:graphicFrame>
        <p:nvGraphicFramePr>
          <p:cNvPr id="5" name="Chart">
            <a:extLst xmlns:a="http://schemas.openxmlformats.org/drawingml/2006/main">
              <a:ext uri="{FF2B5EF4-FFF2-40B4-BE49-F238E27FC236}">
                <a16:creationId xmlns:a16="http://schemas.microsoft.com/office/drawing/2014/main" id="{BA25699D-2CF3-41EE-8DC2-78BB85B3FD13}"/>
              </a:ext>
            </a:extLst>
          </p:cNvPr>
          <p:cNvGraphicFramePr/>
          <p:nvPr/>
        </p:nvGraphicFramePr>
        <p:xfrm>
          <a:off xmlns:a="http://schemas.openxmlformats.org/drawingml/2006/main" x="571500"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6a016647851e4a89"/>
          </a:graphicData>
        </a:graphic>
      </p:graphicFrame>
      <p:graphicFrame>
        <p:nvGraphicFramePr>
          <p:cNvPr id="6" name="Chart">
            <a:extLst xmlns:a="http://schemas.openxmlformats.org/drawingml/2006/main">
              <a:ext uri="{FF2B5EF4-FFF2-40B4-BE49-F238E27FC236}">
                <a16:creationId xmlns:a16="http://schemas.microsoft.com/office/drawing/2014/main" id="{D69AD13A-76C2-42F6-8087-FBA8DB2B8BE0}"/>
              </a:ext>
            </a:extLst>
          </p:cNvPr>
          <p:cNvGraphicFramePr/>
          <p:nvPr/>
        </p:nvGraphicFramePr>
        <p:xfrm>
          <a:off xmlns:a="http://schemas.openxmlformats.org/drawingml/2006/main" x="6238875" y="2190750"/>
          <a:ext xmlns:a="http://schemas.openxmlformats.org/drawingml/2006/main" cx="5381625" cy="3057525"/>
        </p:xfrm>
        <a:graphic xmlns:a="http://schemas.openxmlformats.org/drawingml/2006/main">
          <a:graphicData uri="http://schemas.openxmlformats.org/drawingml/2006/chart">
            <c:chart xmlns:r="http://schemas.openxmlformats.org/officeDocument/2006/relationships" xmlns:c="http://schemas.openxmlformats.org/drawingml/2006/chart" r:id="R356784ed4e3c4a01"/>
          </a:graphicData>
        </a:graphic>
      </p:graphicFrame>
      <p:sp>
        <p:nvSpPr>
          <p:cNvPr id="7" name="model-legend">
            <a:extLst xmlns:a="http://schemas.openxmlformats.org/drawingml/2006/main">
              <a:ext uri="{FF2B5EF4-FFF2-40B4-BE49-F238E27FC236}">
                <a16:creationId xmlns:a16="http://schemas.microsoft.com/office/drawing/2014/main" id="{BBC0D07A-65CB-4BE1-B509-6F71D8FEE266}"/>
              </a:ext>
            </a:extLst>
          </p:cNvPr>
          <p:cNvSpPr>
            <a:spLocks xmlns:a="http://schemas.openxmlformats.org/drawingml/2006/main" noGrp="1"/>
          </p:cNvSpPr>
          <p:nvPr/>
        </p:nvSpPr>
        <p:spPr>
          <a:xfrm xmlns:a="http://schemas.openxmlformats.org/drawingml/2006/main">
            <a:off x="714375" y="5457825"/>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43C45"/>
                </a:solidFill>
                <a:latin typeface="Arial"/>
                <a:ea typeface="Arial"/>
                <a:cs typeface="Arial"/>
              </a:defRPr>
            </a:defPPr>
            <a:lvl1pPr>
              <a:defRPr sz="1725" b="0">
                <a:solidFill>
                  <a:srgbClr val="243C45"/>
                </a:solidFill>
                <a:latin typeface="Arial"/>
                <a:ea typeface="Arial"/>
                <a:cs typeface="Arial"/>
              </a:defRPr>
            </a:lvl1pPr>
            <a:lvl2pPr>
              <a:defRPr sz="1725" b="0">
                <a:solidFill>
                  <a:srgbClr val="243C45"/>
                </a:solidFill>
                <a:latin typeface="Arial"/>
                <a:ea typeface="Arial"/>
                <a:cs typeface="Arial"/>
              </a:defRPr>
            </a:lvl2pPr>
            <a:lvl3pPr>
              <a:defRPr sz="1725" b="0">
                <a:solidFill>
                  <a:srgbClr val="243C45"/>
                </a:solidFill>
                <a:latin typeface="Arial"/>
                <a:ea typeface="Arial"/>
                <a:cs typeface="Arial"/>
              </a:defRPr>
            </a:lvl3pPr>
            <a:lvl4pPr>
              <a:defRPr sz="1725" b="0">
                <a:solidFill>
                  <a:srgbClr val="243C45"/>
                </a:solidFill>
                <a:latin typeface="Arial"/>
                <a:ea typeface="Arial"/>
                <a:cs typeface="Arial"/>
              </a:defRPr>
            </a:lvl4pPr>
            <a:lvl5pPr>
              <a:defRPr sz="1725" b="0">
                <a:solidFill>
                  <a:srgbClr val="243C45"/>
                </a:solidFill>
                <a:latin typeface="Arial"/>
                <a:ea typeface="Arial"/>
                <a:cs typeface="Arial"/>
              </a:defRPr>
            </a:lvl5pPr>
            <a:lvl6pPr>
              <a:defRPr sz="1725" b="0">
                <a:solidFill>
                  <a:srgbClr val="243C45"/>
                </a:solidFill>
                <a:latin typeface="Arial"/>
                <a:ea typeface="Arial"/>
                <a:cs typeface="Arial"/>
              </a:defRPr>
            </a:lvl6pPr>
            <a:lvl7pPr>
              <a:defRPr sz="1725" b="0">
                <a:solidFill>
                  <a:srgbClr val="243C45"/>
                </a:solidFill>
                <a:latin typeface="Arial"/>
                <a:ea typeface="Arial"/>
                <a:cs typeface="Arial"/>
              </a:defRPr>
            </a:lvl7pPr>
            <a:lvl8pPr>
              <a:defRPr sz="1725" b="0">
                <a:solidFill>
                  <a:srgbClr val="243C45"/>
                </a:solidFill>
                <a:latin typeface="Arial"/>
                <a:ea typeface="Arial"/>
                <a:cs typeface="Arial"/>
              </a:defRPr>
            </a:lvl8pPr>
            <a:lvl9pPr>
              <a:defRPr sz="1725" b="0">
                <a:solidFill>
                  <a:srgbClr val="243C45"/>
                </a:solidFill>
                <a:latin typeface="Arial"/>
                <a:ea typeface="Arial"/>
                <a:cs typeface="Arial"/>
              </a:defRPr>
            </a:lvl9pPr>
          </a:lstStyle>
          <a:p xmlns:a="http://schemas.openxmlformats.org/drawingml/2006/main">
            <a:pPr>
              <a:defRPr sz="1725" b="0">
                <a:solidFill>
                  <a:srgbClr val="243C45"/>
                </a:solidFill>
                <a:latin typeface="Arial"/>
                <a:ea typeface="Arial"/>
                <a:cs typeface="Arial"/>
              </a:defRPr>
            </a:pPr>
            <a:r>
              <a:rPr sz="1725" b="0">
                <a:solidFill>
                  <a:srgbClr val="243C45"/>
                </a:solidFill>
                <a:latin typeface="Arial"/>
                <a:ea typeface="Arial"/>
                <a:cs typeface="Arial"/>
              </a:rPr>
              <a:t>M1: базовая   M2: сверхдисперсия   M3: календарь и тренд   M4: динамика</a:t>
            </a:r>
          </a:p>
        </p:txBody>
      </p:sp>
      <p:sp>
        <p:nvSpPr>
          <p:cNvPr id="8" name="takeaway">
            <a:extLst xmlns:a="http://schemas.openxmlformats.org/drawingml/2006/main">
              <a:ext uri="{FF2B5EF4-FFF2-40B4-BE49-F238E27FC236}">
                <a16:creationId xmlns:a16="http://schemas.microsoft.com/office/drawing/2014/main" id="{9418E5E2-D2ED-4AC9-89F3-A75D1E74ACF4}"/>
              </a:ext>
            </a:extLst>
          </p:cNvPr>
          <p:cNvSpPr>
            <a:spLocks xmlns:a="http://schemas.openxmlformats.org/drawingml/2006/main" noGrp="1"/>
          </p:cNvSpPr>
          <p:nvPr/>
        </p:nvSpPr>
        <p:spPr>
          <a:xfrm xmlns:a="http://schemas.openxmlformats.org/drawingml/2006/main">
            <a:off x="714375" y="5895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277978"/>
                </a:solidFill>
                <a:latin typeface="Arial"/>
                <a:ea typeface="Arial"/>
                <a:cs typeface="Arial"/>
              </a:defRPr>
            </a:defPPr>
            <a:lvl1pPr>
              <a:defRPr sz="2025" b="0">
                <a:solidFill>
                  <a:srgbClr val="277978"/>
                </a:solidFill>
                <a:latin typeface="Arial"/>
                <a:ea typeface="Arial"/>
                <a:cs typeface="Arial"/>
              </a:defRPr>
            </a:lvl1pPr>
            <a:lvl2pPr>
              <a:defRPr sz="2025" b="0">
                <a:solidFill>
                  <a:srgbClr val="277978"/>
                </a:solidFill>
                <a:latin typeface="Arial"/>
                <a:ea typeface="Arial"/>
                <a:cs typeface="Arial"/>
              </a:defRPr>
            </a:lvl2pPr>
            <a:lvl3pPr>
              <a:defRPr sz="2025" b="0">
                <a:solidFill>
                  <a:srgbClr val="277978"/>
                </a:solidFill>
                <a:latin typeface="Arial"/>
                <a:ea typeface="Arial"/>
                <a:cs typeface="Arial"/>
              </a:defRPr>
            </a:lvl3pPr>
            <a:lvl4pPr>
              <a:defRPr sz="2025" b="0">
                <a:solidFill>
                  <a:srgbClr val="277978"/>
                </a:solidFill>
                <a:latin typeface="Arial"/>
                <a:ea typeface="Arial"/>
                <a:cs typeface="Arial"/>
              </a:defRPr>
            </a:lvl4pPr>
            <a:lvl5pPr>
              <a:defRPr sz="2025" b="0">
                <a:solidFill>
                  <a:srgbClr val="277978"/>
                </a:solidFill>
                <a:latin typeface="Arial"/>
                <a:ea typeface="Arial"/>
                <a:cs typeface="Arial"/>
              </a:defRPr>
            </a:lvl5pPr>
            <a:lvl6pPr>
              <a:defRPr sz="2025" b="0">
                <a:solidFill>
                  <a:srgbClr val="277978"/>
                </a:solidFill>
                <a:latin typeface="Arial"/>
                <a:ea typeface="Arial"/>
                <a:cs typeface="Arial"/>
              </a:defRPr>
            </a:lvl6pPr>
            <a:lvl7pPr>
              <a:defRPr sz="2025" b="0">
                <a:solidFill>
                  <a:srgbClr val="277978"/>
                </a:solidFill>
                <a:latin typeface="Arial"/>
                <a:ea typeface="Arial"/>
                <a:cs typeface="Arial"/>
              </a:defRPr>
            </a:lvl7pPr>
            <a:lvl8pPr>
              <a:defRPr sz="2025" b="0">
                <a:solidFill>
                  <a:srgbClr val="277978"/>
                </a:solidFill>
                <a:latin typeface="Arial"/>
                <a:ea typeface="Arial"/>
                <a:cs typeface="Arial"/>
              </a:defRPr>
            </a:lvl8pPr>
            <a:lvl9pPr>
              <a:defRPr sz="2025" b="0">
                <a:solidFill>
                  <a:srgbClr val="277978"/>
                </a:solidFill>
                <a:latin typeface="Arial"/>
                <a:ea typeface="Arial"/>
                <a:cs typeface="Arial"/>
              </a:defRPr>
            </a:lvl9pPr>
          </a:lstStyle>
          <a:p xmlns:a="http://schemas.openxmlformats.org/drawingml/2006/main">
            <a:pPr>
              <a:defRPr sz="2025" b="0">
                <a:solidFill>
                  <a:srgbClr val="277978"/>
                </a:solidFill>
                <a:latin typeface="Arial"/>
                <a:ea typeface="Arial"/>
                <a:cs typeface="Arial"/>
              </a:defRPr>
            </a:pPr>
            <a:r>
              <a:rPr sz="2025" b="0">
                <a:solidFill>
                  <a:srgbClr val="277978"/>
                </a:solidFill>
                <a:latin typeface="Arial"/>
                <a:ea typeface="Arial"/>
                <a:cs typeface="Arial"/>
              </a:rPr>
              <a:t>M3 снижает CRPS на 10,2%, RMSE на 1,7% относительно M1.</a:t>
            </a:r>
          </a:p>
        </p:txBody>
      </p:sp>
    </p:spTree>
    <p:extLst>
      <p:ext uri="{BB962C8B-B14F-4D97-AF65-F5344CB8AC3E}">
        <p14:creationId xmlns:p14="http://schemas.microsoft.com/office/powerpoint/2010/main" val="1668273352"/>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A9D09F3-A588-4DD3-B29B-97FE52469E66}"/>
              </a:ext>
            </a:extLst>
          </p:cNvPr>
          <p:cNvSpPr>
            <a:spLocks xmlns:a="http://schemas.openxmlformats.org/drawingml/2006/main" noGrp="1"/>
          </p:cNvSpPr>
          <p:nvPr/>
        </p:nvSpPr>
        <p:spPr>
          <a:xfrm xmlns:a="http://schemas.openxmlformats.org/drawingml/2006/main">
            <a:off x="628650" y="400050"/>
            <a:ext cx="10934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300" b="0">
                <a:solidFill>
                  <a:srgbClr val="243C45"/>
                </a:solidFill>
                <a:latin typeface="Arial"/>
                <a:ea typeface="Arial"/>
                <a:cs typeface="Arial"/>
              </a:defRPr>
            </a:defPPr>
            <a:lvl1pPr>
              <a:defRPr sz="3300" b="0">
                <a:solidFill>
                  <a:srgbClr val="243C45"/>
                </a:solidFill>
                <a:latin typeface="Arial"/>
                <a:ea typeface="Arial"/>
                <a:cs typeface="Arial"/>
              </a:defRPr>
            </a:lvl1pPr>
            <a:lvl2pPr>
              <a:defRPr sz="3300" b="0">
                <a:solidFill>
                  <a:srgbClr val="243C45"/>
                </a:solidFill>
                <a:latin typeface="Arial"/>
                <a:ea typeface="Arial"/>
                <a:cs typeface="Arial"/>
              </a:defRPr>
            </a:lvl2pPr>
            <a:lvl3pPr>
              <a:defRPr sz="3300" b="0">
                <a:solidFill>
                  <a:srgbClr val="243C45"/>
                </a:solidFill>
                <a:latin typeface="Arial"/>
                <a:ea typeface="Arial"/>
                <a:cs typeface="Arial"/>
              </a:defRPr>
            </a:lvl3pPr>
            <a:lvl4pPr>
              <a:defRPr sz="3300" b="0">
                <a:solidFill>
                  <a:srgbClr val="243C45"/>
                </a:solidFill>
                <a:latin typeface="Arial"/>
                <a:ea typeface="Arial"/>
                <a:cs typeface="Arial"/>
              </a:defRPr>
            </a:lvl4pPr>
            <a:lvl5pPr>
              <a:defRPr sz="3300" b="0">
                <a:solidFill>
                  <a:srgbClr val="243C45"/>
                </a:solidFill>
                <a:latin typeface="Arial"/>
                <a:ea typeface="Arial"/>
                <a:cs typeface="Arial"/>
              </a:defRPr>
            </a:lvl5pPr>
            <a:lvl6pPr>
              <a:defRPr sz="3300" b="0">
                <a:solidFill>
                  <a:srgbClr val="243C45"/>
                </a:solidFill>
                <a:latin typeface="Arial"/>
                <a:ea typeface="Arial"/>
                <a:cs typeface="Arial"/>
              </a:defRPr>
            </a:lvl6pPr>
            <a:lvl7pPr>
              <a:defRPr sz="3300" b="0">
                <a:solidFill>
                  <a:srgbClr val="243C45"/>
                </a:solidFill>
                <a:latin typeface="Arial"/>
                <a:ea typeface="Arial"/>
                <a:cs typeface="Arial"/>
              </a:defRPr>
            </a:lvl7pPr>
            <a:lvl8pPr>
              <a:defRPr sz="3300" b="0">
                <a:solidFill>
                  <a:srgbClr val="243C45"/>
                </a:solidFill>
                <a:latin typeface="Arial"/>
                <a:ea typeface="Arial"/>
                <a:cs typeface="Arial"/>
              </a:defRPr>
            </a:lvl8pPr>
            <a:lvl9pPr>
              <a:defRPr sz="3300" b="0">
                <a:solidFill>
                  <a:srgbClr val="243C45"/>
                </a:solidFill>
                <a:latin typeface="Arial"/>
                <a:ea typeface="Arial"/>
                <a:cs typeface="Arial"/>
              </a:defRPr>
            </a:lvl9pPr>
          </a:lstStyle>
          <a:p xmlns:a="http://schemas.openxmlformats.org/drawingml/2006/main">
            <a:pPr>
              <a:defRPr sz="3300" b="0">
                <a:solidFill>
                  <a:srgbClr val="243C45"/>
                </a:solidFill>
                <a:latin typeface="Arial"/>
                <a:ea typeface="Arial"/>
                <a:cs typeface="Arial"/>
              </a:defRPr>
            </a:pPr>
            <a:r>
              <a:rPr sz="3300" b="0">
                <a:solidFill>
                  <a:srgbClr val="243C45"/>
                </a:solidFill>
                <a:latin typeface="Arial"/>
                <a:ea typeface="Arial"/>
                <a:cs typeface="Arial"/>
              </a:rPr>
              <a:t>Покрытие интервалов месячных сумм</a:t>
            </a:r>
          </a:p>
        </p:txBody>
      </p:sp>
      <p:sp>
        <p:nvSpPr>
          <p:cNvPr id="2" name="page-number">
            <a:extLst xmlns:a="http://schemas.openxmlformats.org/drawingml/2006/main">
              <a:ext uri="{FF2B5EF4-FFF2-40B4-BE49-F238E27FC236}">
                <a16:creationId xmlns:a16="http://schemas.microsoft.com/office/drawing/2014/main" id="{E3BFBED7-F595-41F0-A3F9-8094F0F310D0}"/>
              </a:ext>
            </a:extLst>
          </p:cNvPr>
          <p:cNvSpPr>
            <a:spLocks xmlns:a="http://schemas.openxmlformats.org/drawingml/2006/main" noGrp="1"/>
          </p:cNvSpPr>
          <p:nvPr/>
        </p:nvSpPr>
        <p:spPr>
          <a:xfrm xmlns:a="http://schemas.openxmlformats.org/drawingml/2006/main">
            <a:off x="11077575" y="6381750"/>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18087"/>
                </a:solidFill>
                <a:latin typeface="Arial"/>
                <a:ea typeface="Arial"/>
                <a:cs typeface="Arial"/>
              </a:defRPr>
            </a:defPPr>
            <a:lvl1pPr>
              <a:defRPr sz="1350" b="0">
                <a:solidFill>
                  <a:srgbClr val="718087"/>
                </a:solidFill>
                <a:latin typeface="Arial"/>
                <a:ea typeface="Arial"/>
                <a:cs typeface="Arial"/>
              </a:defRPr>
            </a:lvl1pPr>
            <a:lvl2pPr>
              <a:defRPr sz="1350" b="0">
                <a:solidFill>
                  <a:srgbClr val="718087"/>
                </a:solidFill>
                <a:latin typeface="Arial"/>
                <a:ea typeface="Arial"/>
                <a:cs typeface="Arial"/>
              </a:defRPr>
            </a:lvl2pPr>
            <a:lvl3pPr>
              <a:defRPr sz="1350" b="0">
                <a:solidFill>
                  <a:srgbClr val="718087"/>
                </a:solidFill>
                <a:latin typeface="Arial"/>
                <a:ea typeface="Arial"/>
                <a:cs typeface="Arial"/>
              </a:defRPr>
            </a:lvl3pPr>
            <a:lvl4pPr>
              <a:defRPr sz="1350" b="0">
                <a:solidFill>
                  <a:srgbClr val="718087"/>
                </a:solidFill>
                <a:latin typeface="Arial"/>
                <a:ea typeface="Arial"/>
                <a:cs typeface="Arial"/>
              </a:defRPr>
            </a:lvl4pPr>
            <a:lvl5pPr>
              <a:defRPr sz="1350" b="0">
                <a:solidFill>
                  <a:srgbClr val="718087"/>
                </a:solidFill>
                <a:latin typeface="Arial"/>
                <a:ea typeface="Arial"/>
                <a:cs typeface="Arial"/>
              </a:defRPr>
            </a:lvl5pPr>
            <a:lvl6pPr>
              <a:defRPr sz="1350" b="0">
                <a:solidFill>
                  <a:srgbClr val="718087"/>
                </a:solidFill>
                <a:latin typeface="Arial"/>
                <a:ea typeface="Arial"/>
                <a:cs typeface="Arial"/>
              </a:defRPr>
            </a:lvl6pPr>
            <a:lvl7pPr>
              <a:defRPr sz="1350" b="0">
                <a:solidFill>
                  <a:srgbClr val="718087"/>
                </a:solidFill>
                <a:latin typeface="Arial"/>
                <a:ea typeface="Arial"/>
                <a:cs typeface="Arial"/>
              </a:defRPr>
            </a:lvl7pPr>
            <a:lvl8pPr>
              <a:defRPr sz="1350" b="0">
                <a:solidFill>
                  <a:srgbClr val="718087"/>
                </a:solidFill>
                <a:latin typeface="Arial"/>
                <a:ea typeface="Arial"/>
                <a:cs typeface="Arial"/>
              </a:defRPr>
            </a:lvl8pPr>
            <a:lvl9pPr>
              <a:defRPr sz="1350" b="0">
                <a:solidFill>
                  <a:srgbClr val="718087"/>
                </a:solidFill>
                <a:latin typeface="Arial"/>
                <a:ea typeface="Arial"/>
                <a:cs typeface="Arial"/>
              </a:defRPr>
            </a:lvl9pPr>
          </a:lstStyle>
          <a:p xmlns:a="http://schemas.openxmlformats.org/drawingml/2006/main">
            <a:pPr>
              <a:defRPr sz="1350" b="0">
                <a:solidFill>
                  <a:srgbClr val="718087"/>
                </a:solidFill>
                <a:latin typeface="Arial"/>
                <a:ea typeface="Arial"/>
                <a:cs typeface="Arial"/>
              </a:defRPr>
            </a:pPr>
            <a:r>
              <a:rPr sz="1350" b="0">
                <a:solidFill>
                  <a:srgbClr val="718087"/>
                </a:solidFill>
                <a:latin typeface="Arial"/>
                <a:ea typeface="Arial"/>
                <a:cs typeface="Arial"/>
              </a:rPr>
              <a:t>05</a:t>
            </a:r>
          </a:p>
        </p:txBody>
      </p:sp>
      <p:sp>
        <p:nvSpPr>
          <p:cNvPr id="3" name="test">
            <a:extLst xmlns:a="http://schemas.openxmlformats.org/drawingml/2006/main">
              <a:ext uri="{FF2B5EF4-FFF2-40B4-BE49-F238E27FC236}">
                <a16:creationId xmlns:a16="http://schemas.microsoft.com/office/drawing/2014/main" id="{E8C705AF-C765-45C7-B60F-9788B14BE914}"/>
              </a:ext>
            </a:extLst>
          </p:cNvPr>
          <p:cNvSpPr>
            <a:spLocks xmlns:a="http://schemas.openxmlformats.org/drawingml/2006/main" noGrp="1"/>
          </p:cNvSpPr>
          <p:nvPr/>
        </p:nvSpPr>
        <p:spPr>
          <a:xfrm xmlns:a="http://schemas.openxmlformats.org/drawingml/2006/main">
            <a:off x="685800" y="120015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718087"/>
                </a:solidFill>
                <a:latin typeface="Arial"/>
                <a:ea typeface="Arial"/>
                <a:cs typeface="Arial"/>
              </a:defRPr>
            </a:defPPr>
            <a:lvl1pPr>
              <a:defRPr sz="1875" b="0">
                <a:solidFill>
                  <a:srgbClr val="718087"/>
                </a:solidFill>
                <a:latin typeface="Arial"/>
                <a:ea typeface="Arial"/>
                <a:cs typeface="Arial"/>
              </a:defRPr>
            </a:lvl1pPr>
            <a:lvl2pPr>
              <a:defRPr sz="1875" b="0">
                <a:solidFill>
                  <a:srgbClr val="718087"/>
                </a:solidFill>
                <a:latin typeface="Arial"/>
                <a:ea typeface="Arial"/>
                <a:cs typeface="Arial"/>
              </a:defRPr>
            </a:lvl2pPr>
            <a:lvl3pPr>
              <a:defRPr sz="1875" b="0">
                <a:solidFill>
                  <a:srgbClr val="718087"/>
                </a:solidFill>
                <a:latin typeface="Arial"/>
                <a:ea typeface="Arial"/>
                <a:cs typeface="Arial"/>
              </a:defRPr>
            </a:lvl3pPr>
            <a:lvl4pPr>
              <a:defRPr sz="1875" b="0">
                <a:solidFill>
                  <a:srgbClr val="718087"/>
                </a:solidFill>
                <a:latin typeface="Arial"/>
                <a:ea typeface="Arial"/>
                <a:cs typeface="Arial"/>
              </a:defRPr>
            </a:lvl4pPr>
            <a:lvl5pPr>
              <a:defRPr sz="1875" b="0">
                <a:solidFill>
                  <a:srgbClr val="718087"/>
                </a:solidFill>
                <a:latin typeface="Arial"/>
                <a:ea typeface="Arial"/>
                <a:cs typeface="Arial"/>
              </a:defRPr>
            </a:lvl5pPr>
            <a:lvl6pPr>
              <a:defRPr sz="1875" b="0">
                <a:solidFill>
                  <a:srgbClr val="718087"/>
                </a:solidFill>
                <a:latin typeface="Arial"/>
                <a:ea typeface="Arial"/>
                <a:cs typeface="Arial"/>
              </a:defRPr>
            </a:lvl6pPr>
            <a:lvl7pPr>
              <a:defRPr sz="1875" b="0">
                <a:solidFill>
                  <a:srgbClr val="718087"/>
                </a:solidFill>
                <a:latin typeface="Arial"/>
                <a:ea typeface="Arial"/>
                <a:cs typeface="Arial"/>
              </a:defRPr>
            </a:lvl7pPr>
            <a:lvl8pPr>
              <a:defRPr sz="1875" b="0">
                <a:solidFill>
                  <a:srgbClr val="718087"/>
                </a:solidFill>
                <a:latin typeface="Arial"/>
                <a:ea typeface="Arial"/>
                <a:cs typeface="Arial"/>
              </a:defRPr>
            </a:lvl8pPr>
            <a:lvl9pPr>
              <a:defRPr sz="1875" b="0">
                <a:solidFill>
                  <a:srgbClr val="718087"/>
                </a:solidFill>
                <a:latin typeface="Arial"/>
                <a:ea typeface="Arial"/>
                <a:cs typeface="Arial"/>
              </a:defRPr>
            </a:lvl9pPr>
          </a:lstStyle>
          <a:p xmlns:a="http://schemas.openxmlformats.org/drawingml/2006/main">
            <a:pPr>
              <a:defRPr sz="1875" b="0">
                <a:solidFill>
                  <a:srgbClr val="718087"/>
                </a:solidFill>
                <a:latin typeface="Arial"/>
                <a:ea typeface="Arial"/>
                <a:cs typeface="Arial"/>
              </a:defRPr>
            </a:pPr>
            <a:r>
              <a:rPr sz="1875" b="0">
                <a:solidFill>
                  <a:srgbClr val="718087"/>
                </a:solidFill>
                <a:latin typeface="Arial"/>
                <a:ea typeface="Arial"/>
                <a:cs typeface="Arial"/>
              </a:rPr>
              <a:t>Внешний тест: 280 полных месячных итогов. Выше линия — больше покрытие.</a:t>
            </a:r>
          </a:p>
        </p:txBody>
      </p:sp>
      <p:graphicFrame>
        <p:nvGraphicFramePr>
          <p:cNvPr id="4" name="Chart">
            <a:extLst xmlns:a="http://schemas.openxmlformats.org/drawingml/2006/main">
              <a:ext uri="{FF2B5EF4-FFF2-40B4-BE49-F238E27FC236}">
                <a16:creationId xmlns:a16="http://schemas.microsoft.com/office/drawing/2014/main" id="{29F328C7-0466-4C4E-96DA-93D68DC087E0}"/>
              </a:ext>
            </a:extLst>
          </p:cNvPr>
          <p:cNvGraphicFramePr/>
          <p:nvPr/>
        </p:nvGraphicFramePr>
        <p:xfrm>
          <a:off xmlns:a="http://schemas.openxmlformats.org/drawingml/2006/main" x="571500"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1ebba5a2a3274165"/>
          </a:graphicData>
        </a:graphic>
      </p:graphicFrame>
      <p:graphicFrame>
        <p:nvGraphicFramePr>
          <p:cNvPr id="5" name="Chart">
            <a:extLst xmlns:a="http://schemas.openxmlformats.org/drawingml/2006/main">
              <a:ext uri="{FF2B5EF4-FFF2-40B4-BE49-F238E27FC236}">
                <a16:creationId xmlns:a16="http://schemas.microsoft.com/office/drawing/2014/main" id="{E8653B1A-3098-4175-8385-6E8FF2274159}"/>
              </a:ext>
            </a:extLst>
          </p:cNvPr>
          <p:cNvGraphicFramePr/>
          <p:nvPr/>
        </p:nvGraphicFramePr>
        <p:xfrm>
          <a:off xmlns:a="http://schemas.openxmlformats.org/drawingml/2006/main" x="6238875" y="2114550"/>
          <a:ext xmlns:a="http://schemas.openxmlformats.org/drawingml/2006/main" cx="5381625" cy="3124200"/>
        </p:xfrm>
        <a:graphic xmlns:a="http://schemas.openxmlformats.org/drawingml/2006/main">
          <a:graphicData uri="http://schemas.openxmlformats.org/drawingml/2006/chart">
            <c:chart xmlns:r="http://schemas.openxmlformats.org/officeDocument/2006/relationships" xmlns:c="http://schemas.openxmlformats.org/drawingml/2006/chart" r:id="Rfacd0211c2254cbf"/>
          </a:graphicData>
        </a:graphic>
      </p:graphicFrame>
      <p:sp>
        <p:nvSpPr>
          <p:cNvPr id="6" name="coverage-key">
            <a:extLst xmlns:a="http://schemas.openxmlformats.org/drawingml/2006/main">
              <a:ext uri="{FF2B5EF4-FFF2-40B4-BE49-F238E27FC236}">
                <a16:creationId xmlns:a16="http://schemas.microsoft.com/office/drawing/2014/main" id="{1C9E8FFB-E782-4C47-B505-A83F0A96CAC3}"/>
              </a:ext>
            </a:extLst>
          </p:cNvPr>
          <p:cNvSpPr>
            <a:spLocks xmlns:a="http://schemas.openxmlformats.org/drawingml/2006/main" noGrp="1"/>
          </p:cNvSpPr>
          <p:nvPr/>
        </p:nvSpPr>
        <p:spPr>
          <a:xfrm xmlns:a="http://schemas.openxmlformats.org/drawingml/2006/main">
            <a:off x="714375" y="54102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718087"/>
                </a:solidFill>
                <a:latin typeface="Arial"/>
                <a:ea typeface="Arial"/>
                <a:cs typeface="Arial"/>
              </a:defRPr>
            </a:defPPr>
            <a:lvl1pPr>
              <a:defRPr sz="1725" b="0">
                <a:solidFill>
                  <a:srgbClr val="718087"/>
                </a:solidFill>
                <a:latin typeface="Arial"/>
                <a:ea typeface="Arial"/>
                <a:cs typeface="Arial"/>
              </a:defRPr>
            </a:lvl1pPr>
            <a:lvl2pPr>
              <a:defRPr sz="1725" b="0">
                <a:solidFill>
                  <a:srgbClr val="718087"/>
                </a:solidFill>
                <a:latin typeface="Arial"/>
                <a:ea typeface="Arial"/>
                <a:cs typeface="Arial"/>
              </a:defRPr>
            </a:lvl2pPr>
            <a:lvl3pPr>
              <a:defRPr sz="1725" b="0">
                <a:solidFill>
                  <a:srgbClr val="718087"/>
                </a:solidFill>
                <a:latin typeface="Arial"/>
                <a:ea typeface="Arial"/>
                <a:cs typeface="Arial"/>
              </a:defRPr>
            </a:lvl3pPr>
            <a:lvl4pPr>
              <a:defRPr sz="1725" b="0">
                <a:solidFill>
                  <a:srgbClr val="718087"/>
                </a:solidFill>
                <a:latin typeface="Arial"/>
                <a:ea typeface="Arial"/>
                <a:cs typeface="Arial"/>
              </a:defRPr>
            </a:lvl4pPr>
            <a:lvl5pPr>
              <a:defRPr sz="1725" b="0">
                <a:solidFill>
                  <a:srgbClr val="718087"/>
                </a:solidFill>
                <a:latin typeface="Arial"/>
                <a:ea typeface="Arial"/>
                <a:cs typeface="Arial"/>
              </a:defRPr>
            </a:lvl5pPr>
            <a:lvl6pPr>
              <a:defRPr sz="1725" b="0">
                <a:solidFill>
                  <a:srgbClr val="718087"/>
                </a:solidFill>
                <a:latin typeface="Arial"/>
                <a:ea typeface="Arial"/>
                <a:cs typeface="Arial"/>
              </a:defRPr>
            </a:lvl6pPr>
            <a:lvl7pPr>
              <a:defRPr sz="1725" b="0">
                <a:solidFill>
                  <a:srgbClr val="718087"/>
                </a:solidFill>
                <a:latin typeface="Arial"/>
                <a:ea typeface="Arial"/>
                <a:cs typeface="Arial"/>
              </a:defRPr>
            </a:lvl7pPr>
            <a:lvl8pPr>
              <a:defRPr sz="1725" b="0">
                <a:solidFill>
                  <a:srgbClr val="718087"/>
                </a:solidFill>
                <a:latin typeface="Arial"/>
                <a:ea typeface="Arial"/>
                <a:cs typeface="Arial"/>
              </a:defRPr>
            </a:lvl8pPr>
            <a:lvl9pPr>
              <a:defRPr sz="1725" b="0">
                <a:solidFill>
                  <a:srgbClr val="718087"/>
                </a:solidFill>
                <a:latin typeface="Arial"/>
                <a:ea typeface="Arial"/>
                <a:cs typeface="Arial"/>
              </a:defRPr>
            </a:lvl9pPr>
          </a:lstStyle>
          <a:p xmlns:a="http://schemas.openxmlformats.org/drawingml/2006/main">
            <a:pPr>
              <a:defRPr sz="1725" b="0">
                <a:solidFill>
                  <a:srgbClr val="718087"/>
                </a:solidFill>
                <a:latin typeface="Arial"/>
                <a:ea typeface="Arial"/>
                <a:cs typeface="Arial"/>
              </a:defRPr>
            </a:pPr>
            <a:r>
              <a:rPr sz="1725" b="0">
                <a:solidFill>
                  <a:srgbClr val="718087"/>
                </a:solidFill>
                <a:latin typeface="Arial"/>
                <a:ea typeface="Arial"/>
                <a:cs typeface="Arial"/>
              </a:rPr>
              <a:t>Серый: заявленные 80% и 95%. Зелёный: доля итогов внутри интервала.</a:t>
            </a:r>
          </a:p>
        </p:txBody>
      </p:sp>
      <p:sp>
        <p:nvSpPr>
          <p:cNvPr id="7" name="limitation">
            <a:extLst xmlns:a="http://schemas.openxmlformats.org/drawingml/2006/main">
              <a:ext uri="{FF2B5EF4-FFF2-40B4-BE49-F238E27FC236}">
                <a16:creationId xmlns:a16="http://schemas.microsoft.com/office/drawing/2014/main" id="{B64ADADB-7D38-4371-B6BB-FFC8E4A951A3}"/>
              </a:ext>
            </a:extLst>
          </p:cNvPr>
          <p:cNvSpPr>
            <a:spLocks xmlns:a="http://schemas.openxmlformats.org/drawingml/2006/main" noGrp="1"/>
          </p:cNvSpPr>
          <p:nvPr/>
        </p:nvSpPr>
        <p:spPr>
          <a:xfrm xmlns:a="http://schemas.openxmlformats.org/drawingml/2006/main">
            <a:off x="714375" y="58674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025" b="0">
                <a:solidFill>
                  <a:srgbClr val="B46A48"/>
                </a:solidFill>
                <a:latin typeface="Arial"/>
                <a:ea typeface="Arial"/>
                <a:cs typeface="Arial"/>
              </a:defRPr>
            </a:defPPr>
            <a:lvl1pPr>
              <a:defRPr sz="2025" b="0">
                <a:solidFill>
                  <a:srgbClr val="B46A48"/>
                </a:solidFill>
                <a:latin typeface="Arial"/>
                <a:ea typeface="Arial"/>
                <a:cs typeface="Arial"/>
              </a:defRPr>
            </a:lvl1pPr>
            <a:lvl2pPr>
              <a:defRPr sz="2025" b="0">
                <a:solidFill>
                  <a:srgbClr val="B46A48"/>
                </a:solidFill>
                <a:latin typeface="Arial"/>
                <a:ea typeface="Arial"/>
                <a:cs typeface="Arial"/>
              </a:defRPr>
            </a:lvl2pPr>
            <a:lvl3pPr>
              <a:defRPr sz="2025" b="0">
                <a:solidFill>
                  <a:srgbClr val="B46A48"/>
                </a:solidFill>
                <a:latin typeface="Arial"/>
                <a:ea typeface="Arial"/>
                <a:cs typeface="Arial"/>
              </a:defRPr>
            </a:lvl3pPr>
            <a:lvl4pPr>
              <a:defRPr sz="2025" b="0">
                <a:solidFill>
                  <a:srgbClr val="B46A48"/>
                </a:solidFill>
                <a:latin typeface="Arial"/>
                <a:ea typeface="Arial"/>
                <a:cs typeface="Arial"/>
              </a:defRPr>
            </a:lvl4pPr>
            <a:lvl5pPr>
              <a:defRPr sz="2025" b="0">
                <a:solidFill>
                  <a:srgbClr val="B46A48"/>
                </a:solidFill>
                <a:latin typeface="Arial"/>
                <a:ea typeface="Arial"/>
                <a:cs typeface="Arial"/>
              </a:defRPr>
            </a:lvl5pPr>
            <a:lvl6pPr>
              <a:defRPr sz="2025" b="0">
                <a:solidFill>
                  <a:srgbClr val="B46A48"/>
                </a:solidFill>
                <a:latin typeface="Arial"/>
                <a:ea typeface="Arial"/>
                <a:cs typeface="Arial"/>
              </a:defRPr>
            </a:lvl6pPr>
            <a:lvl7pPr>
              <a:defRPr sz="2025" b="0">
                <a:solidFill>
                  <a:srgbClr val="B46A48"/>
                </a:solidFill>
                <a:latin typeface="Arial"/>
                <a:ea typeface="Arial"/>
                <a:cs typeface="Arial"/>
              </a:defRPr>
            </a:lvl7pPr>
            <a:lvl8pPr>
              <a:defRPr sz="2025" b="0">
                <a:solidFill>
                  <a:srgbClr val="B46A48"/>
                </a:solidFill>
                <a:latin typeface="Arial"/>
                <a:ea typeface="Arial"/>
                <a:cs typeface="Arial"/>
              </a:defRPr>
            </a:lvl8pPr>
            <a:lvl9pPr>
              <a:defRPr sz="2025" b="0">
                <a:solidFill>
                  <a:srgbClr val="B46A48"/>
                </a:solidFill>
                <a:latin typeface="Arial"/>
                <a:ea typeface="Arial"/>
                <a:cs typeface="Arial"/>
              </a:defRPr>
            </a:lvl9pPr>
          </a:lstStyle>
          <a:p xmlns:a="http://schemas.openxmlformats.org/drawingml/2006/main">
            <a:pPr>
              <a:defRPr sz="2025" b="0">
                <a:solidFill>
                  <a:srgbClr val="B46A48"/>
                </a:solidFill>
                <a:latin typeface="Arial"/>
                <a:ea typeface="Arial"/>
                <a:cs typeface="Arial"/>
              </a:defRPr>
            </a:pPr>
            <a:r>
              <a:rPr sz="2025" b="0">
                <a:solidFill>
                  <a:srgbClr val="B46A48"/>
                </a:solidFill>
                <a:latin typeface="Arial"/>
                <a:ea typeface="Arial"/>
                <a:cs typeface="Arial"/>
              </a:rPr>
              <a:t>Интервалы M3 слишком узкие. M4 ближе к заявленному уровню.</a:t>
            </a:r>
          </a:p>
        </p:txBody>
      </p:sp>
    </p:spTree>
    <p:extLst>
      <p:ext uri="{BB962C8B-B14F-4D97-AF65-F5344CB8AC3E}">
        <p14:creationId xmlns:p14="http://schemas.microsoft.com/office/powerpoint/2010/main" val="209317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2026-10-18T08:37:59.2090000Z</dcterms:created>
  <dcterms:modified xsi:type="dcterms:W3CDTF">2026-10-18T08:37:59.2090000Z</dcterms:modified>
</coreProperties>
</file>